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86" r:id="rId3"/>
    <p:sldId id="288" r:id="rId4"/>
    <p:sldId id="289" r:id="rId5"/>
    <p:sldId id="290" r:id="rId6"/>
    <p:sldId id="292" r:id="rId7"/>
    <p:sldId id="295" r:id="rId8"/>
    <p:sldId id="293" r:id="rId9"/>
    <p:sldId id="281" r:id="rId1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Black" panose="02000000000000000000" pitchFamily="2" charset="0"/>
      <p:bold r:id="rId16"/>
      <p:boldItalic r:id="rId17"/>
    </p:embeddedFont>
    <p:embeddedFont>
      <p:font typeface="Roboto Light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46" roundtripDataSignature="AMtx7miIJMjT5N1UhotwkRym+xiseY5+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35D058-B061-4462-B435-67AC37D15A2A}" v="118" dt="2025-06-29T21:36:25.8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50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7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4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ônidas Müller de Oliveira" userId="5af9566427f0cd7a" providerId="LiveId" clId="{F94B9D56-2B52-4E30-B4B5-0F58CBE2FBF9}"/>
    <pc:docChg chg="undo custSel addSld delSld modSld sldOrd">
      <pc:chgData name="Leônidas Müller de Oliveira" userId="5af9566427f0cd7a" providerId="LiveId" clId="{F94B9D56-2B52-4E30-B4B5-0F58CBE2FBF9}" dt="2021-02-18T15:12:14.743" v="850" actId="1076"/>
      <pc:docMkLst>
        <pc:docMk/>
      </pc:docMkLst>
      <pc:sldChg chg="modSp mod">
        <pc:chgData name="Leônidas Müller de Oliveira" userId="5af9566427f0cd7a" providerId="LiveId" clId="{F94B9D56-2B52-4E30-B4B5-0F58CBE2FBF9}" dt="2021-02-18T15:05:39.964" v="743" actId="20577"/>
        <pc:sldMkLst>
          <pc:docMk/>
          <pc:sldMk cId="0" sldId="257"/>
        </pc:sldMkLst>
        <pc:spChg chg="mod">
          <ac:chgData name="Leônidas Müller de Oliveira" userId="5af9566427f0cd7a" providerId="LiveId" clId="{F94B9D56-2B52-4E30-B4B5-0F58CBE2FBF9}" dt="2021-02-17T19:41:59.696" v="43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05:39.964" v="743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F94B9D56-2B52-4E30-B4B5-0F58CBE2FBF9}" dt="2021-02-18T15:12:01.860" v="849" actId="1076"/>
        <pc:sldMkLst>
          <pc:docMk/>
          <pc:sldMk cId="0" sldId="262"/>
        </pc:sldMkLst>
        <pc:spChg chg="mod">
          <ac:chgData name="Leônidas Müller de Oliveira" userId="5af9566427f0cd7a" providerId="LiveId" clId="{F94B9D56-2B52-4E30-B4B5-0F58CBE2FBF9}" dt="2021-02-17T19:52:09.948" v="351" actId="14100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01.860" v="849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F94B9D56-2B52-4E30-B4B5-0F58CBE2FBF9}" dt="2021-02-17T19:51:46.911" v="323" actId="47"/>
        <pc:sldMkLst>
          <pc:docMk/>
          <pc:sldMk cId="0" sldId="264"/>
        </pc:sldMkLst>
      </pc:sldChg>
      <pc:sldChg chg="addSp delSp modSp add mod ord">
        <pc:chgData name="Leônidas Müller de Oliveira" userId="5af9566427f0cd7a" providerId="LiveId" clId="{F94B9D56-2B52-4E30-B4B5-0F58CBE2FBF9}" dt="2021-02-18T15:12:14.743" v="850" actId="1076"/>
        <pc:sldMkLst>
          <pc:docMk/>
          <pc:sldMk cId="3187776213" sldId="282"/>
        </pc:sldMkLst>
        <pc:spChg chg="add mod">
          <ac:chgData name="Leônidas Müller de Oliveira" userId="5af9566427f0cd7a" providerId="LiveId" clId="{F94B9D56-2B52-4E30-B4B5-0F58CBE2FBF9}" dt="2021-02-18T14:58:12.389" v="491" actId="20577"/>
          <ac:spMkLst>
            <pc:docMk/>
            <pc:sldMk cId="3187776213" sldId="282"/>
            <ac:spMk id="7" creationId="{FD65234F-CE76-4586-9D67-44EDBAE0C0F0}"/>
          </ac:spMkLst>
        </pc:spChg>
        <pc:spChg chg="add mod">
          <ac:chgData name="Leônidas Müller de Oliveira" userId="5af9566427f0cd7a" providerId="LiveId" clId="{F94B9D56-2B52-4E30-B4B5-0F58CBE2FBF9}" dt="2021-02-18T15:05:19.193" v="722" actId="20577"/>
          <ac:spMkLst>
            <pc:docMk/>
            <pc:sldMk cId="3187776213" sldId="282"/>
            <ac:spMk id="8" creationId="{62CAAAAD-2D0D-416A-A598-DBBFD5C0667F}"/>
          </ac:spMkLst>
        </pc:spChg>
        <pc:spChg chg="add mod">
          <ac:chgData name="Leônidas Müller de Oliveira" userId="5af9566427f0cd7a" providerId="LiveId" clId="{F94B9D56-2B52-4E30-B4B5-0F58CBE2FBF9}" dt="2021-02-18T15:10:36.158" v="847" actId="1076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F94B9D56-2B52-4E30-B4B5-0F58CBE2FBF9}" dt="2021-02-18T14:56:55.333" v="402" actId="20577"/>
          <ac:spMkLst>
            <pc:docMk/>
            <pc:sldMk cId="3187776213" sldId="282"/>
            <ac:spMk id="141" creationId="{00000000-0000-0000-0000-000000000000}"/>
          </ac:spMkLst>
        </pc:spChg>
        <pc:spChg chg="del mod">
          <ac:chgData name="Leônidas Müller de Oliveira" userId="5af9566427f0cd7a" providerId="LiveId" clId="{F94B9D56-2B52-4E30-B4B5-0F58CBE2FBF9}" dt="2021-02-18T14:57:09.472" v="406" actId="478"/>
          <ac:spMkLst>
            <pc:docMk/>
            <pc:sldMk cId="3187776213" sldId="28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14.743" v="850" actId="1076"/>
          <ac:spMkLst>
            <pc:docMk/>
            <pc:sldMk cId="3187776213" sldId="282"/>
            <ac:spMk id="143" creationId="{00000000-0000-0000-0000-000000000000}"/>
          </ac:spMkLst>
        </pc:spChg>
        <pc:graphicFrameChg chg="add del mod">
          <ac:chgData name="Leônidas Müller de Oliveira" userId="5af9566427f0cd7a" providerId="LiveId" clId="{F94B9D56-2B52-4E30-B4B5-0F58CBE2FBF9}" dt="2021-02-18T14:57:43.022" v="408"/>
          <ac:graphicFrameMkLst>
            <pc:docMk/>
            <pc:sldMk cId="3187776213" sldId="282"/>
            <ac:graphicFrameMk id="2" creationId="{B80F1164-C1AC-4C70-9417-CB100EADF64D}"/>
          </ac:graphicFrameMkLst>
        </pc:graphicFrameChg>
      </pc:sldChg>
    </pc:docChg>
  </pc:docChgLst>
  <pc:docChgLst>
    <pc:chgData name="Leônidas Müller de Oliveira" userId="5af9566427f0cd7a" providerId="LiveId" clId="{63CDD2CF-C7D9-4965-B160-CFE721B11DF5}"/>
    <pc:docChg chg="addSld modSld">
      <pc:chgData name="Leônidas Müller de Oliveira" userId="5af9566427f0cd7a" providerId="LiveId" clId="{63CDD2CF-C7D9-4965-B160-CFE721B11DF5}" dt="2025-06-02T00:27:24.685" v="29"/>
      <pc:docMkLst>
        <pc:docMk/>
      </pc:docMkLst>
      <pc:sldChg chg="addSp delSp modSp add mod">
        <pc:chgData name="Leônidas Müller de Oliveira" userId="5af9566427f0cd7a" providerId="LiveId" clId="{63CDD2CF-C7D9-4965-B160-CFE721B11DF5}" dt="2025-06-02T00:27:24.685" v="29"/>
        <pc:sldMkLst>
          <pc:docMk/>
          <pc:sldMk cId="2234483959" sldId="294"/>
        </pc:sldMkLst>
        <pc:grpChg chg="del mod">
          <ac:chgData name="Leônidas Müller de Oliveira" userId="5af9566427f0cd7a" providerId="LiveId" clId="{63CDD2CF-C7D9-4965-B160-CFE721B11DF5}" dt="2025-06-02T00:27:11.658" v="22"/>
          <ac:grpSpMkLst>
            <pc:docMk/>
            <pc:sldMk cId="2234483959" sldId="294"/>
            <ac:grpSpMk id="6" creationId="{E5EAAEEF-6444-8674-CE97-E37EDA6D46CB}"/>
          </ac:grpSpMkLst>
        </pc:grpChg>
        <pc:grpChg chg="del mod">
          <ac:chgData name="Leônidas Müller de Oliveira" userId="5af9566427f0cd7a" providerId="LiveId" clId="{63CDD2CF-C7D9-4965-B160-CFE721B11DF5}" dt="2025-06-02T00:27:11.658" v="22"/>
          <ac:grpSpMkLst>
            <pc:docMk/>
            <pc:sldMk cId="2234483959" sldId="294"/>
            <ac:grpSpMk id="15" creationId="{F3B305B2-A2B5-672C-E2A4-2F97049A7CF0}"/>
          </ac:grpSpMkLst>
        </pc:grpChg>
        <pc:grpChg chg="del mod">
          <ac:chgData name="Leônidas Müller de Oliveira" userId="5af9566427f0cd7a" providerId="LiveId" clId="{63CDD2CF-C7D9-4965-B160-CFE721B11DF5}" dt="2025-06-02T00:27:24.685" v="29"/>
          <ac:grpSpMkLst>
            <pc:docMk/>
            <pc:sldMk cId="2234483959" sldId="294"/>
            <ac:grpSpMk id="25" creationId="{6B1B9D00-18D4-50B8-1384-FC64234BC4D1}"/>
          </ac:grpSpMkLst>
        </pc:grpChg>
        <pc:grpChg chg="mod">
          <ac:chgData name="Leônidas Müller de Oliveira" userId="5af9566427f0cd7a" providerId="LiveId" clId="{63CDD2CF-C7D9-4965-B160-CFE721B11DF5}" dt="2025-06-02T00:27:24.685" v="29"/>
          <ac:grpSpMkLst>
            <pc:docMk/>
            <pc:sldMk cId="2234483959" sldId="294"/>
            <ac:grpSpMk id="32" creationId="{263845DC-9147-B0C0-C139-F0F5990FF337}"/>
          </ac:grpSpMkLst>
        </pc:grp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2" creationId="{8F869417-4A21-657A-E2A9-B1148C00B2E4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3" creationId="{E6E71206-2BDE-0E85-4558-B5850AA4D52C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5" creationId="{C04257E2-6A6C-0673-F930-4BC780E4FEA9}"/>
          </ac:inkMkLst>
        </pc:inkChg>
        <pc:inkChg chg="add">
          <ac:chgData name="Leônidas Müller de Oliveira" userId="5af9566427f0cd7a" providerId="LiveId" clId="{63CDD2CF-C7D9-4965-B160-CFE721B11DF5}" dt="2025-06-02T00:26:52.076" v="5" actId="9405"/>
          <ac:inkMkLst>
            <pc:docMk/>
            <pc:sldMk cId="2234483959" sldId="294"/>
            <ac:inkMk id="7" creationId="{3D2D50C1-A7E2-B7FD-9EC2-D478F35F3A97}"/>
          </ac:inkMkLst>
        </pc:inkChg>
        <pc:inkChg chg="add">
          <ac:chgData name="Leônidas Müller de Oliveira" userId="5af9566427f0cd7a" providerId="LiveId" clId="{63CDD2CF-C7D9-4965-B160-CFE721B11DF5}" dt="2025-06-02T00:26:53.912" v="6" actId="9405"/>
          <ac:inkMkLst>
            <pc:docMk/>
            <pc:sldMk cId="2234483959" sldId="294"/>
            <ac:inkMk id="8" creationId="{4AB3944F-F14E-1287-2933-938D2C3E79A1}"/>
          </ac:inkMkLst>
        </pc:inkChg>
        <pc:inkChg chg="add">
          <ac:chgData name="Leônidas Müller de Oliveira" userId="5af9566427f0cd7a" providerId="LiveId" clId="{63CDD2CF-C7D9-4965-B160-CFE721B11DF5}" dt="2025-06-02T00:26:56.779" v="7" actId="9405"/>
          <ac:inkMkLst>
            <pc:docMk/>
            <pc:sldMk cId="2234483959" sldId="294"/>
            <ac:inkMk id="9" creationId="{595AB589-FB1A-D230-85B2-A88909E31485}"/>
          </ac:inkMkLst>
        </pc:inkChg>
        <pc:inkChg chg="add">
          <ac:chgData name="Leônidas Müller de Oliveira" userId="5af9566427f0cd7a" providerId="LiveId" clId="{63CDD2CF-C7D9-4965-B160-CFE721B11DF5}" dt="2025-06-02T00:27:00.952" v="8" actId="9405"/>
          <ac:inkMkLst>
            <pc:docMk/>
            <pc:sldMk cId="2234483959" sldId="294"/>
            <ac:inkMk id="11" creationId="{CFB078BD-4B21-38CC-5F6F-E60F901D86BA}"/>
          </ac:inkMkLst>
        </pc:inkChg>
        <pc:inkChg chg="add">
          <ac:chgData name="Leônidas Müller de Oliveira" userId="5af9566427f0cd7a" providerId="LiveId" clId="{63CDD2CF-C7D9-4965-B160-CFE721B11DF5}" dt="2025-06-02T00:27:02.086" v="9" actId="9405"/>
          <ac:inkMkLst>
            <pc:docMk/>
            <pc:sldMk cId="2234483959" sldId="294"/>
            <ac:inkMk id="12" creationId="{54077409-C3B0-A0C3-5B4B-A9673139F1A7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13" creationId="{BE77929D-AB5F-46CE-A37E-5F73DF64447B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14" creationId="{E48AFBCE-2B93-190C-1173-30E8C0ECBC44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16" creationId="{EA679BB3-1669-379B-F585-82E8D63B02E3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17" creationId="{364B7103-E403-A8ED-65B5-76602DE23088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18" creationId="{1D0A0A5D-877A-75CD-95C5-C217A9D0E901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19" creationId="{EDF1A3D0-CF9C-E95C-C6D6-5D09D9D49BEF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20" creationId="{A26A0613-FBE8-776E-4B91-8BACBF3B4985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21" creationId="{FC469653-813B-220A-58F2-D15CFD16A4B8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22" creationId="{127469BA-D2CE-6055-3562-4442A7910765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23" creationId="{BD237E6D-085E-17C5-A3F5-E8540A83DF24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24" creationId="{B59A37E8-8664-E60A-6AD7-A1E4DC9C1530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26" creationId="{306AAD0C-A811-42C9-5970-6FEE471B2382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27" creationId="{0DF20DD7-114F-305F-98E1-529EEF3357D5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28" creationId="{E07EDADC-F091-55ED-DA0F-1D361F84A275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29" creationId="{EB23ECF9-E96C-811E-250E-767C5D9230AD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30" creationId="{9C195142-F098-9A9F-F00C-53A9F47E2B97}"/>
          </ac:inkMkLst>
        </pc:inkChg>
        <pc:inkChg chg="add mod">
          <ac:chgData name="Leônidas Müller de Oliveira" userId="5af9566427f0cd7a" providerId="LiveId" clId="{63CDD2CF-C7D9-4965-B160-CFE721B11DF5}" dt="2025-06-02T00:27:24.685" v="29"/>
          <ac:inkMkLst>
            <pc:docMk/>
            <pc:sldMk cId="2234483959" sldId="294"/>
            <ac:inkMk id="31" creationId="{B5333271-CDF6-7644-E615-8F996FC9BE6F}"/>
          </ac:inkMkLst>
        </pc:inkChg>
      </pc:sldChg>
    </pc:docChg>
  </pc:docChgLst>
  <pc:docChgLst>
    <pc:chgData name="Leônidas Müller de Oliveira" userId="5af9566427f0cd7a" providerId="LiveId" clId="{3344669D-1940-4205-9E28-49C052E40417}"/>
    <pc:docChg chg="undo custSel addSld delSld modSld">
      <pc:chgData name="Leônidas Müller de Oliveira" userId="5af9566427f0cd7a" providerId="LiveId" clId="{3344669D-1940-4205-9E28-49C052E40417}" dt="2022-08-29T13:36:23.836" v="888" actId="20577"/>
      <pc:docMkLst>
        <pc:docMk/>
      </pc:docMkLst>
      <pc:sldChg chg="modSp mod">
        <pc:chgData name="Leônidas Müller de Oliveira" userId="5af9566427f0cd7a" providerId="LiveId" clId="{3344669D-1940-4205-9E28-49C052E40417}" dt="2022-08-29T13:36:23.836" v="888" actId="20577"/>
        <pc:sldMkLst>
          <pc:docMk/>
          <pc:sldMk cId="0" sldId="257"/>
        </pc:sldMkLst>
        <pc:spChg chg="mod">
          <ac:chgData name="Leônidas Müller de Oliveira" userId="5af9566427f0cd7a" providerId="LiveId" clId="{3344669D-1940-4205-9E28-49C052E40417}" dt="2022-08-29T13:36:23.836" v="888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3344669D-1940-4205-9E28-49C052E40417}" dt="2022-08-29T13:36:05.541" v="880" actId="20577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3344669D-1940-4205-9E28-49C052E40417}" dt="2022-08-29T13:35:26.249" v="761" actId="47"/>
        <pc:sldMkLst>
          <pc:docMk/>
          <pc:sldMk cId="0" sldId="262"/>
        </pc:sldMkLst>
      </pc:sldChg>
      <pc:sldChg chg="modSp mod">
        <pc:chgData name="Leônidas Müller de Oliveira" userId="5af9566427f0cd7a" providerId="LiveId" clId="{3344669D-1940-4205-9E28-49C052E40417}" dt="2022-08-29T13:35:55.274" v="877" actId="1076"/>
        <pc:sldMkLst>
          <pc:docMk/>
          <pc:sldMk cId="0" sldId="281"/>
        </pc:sldMkLst>
        <pc:spChg chg="mod">
          <ac:chgData name="Leônidas Müller de Oliveira" userId="5af9566427f0cd7a" providerId="LiveId" clId="{3344669D-1940-4205-9E28-49C052E40417}" dt="2022-08-29T13:35:55.274" v="877" actId="1076"/>
          <ac:spMkLst>
            <pc:docMk/>
            <pc:sldMk cId="0" sldId="281"/>
            <ac:spMk id="337" creationId="{00000000-0000-0000-0000-000000000000}"/>
          </ac:spMkLst>
        </pc:spChg>
      </pc:sldChg>
      <pc:sldChg chg="modSp mod">
        <pc:chgData name="Leônidas Müller de Oliveira" userId="5af9566427f0cd7a" providerId="LiveId" clId="{3344669D-1940-4205-9E28-49C052E40417}" dt="2022-08-29T13:33:58.853" v="679" actId="20577"/>
        <pc:sldMkLst>
          <pc:docMk/>
          <pc:sldMk cId="3187776213" sldId="282"/>
        </pc:sldMkLst>
        <pc:spChg chg="mod">
          <ac:chgData name="Leônidas Müller de Oliveira" userId="5af9566427f0cd7a" providerId="LiveId" clId="{3344669D-1940-4205-9E28-49C052E40417}" dt="2022-08-29T13:33:58.853" v="679" actId="20577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3344669D-1940-4205-9E28-49C052E40417}" dt="2022-08-29T13:31:59.383" v="566" actId="20577"/>
          <ac:spMkLst>
            <pc:docMk/>
            <pc:sldMk cId="3187776213" sldId="282"/>
            <ac:spMk id="10" creationId="{D7001BA3-CB80-4627-9BF8-F969EC7D3809}"/>
          </ac:spMkLst>
        </pc:spChg>
        <pc:spChg chg="mod">
          <ac:chgData name="Leônidas Müller de Oliveira" userId="5af9566427f0cd7a" providerId="LiveId" clId="{3344669D-1940-4205-9E28-49C052E40417}" dt="2022-08-29T13:17:41.730" v="70" actId="20577"/>
          <ac:spMkLst>
            <pc:docMk/>
            <pc:sldMk cId="3187776213" sldId="282"/>
            <ac:spMk id="11" creationId="{96FE473C-D562-44AA-8027-DF747996706D}"/>
          </ac:spMkLst>
        </pc:spChg>
      </pc:sldChg>
      <pc:sldChg chg="del">
        <pc:chgData name="Leônidas Müller de Oliveira" userId="5af9566427f0cd7a" providerId="LiveId" clId="{3344669D-1940-4205-9E28-49C052E40417}" dt="2022-08-29T13:35:25.554" v="760" actId="47"/>
        <pc:sldMkLst>
          <pc:docMk/>
          <pc:sldMk cId="2893859376" sldId="284"/>
        </pc:sldMkLst>
      </pc:sldChg>
      <pc:sldChg chg="modSp add mod">
        <pc:chgData name="Leônidas Müller de Oliveira" userId="5af9566427f0cd7a" providerId="LiveId" clId="{3344669D-1940-4205-9E28-49C052E40417}" dt="2022-08-29T13:34:25.586" v="759" actId="6549"/>
        <pc:sldMkLst>
          <pc:docMk/>
          <pc:sldMk cId="2510226186" sldId="285"/>
        </pc:sldMkLst>
        <pc:spChg chg="mod">
          <ac:chgData name="Leônidas Müller de Oliveira" userId="5af9566427f0cd7a" providerId="LiveId" clId="{3344669D-1940-4205-9E28-49C052E40417}" dt="2022-08-29T13:34:25.586" v="759" actId="6549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3344669D-1940-4205-9E28-49C052E40417}" dt="2022-08-29T13:33:16.882" v="606" actId="20577"/>
          <ac:spMkLst>
            <pc:docMk/>
            <pc:sldMk cId="2510226186" sldId="285"/>
            <ac:spMk id="10" creationId="{D7001BA3-CB80-4627-9BF8-F969EC7D3809}"/>
          </ac:spMkLst>
        </pc:spChg>
      </pc:sldChg>
      <pc:sldChg chg="modSp add mod">
        <pc:chgData name="Leônidas Müller de Oliveira" userId="5af9566427f0cd7a" providerId="LiveId" clId="{3344669D-1940-4205-9E28-49C052E40417}" dt="2022-08-29T13:33:11.399" v="594" actId="20577"/>
        <pc:sldMkLst>
          <pc:docMk/>
          <pc:sldMk cId="3008501193" sldId="286"/>
        </pc:sldMkLst>
        <pc:spChg chg="mod">
          <ac:chgData name="Leônidas Müller de Oliveira" userId="5af9566427f0cd7a" providerId="LiveId" clId="{3344669D-1940-4205-9E28-49C052E40417}" dt="2022-08-29T13:33:11.399" v="594" actId="20577"/>
          <ac:spMkLst>
            <pc:docMk/>
            <pc:sldMk cId="3008501193" sldId="286"/>
            <ac:spMk id="10" creationId="{D7001BA3-CB80-4627-9BF8-F969EC7D3809}"/>
          </ac:spMkLst>
        </pc:spChg>
      </pc:sldChg>
    </pc:docChg>
  </pc:docChgLst>
  <pc:docChgLst>
    <pc:chgData name="Leônidas Müller de Oliveira" userId="5af9566427f0cd7a" providerId="LiveId" clId="{99B5FB97-F5DC-4A1A-835E-2BEDE9C73D50}"/>
    <pc:docChg chg="undo redo custSel addSld delSld modSld sldOrd">
      <pc:chgData name="Leônidas Müller de Oliveira" userId="5af9566427f0cd7a" providerId="LiveId" clId="{99B5FB97-F5DC-4A1A-835E-2BEDE9C73D50}" dt="2021-01-15T00:43:49.650" v="1943" actId="404"/>
      <pc:docMkLst>
        <pc:docMk/>
      </pc:docMkLst>
      <pc:sldChg chg="del">
        <pc:chgData name="Leônidas Müller de Oliveira" userId="5af9566427f0cd7a" providerId="LiveId" clId="{99B5FB97-F5DC-4A1A-835E-2BEDE9C73D50}" dt="2021-01-14T19:52:17.807" v="0" actId="47"/>
        <pc:sldMkLst>
          <pc:docMk/>
          <pc:sldMk cId="0" sldId="256"/>
        </pc:sldMkLst>
      </pc:sldChg>
      <pc:sldChg chg="modSp mod">
        <pc:chgData name="Leônidas Müller de Oliveira" userId="5af9566427f0cd7a" providerId="LiveId" clId="{99B5FB97-F5DC-4A1A-835E-2BEDE9C73D50}" dt="2021-01-14T19:53:04.853" v="67" actId="20577"/>
        <pc:sldMkLst>
          <pc:docMk/>
          <pc:sldMk cId="0" sldId="257"/>
        </pc:sldMkLst>
        <pc:spChg chg="mod">
          <ac:chgData name="Leônidas Müller de Oliveira" userId="5af9566427f0cd7a" providerId="LiveId" clId="{99B5FB97-F5DC-4A1A-835E-2BEDE9C73D50}" dt="2021-01-14T19:53:04.853" v="67" actId="20577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11:32.150" v="249" actId="1076"/>
        <pc:sldMkLst>
          <pc:docMk/>
          <pc:sldMk cId="0" sldId="258"/>
        </pc:sldMkLst>
        <pc:spChg chg="mod">
          <ac:chgData name="Leônidas Müller de Oliveira" userId="5af9566427f0cd7a" providerId="LiveId" clId="{99B5FB97-F5DC-4A1A-835E-2BEDE9C73D50}" dt="2021-01-14T20:10:22.352" v="226" actId="107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1:32.150" v="249" actId="1076"/>
          <ac:spMkLst>
            <pc:docMk/>
            <pc:sldMk cId="0" sldId="258"/>
            <ac:spMk id="75" creationId="{00000000-0000-0000-0000-000000000000}"/>
          </ac:spMkLst>
        </pc:spChg>
        <pc:spChg chg="del mod">
          <ac:chgData name="Leônidas Müller de Oliveira" userId="5af9566427f0cd7a" providerId="LiveId" clId="{99B5FB97-F5DC-4A1A-835E-2BEDE9C73D50}" dt="2021-01-14T20:11:17.604" v="247" actId="478"/>
          <ac:spMkLst>
            <pc:docMk/>
            <pc:sldMk cId="0" sldId="258"/>
            <ac:spMk id="76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0:10:47.936" v="238"/>
          <ac:picMkLst>
            <pc:docMk/>
            <pc:sldMk cId="0" sldId="258"/>
            <ac:picMk id="3" creationId="{A7C512AF-C8E4-4391-BD5A-B28620A85C63}"/>
          </ac:picMkLst>
        </pc:picChg>
        <pc:picChg chg="add del mod">
          <ac:chgData name="Leônidas Müller de Oliveira" userId="5af9566427f0cd7a" providerId="LiveId" clId="{99B5FB97-F5DC-4A1A-835E-2BEDE9C73D50}" dt="2021-01-14T20:11:29.170" v="248" actId="1076"/>
          <ac:picMkLst>
            <pc:docMk/>
            <pc:sldMk cId="0" sldId="258"/>
            <ac:picMk id="74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0:19:09.633" v="853" actId="14100"/>
        <pc:sldMkLst>
          <pc:docMk/>
          <pc:sldMk cId="0" sldId="263"/>
        </pc:sldMkLst>
        <pc:spChg chg="mod">
          <ac:chgData name="Leônidas Müller de Oliveira" userId="5af9566427f0cd7a" providerId="LiveId" clId="{99B5FB97-F5DC-4A1A-835E-2BEDE9C73D50}" dt="2021-01-14T20:18:24.436" v="831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9:09.633" v="853" actId="14100"/>
          <ac:spMkLst>
            <pc:docMk/>
            <pc:sldMk cId="0" sldId="263"/>
            <ac:spMk id="150" creationId="{00000000-0000-0000-0000-000000000000}"/>
          </ac:spMkLst>
        </pc:spChg>
        <pc:graphicFrameChg chg="add del mod">
          <ac:chgData name="Leônidas Müller de Oliveira" userId="5af9566427f0cd7a" providerId="LiveId" clId="{99B5FB97-F5DC-4A1A-835E-2BEDE9C73D50}" dt="2021-01-14T20:16:50.407" v="599"/>
          <ac:graphicFrameMkLst>
            <pc:docMk/>
            <pc:sldMk cId="0" sldId="263"/>
            <ac:graphicFrameMk id="4" creationId="{5931776F-8200-4FB8-A578-528B94DC3823}"/>
          </ac:graphicFrameMkLst>
        </pc:graphicFrameChg>
        <pc:graphicFrameChg chg="add del mod modGraphic">
          <ac:chgData name="Leônidas Müller de Oliveira" userId="5af9566427f0cd7a" providerId="LiveId" clId="{99B5FB97-F5DC-4A1A-835E-2BEDE9C73D50}" dt="2021-01-14T20:16:58.709" v="606"/>
          <ac:graphicFrameMkLst>
            <pc:docMk/>
            <pc:sldMk cId="0" sldId="263"/>
            <ac:graphicFrameMk id="7" creationId="{A6DBB466-63DC-4B37-8D82-185572369FDA}"/>
          </ac:graphicFrameMkLst>
        </pc:graphicFrameChg>
        <pc:picChg chg="add del">
          <ac:chgData name="Leônidas Müller de Oliveira" userId="5af9566427f0cd7a" providerId="LiveId" clId="{99B5FB97-F5DC-4A1A-835E-2BEDE9C73D50}" dt="2021-01-14T20:17:00.895" v="610" actId="478"/>
          <ac:picMkLst>
            <pc:docMk/>
            <pc:sldMk cId="0" sldId="263"/>
            <ac:picMk id="3" creationId="{47F13F26-6EAC-4204-B198-92DD9E43F8FB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25:39.094" v="1426" actId="20577"/>
        <pc:sldMkLst>
          <pc:docMk/>
          <pc:sldMk cId="0" sldId="264"/>
        </pc:sldMkLst>
        <pc:spChg chg="mod">
          <ac:chgData name="Leônidas Müller de Oliveira" userId="5af9566427f0cd7a" providerId="LiveId" clId="{99B5FB97-F5DC-4A1A-835E-2BEDE9C73D50}" dt="2021-01-14T19:58:26.135" v="136" actId="1076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5:39.094" v="1426" actId="20577"/>
          <ac:spMkLst>
            <pc:docMk/>
            <pc:sldMk cId="0" sldId="264"/>
            <ac:spMk id="158" creationId="{00000000-0000-0000-0000-000000000000}"/>
          </ac:spMkLst>
        </pc:spChg>
        <pc:picChg chg="add mod ord">
          <ac:chgData name="Leônidas Müller de Oliveira" userId="5af9566427f0cd7a" providerId="LiveId" clId="{99B5FB97-F5DC-4A1A-835E-2BEDE9C73D50}" dt="2021-01-14T20:00:43.040" v="153" actId="1076"/>
          <ac:picMkLst>
            <pc:docMk/>
            <pc:sldMk cId="0" sldId="264"/>
            <ac:picMk id="7" creationId="{90A7E0AD-ABBC-4E3A-95FB-0F31B77E3FD6}"/>
          </ac:picMkLst>
        </pc:picChg>
        <pc:picChg chg="del">
          <ac:chgData name="Leônidas Müller de Oliveira" userId="5af9566427f0cd7a" providerId="LiveId" clId="{99B5FB97-F5DC-4A1A-835E-2BEDE9C73D50}" dt="2021-01-14T20:00:02.168" v="141" actId="478"/>
          <ac:picMkLst>
            <pc:docMk/>
            <pc:sldMk cId="0" sldId="264"/>
            <ac:picMk id="159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40:48.137" v="1635" actId="207"/>
        <pc:sldMkLst>
          <pc:docMk/>
          <pc:sldMk cId="0" sldId="266"/>
        </pc:sldMkLst>
        <pc:spChg chg="add del mod ord">
          <ac:chgData name="Leônidas Müller de Oliveira" userId="5af9566427f0cd7a" providerId="LiveId" clId="{99B5FB97-F5DC-4A1A-835E-2BEDE9C73D50}" dt="2021-01-14T21:17:27.032" v="1348" actId="478"/>
          <ac:spMkLst>
            <pc:docMk/>
            <pc:sldMk cId="0" sldId="266"/>
            <ac:spMk id="4" creationId="{500E4E54-8138-49DF-9C49-E5A64A0AB594}"/>
          </ac:spMkLst>
        </pc:spChg>
        <pc:spChg chg="mod">
          <ac:chgData name="Leônidas Müller de Oliveira" userId="5af9566427f0cd7a" providerId="LiveId" clId="{99B5FB97-F5DC-4A1A-835E-2BEDE9C73D50}" dt="2021-01-14T21:40:48.137" v="1635" actId="207"/>
          <ac:spMkLst>
            <pc:docMk/>
            <pc:sldMk cId="0" sldId="266"/>
            <ac:spMk id="7" creationId="{7C21F359-349F-4011-A06B-88E613DE1D62}"/>
          </ac:spMkLst>
        </pc:spChg>
        <pc:spChg chg="mod ord">
          <ac:chgData name="Leônidas Müller de Oliveira" userId="5af9566427f0cd7a" providerId="LiveId" clId="{99B5FB97-F5DC-4A1A-835E-2BEDE9C73D50}" dt="2021-01-14T21:40:40.464" v="1633" actId="207"/>
          <ac:spMkLst>
            <pc:docMk/>
            <pc:sldMk cId="0" sldId="266"/>
            <ac:spMk id="175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1:40:40.807" v="1634" actId="478"/>
          <ac:picMkLst>
            <pc:docMk/>
            <pc:sldMk cId="0" sldId="266"/>
            <ac:picMk id="3" creationId="{D49D602C-14D4-4255-96F6-879127A2D5F7}"/>
          </ac:picMkLst>
        </pc:picChg>
        <pc:picChg chg="del">
          <ac:chgData name="Leônidas Müller de Oliveira" userId="5af9566427f0cd7a" providerId="LiveId" clId="{99B5FB97-F5DC-4A1A-835E-2BEDE9C73D50}" dt="2021-01-14T21:14:36.956" v="950" actId="478"/>
          <ac:picMkLst>
            <pc:docMk/>
            <pc:sldMk cId="0" sldId="266"/>
            <ac:picMk id="177" creationId="{00000000-0000-0000-0000-000000000000}"/>
          </ac:picMkLst>
        </pc:picChg>
      </pc:sldChg>
      <pc:sldChg chg="addSp delSp modSp mod ord">
        <pc:chgData name="Leônidas Müller de Oliveira" userId="5af9566427f0cd7a" providerId="LiveId" clId="{99B5FB97-F5DC-4A1A-835E-2BEDE9C73D50}" dt="2021-01-14T21:40:01.744" v="1630"/>
        <pc:sldMkLst>
          <pc:docMk/>
          <pc:sldMk cId="0" sldId="267"/>
        </pc:sldMkLst>
        <pc:spChg chg="mod">
          <ac:chgData name="Leônidas Müller de Oliveira" userId="5af9566427f0cd7a" providerId="LiveId" clId="{99B5FB97-F5DC-4A1A-835E-2BEDE9C73D50}" dt="2021-01-14T21:25:21.864" v="1424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8:48.041" v="1484" actId="20577"/>
          <ac:spMkLst>
            <pc:docMk/>
            <pc:sldMk cId="0" sldId="267"/>
            <ac:spMk id="185" creationId="{00000000-0000-0000-0000-000000000000}"/>
          </ac:spMkLst>
        </pc:spChg>
        <pc:graphicFrameChg chg="add del mod modGraphic">
          <ac:chgData name="Leônidas Müller de Oliveira" userId="5af9566427f0cd7a" providerId="LiveId" clId="{99B5FB97-F5DC-4A1A-835E-2BEDE9C73D50}" dt="2021-01-14T21:27:43.946" v="1457" actId="478"/>
          <ac:graphicFrameMkLst>
            <pc:docMk/>
            <pc:sldMk cId="0" sldId="267"/>
            <ac:graphicFrameMk id="7" creationId="{EFC88FB5-6C5C-42B5-B314-E0451597991C}"/>
          </ac:graphicFrameMkLst>
        </pc:graphicFrameChg>
        <pc:picChg chg="add mod">
          <ac:chgData name="Leônidas Müller de Oliveira" userId="5af9566427f0cd7a" providerId="LiveId" clId="{99B5FB97-F5DC-4A1A-835E-2BEDE9C73D50}" dt="2021-01-14T21:28:28.025" v="1463" actId="1076"/>
          <ac:picMkLst>
            <pc:docMk/>
            <pc:sldMk cId="0" sldId="267"/>
            <ac:picMk id="3" creationId="{A3581759-E91F-498F-8593-5AB5BE2A7D7F}"/>
          </ac:picMkLst>
        </pc:picChg>
        <pc:picChg chg="add mod">
          <ac:chgData name="Leônidas Müller de Oliveira" userId="5af9566427f0cd7a" providerId="LiveId" clId="{99B5FB97-F5DC-4A1A-835E-2BEDE9C73D50}" dt="2021-01-14T21:28:25.604" v="1462" actId="1076"/>
          <ac:picMkLst>
            <pc:docMk/>
            <pc:sldMk cId="0" sldId="267"/>
            <ac:picMk id="5" creationId="{BCAE28CB-178C-4B12-AD6E-43FE3D206AB9}"/>
          </ac:picMkLst>
        </pc:picChg>
        <pc:picChg chg="del">
          <ac:chgData name="Leônidas Müller de Oliveira" userId="5af9566427f0cd7a" providerId="LiveId" clId="{99B5FB97-F5DC-4A1A-835E-2BEDE9C73D50}" dt="2021-01-14T21:25:56.547" v="1436" actId="478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2:17:31.331" v="1715" actId="20577"/>
        <pc:sldMkLst>
          <pc:docMk/>
          <pc:sldMk cId="0" sldId="268"/>
        </pc:sldMkLst>
        <pc:spChg chg="mod">
          <ac:chgData name="Leônidas Müller de Oliveira" userId="5af9566427f0cd7a" providerId="LiveId" clId="{99B5FB97-F5DC-4A1A-835E-2BEDE9C73D50}" dt="2021-01-14T22:17:31.331" v="1715" actId="20577"/>
          <ac:spMkLst>
            <pc:docMk/>
            <pc:sldMk cId="0" sldId="268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14:09.741" v="1696" actId="14100"/>
          <ac:spMkLst>
            <pc:docMk/>
            <pc:sldMk cId="0" sldId="268"/>
            <ac:spMk id="192" creationId="{00000000-0000-0000-0000-000000000000}"/>
          </ac:spMkLst>
        </pc:spChg>
        <pc:picChg chg="add mod modCrop">
          <ac:chgData name="Leônidas Müller de Oliveira" userId="5af9566427f0cd7a" providerId="LiveId" clId="{99B5FB97-F5DC-4A1A-835E-2BEDE9C73D50}" dt="2021-01-14T22:15:43.970" v="1703" actId="732"/>
          <ac:picMkLst>
            <pc:docMk/>
            <pc:sldMk cId="0" sldId="268"/>
            <ac:picMk id="3" creationId="{9870FD2D-CF8E-48D3-958F-89FC769B6EC7}"/>
          </ac:picMkLst>
        </pc:picChg>
        <pc:picChg chg="del">
          <ac:chgData name="Leônidas Müller de Oliveira" userId="5af9566427f0cd7a" providerId="LiveId" clId="{99B5FB97-F5DC-4A1A-835E-2BEDE9C73D50}" dt="2021-01-14T22:15:26.606" v="1698" actId="478"/>
          <ac:picMkLst>
            <pc:docMk/>
            <pc:sldMk cId="0" sldId="268"/>
            <ac:picMk id="199" creationId="{00000000-0000-0000-0000-000000000000}"/>
          </ac:picMkLst>
        </pc:picChg>
      </pc:sldChg>
      <pc:sldChg chg="del">
        <pc:chgData name="Leônidas Müller de Oliveira" userId="5af9566427f0cd7a" providerId="LiveId" clId="{99B5FB97-F5DC-4A1A-835E-2BEDE9C73D50}" dt="2021-01-14T22:28:12.318" v="1741" actId="47"/>
        <pc:sldMkLst>
          <pc:docMk/>
          <pc:sldMk cId="0" sldId="270"/>
        </pc:sldMkLst>
      </pc:sldChg>
      <pc:sldChg chg="addSp delSp modSp mod">
        <pc:chgData name="Leônidas Müller de Oliveira" userId="5af9566427f0cd7a" providerId="LiveId" clId="{99B5FB97-F5DC-4A1A-835E-2BEDE9C73D50}" dt="2021-01-14T22:38:16.033" v="1938" actId="27614"/>
        <pc:sldMkLst>
          <pc:docMk/>
          <pc:sldMk cId="0" sldId="271"/>
        </pc:sldMkLst>
        <pc:picChg chg="del">
          <ac:chgData name="Leônidas Müller de Oliveira" userId="5af9566427f0cd7a" providerId="LiveId" clId="{99B5FB97-F5DC-4A1A-835E-2BEDE9C73D50}" dt="2021-01-14T22:38:06.849" v="1934" actId="478"/>
          <ac:picMkLst>
            <pc:docMk/>
            <pc:sldMk cId="0" sldId="271"/>
            <ac:picMk id="3" creationId="{36E3D016-5FC1-4823-80C4-550D12960490}"/>
          </ac:picMkLst>
        </pc:picChg>
        <pc:picChg chg="add mod">
          <ac:chgData name="Leônidas Müller de Oliveira" userId="5af9566427f0cd7a" providerId="LiveId" clId="{99B5FB97-F5DC-4A1A-835E-2BEDE9C73D50}" dt="2021-01-14T22:38:16.033" v="1938" actId="27614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9B5FB97-F5DC-4A1A-835E-2BEDE9C73D50}" dt="2021-01-14T22:37:51.851" v="1933" actId="20577"/>
        <pc:sldMkLst>
          <pc:docMk/>
          <pc:sldMk cId="0" sldId="272"/>
        </pc:sldMkLst>
        <pc:spChg chg="mod">
          <ac:chgData name="Leônidas Müller de Oliveira" userId="5af9566427f0cd7a" providerId="LiveId" clId="{99B5FB97-F5DC-4A1A-835E-2BEDE9C73D50}" dt="2021-01-14T22:37:51.851" v="1933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9B5FB97-F5DC-4A1A-835E-2BEDE9C73D50}" dt="2021-01-14T22:34:48.645" v="1837" actId="20577"/>
        <pc:sldMkLst>
          <pc:docMk/>
          <pc:sldMk cId="0" sldId="274"/>
        </pc:sldMkLst>
        <pc:spChg chg="mod">
          <ac:chgData name="Leônidas Müller de Oliveira" userId="5af9566427f0cd7a" providerId="LiveId" clId="{99B5FB97-F5DC-4A1A-835E-2BEDE9C73D50}" dt="2021-01-14T22:34:48.645" v="1837" actId="20577"/>
          <ac:spMkLst>
            <pc:docMk/>
            <pc:sldMk cId="0" sldId="274"/>
            <ac:spMk id="251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06:52.311" v="219" actId="1076"/>
        <pc:sldMkLst>
          <pc:docMk/>
          <pc:sldMk cId="569711459" sldId="283"/>
        </pc:sldMkLst>
        <pc:spChg chg="mod">
          <ac:chgData name="Leônidas Müller de Oliveira" userId="5af9566427f0cd7a" providerId="LiveId" clId="{99B5FB97-F5DC-4A1A-835E-2BEDE9C73D50}" dt="2021-01-14T20:06:52.311" v="219" actId="1076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06:49.824" v="218" actId="1076"/>
          <ac:spMkLst>
            <pc:docMk/>
            <pc:sldMk cId="569711459" sldId="283"/>
            <ac:spMk id="158" creationId="{00000000-0000-0000-0000-000000000000}"/>
          </ac:spMkLst>
        </pc:spChg>
        <pc:picChg chg="add mod ord modCrop">
          <ac:chgData name="Leônidas Müller de Oliveira" userId="5af9566427f0cd7a" providerId="LiveId" clId="{99B5FB97-F5DC-4A1A-835E-2BEDE9C73D50}" dt="2021-01-14T20:06:45.617" v="217" actId="732"/>
          <ac:picMkLst>
            <pc:docMk/>
            <pc:sldMk cId="569711459" sldId="283"/>
            <ac:picMk id="3" creationId="{0B16C248-20F0-4681-BB6D-DF1ECBE7D16D}"/>
          </ac:picMkLst>
        </pc:picChg>
        <pc:picChg chg="del">
          <ac:chgData name="Leônidas Müller de Oliveira" userId="5af9566427f0cd7a" providerId="LiveId" clId="{99B5FB97-F5DC-4A1A-835E-2BEDE9C73D50}" dt="2021-01-14T20:04:43.581" v="190" actId="478"/>
          <ac:picMkLst>
            <pc:docMk/>
            <pc:sldMk cId="569711459" sldId="283"/>
            <ac:picMk id="159" creationId="{00000000-0000-0000-0000-000000000000}"/>
          </ac:picMkLst>
        </pc:picChg>
      </pc:sldChg>
      <pc:sldChg chg="addSp delSp mod">
        <pc:chgData name="Leônidas Müller de Oliveira" userId="5af9566427f0cd7a" providerId="LiveId" clId="{99B5FB97-F5DC-4A1A-835E-2BEDE9C73D50}" dt="2021-01-14T22:29:13.694" v="1743" actId="22"/>
        <pc:sldMkLst>
          <pc:docMk/>
          <pc:sldMk cId="2813838532" sldId="285"/>
        </pc:sldMkLst>
        <pc:spChg chg="add del">
          <ac:chgData name="Leônidas Müller de Oliveira" userId="5af9566427f0cd7a" providerId="LiveId" clId="{99B5FB97-F5DC-4A1A-835E-2BEDE9C73D50}" dt="2021-01-14T22:29:13.694" v="1743" actId="22"/>
          <ac:spMkLst>
            <pc:docMk/>
            <pc:sldMk cId="2813838532" sldId="285"/>
            <ac:spMk id="7" creationId="{DFE51710-7109-42A0-9BE8-584CF37F6655}"/>
          </ac:spMkLst>
        </pc:spChg>
      </pc:sldChg>
      <pc:sldChg chg="addSp delSp modSp mod">
        <pc:chgData name="Leônidas Müller de Oliveira" userId="5af9566427f0cd7a" providerId="LiveId" clId="{99B5FB97-F5DC-4A1A-835E-2BEDE9C73D50}" dt="2021-01-14T19:52:50.301" v="16" actId="14100"/>
        <pc:sldMkLst>
          <pc:docMk/>
          <pc:sldMk cId="2491790395" sldId="291"/>
        </pc:sldMkLst>
        <pc:spChg chg="del mod">
          <ac:chgData name="Leônidas Müller de Oliveira" userId="5af9566427f0cd7a" providerId="LiveId" clId="{99B5FB97-F5DC-4A1A-835E-2BEDE9C73D50}" dt="2021-01-14T19:52:33.223" v="8" actId="478"/>
          <ac:spMkLst>
            <pc:docMk/>
            <pc:sldMk cId="2491790395" sldId="291"/>
            <ac:spMk id="55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5.790" v="9" actId="478"/>
          <ac:spMkLst>
            <pc:docMk/>
            <pc:sldMk cId="2491790395" sldId="291"/>
            <ac:spMk id="56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6.639" v="10" actId="478"/>
          <ac:spMkLst>
            <pc:docMk/>
            <pc:sldMk cId="2491790395" sldId="291"/>
            <ac:spMk id="57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7.663" v="11" actId="478"/>
          <ac:spMkLst>
            <pc:docMk/>
            <pc:sldMk cId="2491790395" sldId="291"/>
            <ac:spMk id="58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19:52:50.301" v="16" actId="14100"/>
          <ac:picMkLst>
            <pc:docMk/>
            <pc:sldMk cId="2491790395" sldId="291"/>
            <ac:picMk id="3" creationId="{658F5653-86D8-46D9-A4A1-46BDFF7889AA}"/>
          </ac:picMkLst>
        </pc:picChg>
        <pc:picChg chg="del">
          <ac:chgData name="Leônidas Müller de Oliveira" userId="5af9566427f0cd7a" providerId="LiveId" clId="{99B5FB97-F5DC-4A1A-835E-2BEDE9C73D50}" dt="2021-01-14T19:52:30.036" v="5" actId="478"/>
          <ac:picMkLst>
            <pc:docMk/>
            <pc:sldMk cId="2491790395" sldId="291"/>
            <ac:picMk id="59" creationId="{00000000-0000-0000-0000-000000000000}"/>
          </ac:picMkLst>
        </pc:picChg>
      </pc:sldChg>
      <pc:sldChg chg="modSp add mod ord">
        <pc:chgData name="Leônidas Müller de Oliveira" userId="5af9566427f0cd7a" providerId="LiveId" clId="{99B5FB97-F5DC-4A1A-835E-2BEDE9C73D50}" dt="2021-01-14T21:38:39.863" v="1617" actId="20577"/>
        <pc:sldMkLst>
          <pc:docMk/>
          <pc:sldMk cId="2768986171" sldId="292"/>
        </pc:sldMkLst>
        <pc:spChg chg="mod">
          <ac:chgData name="Leônidas Müller de Oliveira" userId="5af9566427f0cd7a" providerId="LiveId" clId="{99B5FB97-F5DC-4A1A-835E-2BEDE9C73D50}" dt="2021-01-14T21:29:28.978" v="1502" actId="20577"/>
          <ac:spMkLst>
            <pc:docMk/>
            <pc:sldMk cId="2768986171" sldId="292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38:39.863" v="1617" actId="20577"/>
          <ac:spMkLst>
            <pc:docMk/>
            <pc:sldMk cId="2768986171" sldId="292"/>
            <ac:spMk id="150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9B5FB97-F5DC-4A1A-835E-2BEDE9C73D50}" dt="2021-01-14T22:33:56.130" v="1832" actId="1076"/>
        <pc:sldMkLst>
          <pc:docMk/>
          <pc:sldMk cId="641020710" sldId="293"/>
        </pc:sldMkLst>
        <pc:spChg chg="mod">
          <ac:chgData name="Leônidas Müller de Oliveira" userId="5af9566427f0cd7a" providerId="LiveId" clId="{99B5FB97-F5DC-4A1A-835E-2BEDE9C73D50}" dt="2021-01-14T22:33:56.130" v="1832" actId="1076"/>
          <ac:spMkLst>
            <pc:docMk/>
            <pc:sldMk cId="641020710" sldId="293"/>
            <ac:spMk id="149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21:39:18.816" v="1620" actId="478"/>
          <ac:spMkLst>
            <pc:docMk/>
            <pc:sldMk cId="641020710" sldId="293"/>
            <ac:spMk id="150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21:39:27.150" v="1622" actId="1076"/>
          <ac:picMkLst>
            <pc:docMk/>
            <pc:sldMk cId="641020710" sldId="293"/>
            <ac:picMk id="3" creationId="{43C7CA9F-4D7F-40D4-9CF3-42842C6D2555}"/>
          </ac:picMkLst>
        </pc:picChg>
      </pc:sldChg>
      <pc:sldChg chg="addSp delSp modSp add mod">
        <pc:chgData name="Leônidas Müller de Oliveira" userId="5af9566427f0cd7a" providerId="LiveId" clId="{99B5FB97-F5DC-4A1A-835E-2BEDE9C73D50}" dt="2021-01-14T21:39:42.439" v="1626" actId="1076"/>
        <pc:sldMkLst>
          <pc:docMk/>
          <pc:sldMk cId="2522898300" sldId="294"/>
        </pc:sldMkLst>
        <pc:picChg chg="del">
          <ac:chgData name="Leônidas Müller de Oliveira" userId="5af9566427f0cd7a" providerId="LiveId" clId="{99B5FB97-F5DC-4A1A-835E-2BEDE9C73D50}" dt="2021-01-14T21:39:39.174" v="1624" actId="478"/>
          <ac:picMkLst>
            <pc:docMk/>
            <pc:sldMk cId="2522898300" sldId="294"/>
            <ac:picMk id="3" creationId="{43C7CA9F-4D7F-40D4-9CF3-42842C6D2555}"/>
          </ac:picMkLst>
        </pc:picChg>
        <pc:picChg chg="add mod">
          <ac:chgData name="Leônidas Müller de Oliveira" userId="5af9566427f0cd7a" providerId="LiveId" clId="{99B5FB97-F5DC-4A1A-835E-2BEDE9C73D50}" dt="2021-01-14T21:39:42.439" v="1626" actId="1076"/>
          <ac:picMkLst>
            <pc:docMk/>
            <pc:sldMk cId="2522898300" sldId="294"/>
            <ac:picMk id="4" creationId="{3E9ACBE4-4B8C-4A91-B0EF-68C850A4363B}"/>
          </ac:picMkLst>
        </pc:picChg>
      </pc:sldChg>
      <pc:sldChg chg="add del">
        <pc:chgData name="Leônidas Müller de Oliveira" userId="5af9566427f0cd7a" providerId="LiveId" clId="{99B5FB97-F5DC-4A1A-835E-2BEDE9C73D50}" dt="2021-01-14T21:39:13.551" v="1619" actId="47"/>
        <pc:sldMkLst>
          <pc:docMk/>
          <pc:sldMk cId="3215363960" sldId="294"/>
        </pc:sldMkLst>
      </pc:sldChg>
      <pc:sldChg chg="modSp add mod">
        <pc:chgData name="Leônidas Müller de Oliveira" userId="5af9566427f0cd7a" providerId="LiveId" clId="{99B5FB97-F5DC-4A1A-835E-2BEDE9C73D50}" dt="2021-01-14T21:47:30.166" v="1647"/>
        <pc:sldMkLst>
          <pc:docMk/>
          <pc:sldMk cId="1695839730" sldId="295"/>
        </pc:sldMkLst>
        <pc:spChg chg="mod">
          <ac:chgData name="Leônidas Müller de Oliveira" userId="5af9566427f0cd7a" providerId="LiveId" clId="{99B5FB97-F5DC-4A1A-835E-2BEDE9C73D50}" dt="2021-01-14T21:46:43.967" v="1645" actId="20577"/>
          <ac:spMkLst>
            <pc:docMk/>
            <pc:sldMk cId="1695839730" sldId="295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47:30.166" v="1647"/>
          <ac:spMkLst>
            <pc:docMk/>
            <pc:sldMk cId="1695839730" sldId="295"/>
            <ac:spMk id="150" creationId="{00000000-0000-0000-0000-000000000000}"/>
          </ac:spMkLst>
        </pc:spChg>
      </pc:sldChg>
      <pc:sldChg chg="add del">
        <pc:chgData name="Leônidas Müller de Oliveira" userId="5af9566427f0cd7a" providerId="LiveId" clId="{99B5FB97-F5DC-4A1A-835E-2BEDE9C73D50}" dt="2021-01-14T21:39:52.228" v="1628" actId="47"/>
        <pc:sldMkLst>
          <pc:docMk/>
          <pc:sldMk cId="4176864734" sldId="295"/>
        </pc:sldMkLst>
      </pc:sldChg>
      <pc:sldChg chg="addSp delSp modSp add mod">
        <pc:chgData name="Leônidas Müller de Oliveira" userId="5af9566427f0cd7a" providerId="LiveId" clId="{99B5FB97-F5DC-4A1A-835E-2BEDE9C73D50}" dt="2021-01-15T00:43:49.650" v="1943" actId="404"/>
        <pc:sldMkLst>
          <pc:docMk/>
          <pc:sldMk cId="743515703" sldId="296"/>
        </pc:sldMkLst>
        <pc:spChg chg="add mod">
          <ac:chgData name="Leônidas Müller de Oliveira" userId="5af9566427f0cd7a" providerId="LiveId" clId="{99B5FB97-F5DC-4A1A-835E-2BEDE9C73D50}" dt="2021-01-15T00:43:49.650" v="1943" actId="404"/>
          <ac:spMkLst>
            <pc:docMk/>
            <pc:sldMk cId="743515703" sldId="296"/>
            <ac:spMk id="7" creationId="{B2EE7E5E-D745-49FA-B73E-1F2A716F59A9}"/>
          </ac:spMkLst>
        </pc:spChg>
        <pc:spChg chg="del">
          <ac:chgData name="Leônidas Müller de Oliveira" userId="5af9566427f0cd7a" providerId="LiveId" clId="{99B5FB97-F5DC-4A1A-835E-2BEDE9C73D50}" dt="2021-01-14T22:20:41.338" v="1718" actId="478"/>
          <ac:spMkLst>
            <pc:docMk/>
            <pc:sldMk cId="743515703" sldId="296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21:43.115" v="1735" actId="1076"/>
          <ac:spMkLst>
            <pc:docMk/>
            <pc:sldMk cId="743515703" sldId="296"/>
            <ac:spMk id="192" creationId="{00000000-0000-0000-0000-000000000000}"/>
          </ac:spMkLst>
        </pc:spChg>
        <pc:graphicFrameChg chg="add mod modGraphic">
          <ac:chgData name="Leônidas Müller de Oliveira" userId="5af9566427f0cd7a" providerId="LiveId" clId="{99B5FB97-F5DC-4A1A-835E-2BEDE9C73D50}" dt="2021-01-14T22:35:01.267" v="1839" actId="20577"/>
          <ac:graphicFrameMkLst>
            <pc:docMk/>
            <pc:sldMk cId="743515703" sldId="296"/>
            <ac:graphicFrameMk id="6" creationId="{2A29F61D-FCF4-4D75-8EAF-9026151CEEF2}"/>
          </ac:graphicFrameMkLst>
        </pc:graphicFrameChg>
        <pc:picChg chg="del">
          <ac:chgData name="Leônidas Müller de Oliveira" userId="5af9566427f0cd7a" providerId="LiveId" clId="{99B5FB97-F5DC-4A1A-835E-2BEDE9C73D50}" dt="2021-01-14T22:20:39.446" v="1717" actId="478"/>
          <ac:picMkLst>
            <pc:docMk/>
            <pc:sldMk cId="743515703" sldId="296"/>
            <ac:picMk id="3" creationId="{9870FD2D-CF8E-48D3-958F-89FC769B6EC7}"/>
          </ac:picMkLst>
        </pc:picChg>
      </pc:sldChg>
      <pc:sldChg chg="modSp add mod">
        <pc:chgData name="Leônidas Müller de Oliveira" userId="5af9566427f0cd7a" providerId="LiveId" clId="{99B5FB97-F5DC-4A1A-835E-2BEDE9C73D50}" dt="2021-01-14T22:32:33.246" v="1803" actId="20577"/>
        <pc:sldMkLst>
          <pc:docMk/>
          <pc:sldMk cId="1542352846" sldId="297"/>
        </pc:sldMkLst>
        <pc:spChg chg="mod">
          <ac:chgData name="Leônidas Müller de Oliveira" userId="5af9566427f0cd7a" providerId="LiveId" clId="{99B5FB97-F5DC-4A1A-835E-2BEDE9C73D50}" dt="2021-01-14T22:32:33.246" v="1803" actId="20577"/>
          <ac:spMkLst>
            <pc:docMk/>
            <pc:sldMk cId="1542352846" sldId="297"/>
            <ac:spMk id="249" creationId="{00000000-0000-0000-0000-000000000000}"/>
          </ac:spMkLst>
        </pc:spChg>
      </pc:sldChg>
    </pc:docChg>
  </pc:docChgLst>
  <pc:docChgLst>
    <pc:chgData name="Leônidas Müller de Oliveira" userId="5af9566427f0cd7a" providerId="LiveId" clId="{D17DB705-7341-436F-AF1B-4CCB5520855C}"/>
    <pc:docChg chg="undo custSel addSld delSld modSld">
      <pc:chgData name="Leônidas Müller de Oliveira" userId="5af9566427f0cd7a" providerId="LiveId" clId="{D17DB705-7341-436F-AF1B-4CCB5520855C}" dt="2021-03-09T14:27:50.580" v="1212" actId="1076"/>
      <pc:docMkLst>
        <pc:docMk/>
      </pc:docMkLst>
      <pc:sldChg chg="modSp mod">
        <pc:chgData name="Leônidas Müller de Oliveira" userId="5af9566427f0cd7a" providerId="LiveId" clId="{D17DB705-7341-436F-AF1B-4CCB5520855C}" dt="2021-03-09T14:24:59.710" v="1147" actId="1076"/>
        <pc:sldMkLst>
          <pc:docMk/>
          <pc:sldMk cId="0" sldId="257"/>
        </pc:sldMkLst>
        <pc:spChg chg="mod">
          <ac:chgData name="Leônidas Müller de Oliveira" userId="5af9566427f0cd7a" providerId="LiveId" clId="{D17DB705-7341-436F-AF1B-4CCB5520855C}" dt="2021-03-09T14:24:59.710" v="1147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17DB705-7341-436F-AF1B-4CCB5520855C}" dt="2021-03-09T13:30:32.222" v="25" actId="6549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D17DB705-7341-436F-AF1B-4CCB5520855C}" dt="2021-03-09T14:27:50.580" v="1212" actId="1076"/>
        <pc:sldMkLst>
          <pc:docMk/>
          <pc:sldMk cId="0" sldId="262"/>
        </pc:sldMkLst>
        <pc:spChg chg="add mod">
          <ac:chgData name="Leônidas Müller de Oliveira" userId="5af9566427f0cd7a" providerId="LiveId" clId="{D17DB705-7341-436F-AF1B-4CCB5520855C}" dt="2021-03-09T14:27:31.380" v="1208" actId="1076"/>
          <ac:spMkLst>
            <pc:docMk/>
            <pc:sldMk cId="0" sldId="262"/>
            <ac:spMk id="6" creationId="{3EFBF06C-80D5-4C65-8C4E-01E433040FF8}"/>
          </ac:spMkLst>
        </pc:spChg>
        <pc:spChg chg="mod">
          <ac:chgData name="Leônidas Müller de Oliveira" userId="5af9566427f0cd7a" providerId="LiveId" clId="{D17DB705-7341-436F-AF1B-4CCB5520855C}" dt="2021-03-09T14:27:50.580" v="1212" actId="1076"/>
          <ac:spMkLst>
            <pc:docMk/>
            <pc:sldMk cId="0" sldId="262"/>
            <ac:spMk id="141" creationId="{00000000-0000-0000-0000-000000000000}"/>
          </ac:spMkLst>
        </pc:spChg>
        <pc:spChg chg="del mod">
          <ac:chgData name="Leônidas Müller de Oliveira" userId="5af9566427f0cd7a" providerId="LiveId" clId="{D17DB705-7341-436F-AF1B-4CCB5520855C}" dt="2021-03-09T14:27:44" v="1211" actId="478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17DB705-7341-436F-AF1B-4CCB5520855C}" dt="2021-03-09T14:27:35.569" v="1209" actId="20577"/>
          <ac:spMkLst>
            <pc:docMk/>
            <pc:sldMk cId="0" sldId="262"/>
            <ac:spMk id="143" creationId="{00000000-0000-0000-0000-000000000000}"/>
          </ac:spMkLst>
        </pc:spChg>
      </pc:sldChg>
      <pc:sldChg chg="addSp delSp modSp mod">
        <pc:chgData name="Leônidas Müller de Oliveira" userId="5af9566427f0cd7a" providerId="LiveId" clId="{D17DB705-7341-436F-AF1B-4CCB5520855C}" dt="2021-03-09T14:23:25.278" v="1027" actId="1076"/>
        <pc:sldMkLst>
          <pc:docMk/>
          <pc:sldMk cId="3187776213" sldId="282"/>
        </pc:sldMkLst>
        <pc:spChg chg="del">
          <ac:chgData name="Leônidas Müller de Oliveira" userId="5af9566427f0cd7a" providerId="LiveId" clId="{D17DB705-7341-436F-AF1B-4CCB5520855C}" dt="2021-03-09T14:06:57.679" v="27" actId="478"/>
          <ac:spMkLst>
            <pc:docMk/>
            <pc:sldMk cId="3187776213" sldId="282"/>
            <ac:spMk id="7" creationId="{FD65234F-CE76-4586-9D67-44EDBAE0C0F0}"/>
          </ac:spMkLst>
        </pc:spChg>
        <pc:spChg chg="del mod">
          <ac:chgData name="Leônidas Müller de Oliveira" userId="5af9566427f0cd7a" providerId="LiveId" clId="{D17DB705-7341-436F-AF1B-4CCB5520855C}" dt="2021-03-09T14:06:59.829" v="29" actId="478"/>
          <ac:spMkLst>
            <pc:docMk/>
            <pc:sldMk cId="3187776213" sldId="282"/>
            <ac:spMk id="8" creationId="{62CAAAAD-2D0D-416A-A598-DBBFD5C0667F}"/>
          </ac:spMkLst>
        </pc:spChg>
        <pc:spChg chg="add del mod">
          <ac:chgData name="Leônidas Müller de Oliveira" userId="5af9566427f0cd7a" providerId="LiveId" clId="{D17DB705-7341-436F-AF1B-4CCB5520855C}" dt="2021-03-09T14:10:42.879" v="424"/>
          <ac:spMkLst>
            <pc:docMk/>
            <pc:sldMk cId="3187776213" sldId="282"/>
            <ac:spMk id="9" creationId="{9C81958B-AE4B-43C9-BC2C-2CBADE7FE55A}"/>
          </ac:spMkLst>
        </pc:spChg>
        <pc:spChg chg="add mod">
          <ac:chgData name="Leônidas Müller de Oliveira" userId="5af9566427f0cd7a" providerId="LiveId" clId="{D17DB705-7341-436F-AF1B-4CCB5520855C}" dt="2021-03-09T14:09:19.419" v="184" actId="20577"/>
          <ac:spMkLst>
            <pc:docMk/>
            <pc:sldMk cId="3187776213" sldId="282"/>
            <ac:spMk id="10" creationId="{D7001BA3-CB80-4627-9BF8-F969EC7D3809}"/>
          </ac:spMkLst>
        </pc:spChg>
        <pc:spChg chg="add mod">
          <ac:chgData name="Leônidas Müller de Oliveira" userId="5af9566427f0cd7a" providerId="LiveId" clId="{D17DB705-7341-436F-AF1B-4CCB5520855C}" dt="2021-03-09T14:23:25.278" v="1027" actId="1076"/>
          <ac:spMkLst>
            <pc:docMk/>
            <pc:sldMk cId="3187776213" sldId="282"/>
            <ac:spMk id="11" creationId="{96FE473C-D562-44AA-8027-DF747996706D}"/>
          </ac:spMkLst>
        </pc:spChg>
        <pc:spChg chg="mod">
          <ac:chgData name="Leônidas Müller de Oliveira" userId="5af9566427f0cd7a" providerId="LiveId" clId="{D17DB705-7341-436F-AF1B-4CCB5520855C}" dt="2021-03-09T14:09:12.710" v="159" actId="20577"/>
          <ac:spMkLst>
            <pc:docMk/>
            <pc:sldMk cId="3187776213" sldId="282"/>
            <ac:spMk id="141" creationId="{00000000-0000-0000-0000-000000000000}"/>
          </ac:spMkLst>
        </pc:spChg>
        <pc:spChg chg="del">
          <ac:chgData name="Leônidas Müller de Oliveira" userId="5af9566427f0cd7a" providerId="LiveId" clId="{D17DB705-7341-436F-AF1B-4CCB5520855C}" dt="2021-03-09T14:07:06.600" v="32" actId="478"/>
          <ac:spMkLst>
            <pc:docMk/>
            <pc:sldMk cId="3187776213" sldId="282"/>
            <ac:spMk id="143" creationId="{00000000-0000-0000-0000-000000000000}"/>
          </ac:spMkLst>
        </pc:spChg>
      </pc:sldChg>
      <pc:sldChg chg="add del">
        <pc:chgData name="Leônidas Müller de Oliveira" userId="5af9566427f0cd7a" providerId="LiveId" clId="{D17DB705-7341-436F-AF1B-4CCB5520855C}" dt="2021-03-09T14:21:57.020" v="875" actId="47"/>
        <pc:sldMkLst>
          <pc:docMk/>
          <pc:sldMk cId="1215215435" sldId="283"/>
        </pc:sldMkLst>
      </pc:sldChg>
      <pc:sldChg chg="addSp delSp modSp add mod">
        <pc:chgData name="Leônidas Müller de Oliveira" userId="5af9566427f0cd7a" providerId="LiveId" clId="{D17DB705-7341-436F-AF1B-4CCB5520855C}" dt="2021-03-09T14:24:10.784" v="1077" actId="20577"/>
        <pc:sldMkLst>
          <pc:docMk/>
          <pc:sldMk cId="2893859376" sldId="284"/>
        </pc:sldMkLst>
        <pc:spChg chg="add mod">
          <ac:chgData name="Leônidas Müller de Oliveira" userId="5af9566427f0cd7a" providerId="LiveId" clId="{D17DB705-7341-436F-AF1B-4CCB5520855C}" dt="2021-03-09T14:22:29.370" v="888"/>
          <ac:spMkLst>
            <pc:docMk/>
            <pc:sldMk cId="2893859376" sldId="284"/>
            <ac:spMk id="6" creationId="{5A6EB87D-9808-4841-A2DD-6126010C0F97}"/>
          </ac:spMkLst>
        </pc:spChg>
        <pc:spChg chg="mod">
          <ac:chgData name="Leônidas Müller de Oliveira" userId="5af9566427f0cd7a" providerId="LiveId" clId="{D17DB705-7341-436F-AF1B-4CCB5520855C}" dt="2021-03-09T14:23:34.370" v="1028" actId="21"/>
          <ac:spMkLst>
            <pc:docMk/>
            <pc:sldMk cId="2893859376" sldId="284"/>
            <ac:spMk id="9" creationId="{9C81958B-AE4B-43C9-BC2C-2CBADE7FE55A}"/>
          </ac:spMkLst>
        </pc:spChg>
        <pc:spChg chg="mod">
          <ac:chgData name="Leônidas Müller de Oliveira" userId="5af9566427f0cd7a" providerId="LiveId" clId="{D17DB705-7341-436F-AF1B-4CCB5520855C}" dt="2021-03-09T14:24:10.784" v="1077" actId="20577"/>
          <ac:spMkLst>
            <pc:docMk/>
            <pc:sldMk cId="2893859376" sldId="284"/>
            <ac:spMk id="10" creationId="{D7001BA3-CB80-4627-9BF8-F969EC7D3809}"/>
          </ac:spMkLst>
        </pc:spChg>
        <pc:spChg chg="del">
          <ac:chgData name="Leônidas Müller de Oliveira" userId="5af9566427f0cd7a" providerId="LiveId" clId="{D17DB705-7341-436F-AF1B-4CCB5520855C}" dt="2021-03-09T14:22:28.980" v="887" actId="478"/>
          <ac:spMkLst>
            <pc:docMk/>
            <pc:sldMk cId="2893859376" sldId="284"/>
            <ac:spMk id="141" creationId="{00000000-0000-0000-0000-000000000000}"/>
          </ac:spMkLst>
        </pc:spChg>
      </pc:sldChg>
    </pc:docChg>
  </pc:docChgLst>
  <pc:docChgLst>
    <pc:chgData name="Leônidas Müller de Oliveira" userId="5af9566427f0cd7a" providerId="LiveId" clId="{68137F2F-A734-458A-A931-CE69A71D87D1}"/>
    <pc:docChg chg="undo custSel addSld delSld modSld sldOrd">
      <pc:chgData name="Leônidas Müller de Oliveira" userId="5af9566427f0cd7a" providerId="LiveId" clId="{68137F2F-A734-458A-A931-CE69A71D87D1}" dt="2021-01-14T19:02:43.230" v="4504" actId="1076"/>
      <pc:docMkLst>
        <pc:docMk/>
      </pc:docMkLst>
      <pc:sldChg chg="addSp delSp modSp mod">
        <pc:chgData name="Leônidas Müller de Oliveira" userId="5af9566427f0cd7a" providerId="LiveId" clId="{68137F2F-A734-458A-A931-CE69A71D87D1}" dt="2021-01-13T23:59:32.723" v="4479" actId="1076"/>
        <pc:sldMkLst>
          <pc:docMk/>
          <pc:sldMk cId="0" sldId="256"/>
        </pc:sldMkLst>
        <pc:spChg chg="add mod">
          <ac:chgData name="Leônidas Müller de Oliveira" userId="5af9566427f0cd7a" providerId="LiveId" clId="{68137F2F-A734-458A-A931-CE69A71D87D1}" dt="2021-01-13T23:59:32.723" v="4479" actId="1076"/>
          <ac:spMkLst>
            <pc:docMk/>
            <pc:sldMk cId="0" sldId="256"/>
            <ac:spMk id="7" creationId="{00EB666D-0319-45BD-8717-7407D63A1E8C}"/>
          </ac:spMkLst>
        </pc:spChg>
        <pc:picChg chg="del">
          <ac:chgData name="Leônidas Müller de Oliveira" userId="5af9566427f0cd7a" providerId="LiveId" clId="{68137F2F-A734-458A-A931-CE69A71D87D1}" dt="2021-01-13T19:51:29.316" v="0" actId="478"/>
          <ac:picMkLst>
            <pc:docMk/>
            <pc:sldMk cId="0" sldId="256"/>
            <ac:picMk id="54" creationId="{00000000-0000-0000-0000-000000000000}"/>
          </ac:picMkLst>
        </pc:picChg>
        <pc:picChg chg="mod">
          <ac:chgData name="Leônidas Müller de Oliveira" userId="5af9566427f0cd7a" providerId="LiveId" clId="{68137F2F-A734-458A-A931-CE69A71D87D1}" dt="2021-01-13T19:52:20.563" v="7" actId="1076"/>
          <ac:picMkLst>
            <pc:docMk/>
            <pc:sldMk cId="0" sldId="256"/>
            <ac:picMk id="59" creationId="{00000000-0000-0000-0000-000000000000}"/>
          </ac:picMkLst>
        </pc:picChg>
      </pc:sldChg>
      <pc:sldChg chg="delSp modSp mod">
        <pc:chgData name="Leônidas Müller de Oliveira" userId="5af9566427f0cd7a" providerId="LiveId" clId="{68137F2F-A734-458A-A931-CE69A71D87D1}" dt="2021-01-13T20:05:14.925" v="886" actId="6549"/>
        <pc:sldMkLst>
          <pc:docMk/>
          <pc:sldMk cId="0" sldId="257"/>
        </pc:sldMkLst>
        <pc:spChg chg="mod">
          <ac:chgData name="Leônidas Müller de Oliveira" userId="5af9566427f0cd7a" providerId="LiveId" clId="{68137F2F-A734-458A-A931-CE69A71D87D1}" dt="2021-01-13T20:05:07.251" v="882" actId="107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09.177" v="883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14.925" v="886" actId="6549"/>
          <ac:spMkLst>
            <pc:docMk/>
            <pc:sldMk cId="0" sldId="257"/>
            <ac:spMk id="6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19:52:34.624" v="8" actId="478"/>
          <ac:picMkLst>
            <pc:docMk/>
            <pc:sldMk cId="0" sldId="257"/>
            <ac:picMk id="64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1:16:30.520" v="1422" actId="6549"/>
        <pc:sldMkLst>
          <pc:docMk/>
          <pc:sldMk cId="0" sldId="258"/>
        </pc:sldMkLst>
        <pc:spChg chg="mod">
          <ac:chgData name="Leônidas Müller de Oliveira" userId="5af9566427f0cd7a" providerId="LiveId" clId="{68137F2F-A734-458A-A931-CE69A71D87D1}" dt="2021-01-13T19:54:46.167" v="243" actId="6549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0.861" v="340" actId="20577"/>
          <ac:spMkLst>
            <pc:docMk/>
            <pc:sldMk cId="0" sldId="258"/>
            <ac:spMk id="7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6.934" v="342" actId="1076"/>
          <ac:spMkLst>
            <pc:docMk/>
            <pc:sldMk cId="0" sldId="258"/>
            <ac:spMk id="76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19:56:45.319" v="332" actId="478"/>
          <ac:spMkLst>
            <pc:docMk/>
            <pc:sldMk cId="0" sldId="258"/>
            <ac:spMk id="77" creationId="{00000000-0000-0000-0000-000000000000}"/>
          </ac:spMkLst>
        </pc:spChg>
        <pc:spChg chg="add del mod">
          <ac:chgData name="Leônidas Müller de Oliveira" userId="5af9566427f0cd7a" providerId="LiveId" clId="{68137F2F-A734-458A-A931-CE69A71D87D1}" dt="2021-01-13T21:16:30.520" v="1422" actId="6549"/>
          <ac:spMkLst>
            <pc:docMk/>
            <pc:sldMk cId="0" sldId="258"/>
            <ac:spMk id="7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19:55:53.218" v="244" actId="14826"/>
          <ac:picMkLst>
            <pc:docMk/>
            <pc:sldMk cId="0" sldId="258"/>
            <ac:picMk id="74" creationId="{00000000-0000-0000-0000-000000000000}"/>
          </ac:picMkLst>
        </pc:picChg>
      </pc:sldChg>
      <pc:sldChg chg="del">
        <pc:chgData name="Leônidas Müller de Oliveira" userId="5af9566427f0cd7a" providerId="LiveId" clId="{68137F2F-A734-458A-A931-CE69A71D87D1}" dt="2021-01-13T19:57:23.848" v="393" actId="47"/>
        <pc:sldMkLst>
          <pc:docMk/>
          <pc:sldMk cId="0" sldId="259"/>
        </pc:sldMkLst>
      </pc:sldChg>
      <pc:sldChg chg="del">
        <pc:chgData name="Leônidas Müller de Oliveira" userId="5af9566427f0cd7a" providerId="LiveId" clId="{68137F2F-A734-458A-A931-CE69A71D87D1}" dt="2021-01-13T19:57:24.568" v="394" actId="47"/>
        <pc:sldMkLst>
          <pc:docMk/>
          <pc:sldMk cId="0" sldId="260"/>
        </pc:sldMkLst>
      </pc:sldChg>
      <pc:sldChg chg="del">
        <pc:chgData name="Leônidas Müller de Oliveira" userId="5af9566427f0cd7a" providerId="LiveId" clId="{68137F2F-A734-458A-A931-CE69A71D87D1}" dt="2021-01-13T19:57:26.297" v="395" actId="47"/>
        <pc:sldMkLst>
          <pc:docMk/>
          <pc:sldMk cId="0" sldId="261"/>
        </pc:sldMkLst>
      </pc:sldChg>
      <pc:sldChg chg="addSp delSp modSp mod">
        <pc:chgData name="Leônidas Müller de Oliveira" userId="5af9566427f0cd7a" providerId="LiveId" clId="{68137F2F-A734-458A-A931-CE69A71D87D1}" dt="2021-01-13T21:16:54.279" v="1430"/>
        <pc:sldMkLst>
          <pc:docMk/>
          <pc:sldMk cId="0" sldId="262"/>
        </pc:sldMkLst>
        <pc:spChg chg="add mod">
          <ac:chgData name="Leônidas Müller de Oliveira" userId="5af9566427f0cd7a" providerId="LiveId" clId="{68137F2F-A734-458A-A931-CE69A71D87D1}" dt="2021-01-13T21:16:54.279" v="1430"/>
          <ac:spMkLst>
            <pc:docMk/>
            <pc:sldMk cId="0" sldId="262"/>
            <ac:spMk id="7" creationId="{89A6ED73-2DEB-4C28-B281-140763718763}"/>
          </ac:spMkLst>
        </pc:spChg>
        <pc:spChg chg="add del mod">
          <ac:chgData name="Leônidas Müller de Oliveira" userId="5af9566427f0cd7a" providerId="LiveId" clId="{68137F2F-A734-458A-A931-CE69A71D87D1}" dt="2021-01-13T19:57:41.481" v="400"/>
          <ac:spMkLst>
            <pc:docMk/>
            <pc:sldMk cId="0" sldId="262"/>
            <ac:spMk id="7" creationId="{9FA3DA35-CFBB-404B-AE5D-9984A4CD1B23}"/>
          </ac:spMkLst>
        </pc:spChg>
        <pc:spChg chg="add del mod">
          <ac:chgData name="Leônidas Müller de Oliveira" userId="5af9566427f0cd7a" providerId="LiveId" clId="{68137F2F-A734-458A-A931-CE69A71D87D1}" dt="2021-01-13T21:16:53.979" v="1429" actId="478"/>
          <ac:spMkLst>
            <pc:docMk/>
            <pc:sldMk cId="0" sldId="262"/>
            <ac:spMk id="8" creationId="{C34D776D-C320-4E9C-AB8B-6C9E2B4934AE}"/>
          </ac:spMkLst>
        </pc:spChg>
        <pc:spChg chg="mod">
          <ac:chgData name="Leônidas Müller de Oliveira" userId="5af9566427f0cd7a" providerId="LiveId" clId="{68137F2F-A734-458A-A931-CE69A71D87D1}" dt="2021-01-13T20:06:48.787" v="957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6:36.273" v="912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27:20.409" v="996" actId="20577"/>
          <ac:spMkLst>
            <pc:docMk/>
            <pc:sldMk cId="0" sldId="262"/>
            <ac:spMk id="143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19:57:44.438" v="401" actId="478"/>
          <ac:spMkLst>
            <pc:docMk/>
            <pc:sldMk cId="0" sldId="262"/>
            <ac:spMk id="144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4T13:52:17.725" v="4503" actId="1076"/>
        <pc:sldMkLst>
          <pc:docMk/>
          <pc:sldMk cId="0" sldId="263"/>
        </pc:sldMkLst>
        <pc:spChg chg="add mod">
          <ac:chgData name="Leônidas Müller de Oliveira" userId="5af9566427f0cd7a" providerId="LiveId" clId="{68137F2F-A734-458A-A931-CE69A71D87D1}" dt="2021-01-13T21:16:50.262" v="1428"/>
          <ac:spMkLst>
            <pc:docMk/>
            <pc:sldMk cId="0" sldId="263"/>
            <ac:spMk id="6" creationId="{25BF22B5-A45B-4D54-99F5-34066FDE8862}"/>
          </ac:spMkLst>
        </pc:spChg>
        <pc:spChg chg="mod">
          <ac:chgData name="Leônidas Müller de Oliveira" userId="5af9566427f0cd7a" providerId="LiveId" clId="{68137F2F-A734-458A-A931-CE69A71D87D1}" dt="2021-01-14T13:52:17.725" v="4503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11:37.874" v="1416" actId="1076"/>
          <ac:spMkLst>
            <pc:docMk/>
            <pc:sldMk cId="0" sldId="263"/>
            <ac:spMk id="150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0:01.463" v="1351" actId="478"/>
          <ac:spMkLst>
            <pc:docMk/>
            <pc:sldMk cId="0" sldId="263"/>
            <ac:spMk id="1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9.997" v="1427" actId="478"/>
          <ac:spMkLst>
            <pc:docMk/>
            <pc:sldMk cId="0" sldId="263"/>
            <ac:spMk id="152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3T21:16:41.095" v="1424"/>
        <pc:sldMkLst>
          <pc:docMk/>
          <pc:sldMk cId="0" sldId="264"/>
        </pc:sldMkLst>
        <pc:spChg chg="add mod">
          <ac:chgData name="Leônidas Müller de Oliveira" userId="5af9566427f0cd7a" providerId="LiveId" clId="{68137F2F-A734-458A-A931-CE69A71D87D1}" dt="2021-01-13T21:16:41.095" v="1424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68137F2F-A734-458A-A931-CE69A71D87D1}" dt="2021-01-13T20:36:40.237" v="1020" actId="6549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37:51.249" v="1237" actId="20577"/>
          <ac:spMkLst>
            <pc:docMk/>
            <pc:sldMk cId="0" sldId="264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0.494" v="1423" actId="478"/>
          <ac:spMkLst>
            <pc:docMk/>
            <pc:sldMk cId="0" sldId="264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0:41:16.568" v="1238" actId="14826"/>
          <ac:picMkLst>
            <pc:docMk/>
            <pc:sldMk cId="0" sldId="264"/>
            <ac:picMk id="159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1:36:25.499" v="1991" actId="2696"/>
        <pc:sldMkLst>
          <pc:docMk/>
          <pc:sldMk cId="0" sldId="265"/>
        </pc:sldMkLst>
        <pc:picChg chg="mod">
          <ac:chgData name="Leônidas Müller de Oliveira" userId="5af9566427f0cd7a" providerId="LiveId" clId="{68137F2F-A734-458A-A931-CE69A71D87D1}" dt="2021-01-13T21:35:13.305" v="1851" actId="14100"/>
          <ac:picMkLst>
            <pc:docMk/>
            <pc:sldMk cId="0" sldId="265"/>
            <ac:picMk id="16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718" v="1850" actId="478"/>
          <ac:picMkLst>
            <pc:docMk/>
            <pc:sldMk cId="0" sldId="265"/>
            <ac:picMk id="168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348" v="1849" actId="478"/>
          <ac:picMkLst>
            <pc:docMk/>
            <pc:sldMk cId="0" sldId="265"/>
            <ac:picMk id="169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11:28.021" v="2194" actId="20577"/>
        <pc:sldMkLst>
          <pc:docMk/>
          <pc:sldMk cId="0" sldId="266"/>
        </pc:sldMkLst>
        <pc:spChg chg="add mod">
          <ac:chgData name="Leônidas Müller de Oliveira" userId="5af9566427f0cd7a" providerId="LiveId" clId="{68137F2F-A734-458A-A931-CE69A71D87D1}" dt="2021-01-13T21:46:42.536" v="2089"/>
          <ac:spMkLst>
            <pc:docMk/>
            <pc:sldMk cId="0" sldId="266"/>
            <ac:spMk id="7" creationId="{7C21F359-349F-4011-A06B-88E613DE1D62}"/>
          </ac:spMkLst>
        </pc:spChg>
        <pc:spChg chg="mod">
          <ac:chgData name="Leônidas Müller de Oliveira" userId="5af9566427f0cd7a" providerId="LiveId" clId="{68137F2F-A734-458A-A931-CE69A71D87D1}" dt="2021-01-13T22:11:28.021" v="2194" actId="20577"/>
          <ac:spMkLst>
            <pc:docMk/>
            <pc:sldMk cId="0" sldId="266"/>
            <ac:spMk id="17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3.003" v="2086" actId="478"/>
          <ac:spMkLst>
            <pc:docMk/>
            <pc:sldMk cId="0" sldId="266"/>
            <ac:spMk id="17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7.820" v="2088" actId="478"/>
          <ac:spMkLst>
            <pc:docMk/>
            <pc:sldMk cId="0" sldId="266"/>
            <ac:spMk id="179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49:48.141" v="2187" actId="14100"/>
          <ac:picMkLst>
            <pc:docMk/>
            <pc:sldMk cId="0" sldId="266"/>
            <ac:picMk id="17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49:18.676" v="2183" actId="478"/>
          <ac:picMkLst>
            <pc:docMk/>
            <pc:sldMk cId="0" sldId="266"/>
            <ac:picMk id="178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24:00.654" v="2244" actId="478"/>
        <pc:sldMkLst>
          <pc:docMk/>
          <pc:sldMk cId="0" sldId="267"/>
        </pc:sldMkLst>
        <pc:spChg chg="add mod">
          <ac:chgData name="Leônidas Müller de Oliveira" userId="5af9566427f0cd7a" providerId="LiveId" clId="{68137F2F-A734-458A-A931-CE69A71D87D1}" dt="2021-01-13T22:18:57.823" v="2232"/>
          <ac:spMkLst>
            <pc:docMk/>
            <pc:sldMk cId="0" sldId="267"/>
            <ac:spMk id="6" creationId="{FC6013AE-9CB7-4BBB-8411-9C6335FC9B30}"/>
          </ac:spMkLst>
        </pc:spChg>
        <pc:spChg chg="mod">
          <ac:chgData name="Leônidas Müller de Oliveira" userId="5af9566427f0cd7a" providerId="LiveId" clId="{68137F2F-A734-458A-A931-CE69A71D87D1}" dt="2021-01-13T22:12:33.211" v="2225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21:40.377" v="2242" actId="20577"/>
          <ac:spMkLst>
            <pc:docMk/>
            <pc:sldMk cId="0" sldId="267"/>
            <ac:spMk id="18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18:57.033" v="2231" actId="478"/>
          <ac:spMkLst>
            <pc:docMk/>
            <pc:sldMk cId="0" sldId="267"/>
            <ac:spMk id="187" creationId="{00000000-0000-0000-0000-000000000000}"/>
          </ac:spMkLst>
        </pc:spChg>
        <pc:graphicFrameChg chg="add del modGraphic">
          <ac:chgData name="Leônidas Müller de Oliveira" userId="5af9566427f0cd7a" providerId="LiveId" clId="{68137F2F-A734-458A-A931-CE69A71D87D1}" dt="2021-01-13T22:24:00.654" v="2244" actId="478"/>
          <ac:graphicFrameMkLst>
            <pc:docMk/>
            <pc:sldMk cId="0" sldId="267"/>
            <ac:graphicFrameMk id="3" creationId="{76D8C606-A76B-4302-AB5C-82D4751FECFE}"/>
          </ac:graphicFrameMkLst>
        </pc:graphicFrameChg>
        <pc:picChg chg="mod">
          <ac:chgData name="Leônidas Müller de Oliveira" userId="5af9566427f0cd7a" providerId="LiveId" clId="{68137F2F-A734-458A-A931-CE69A71D87D1}" dt="2021-01-13T22:19:01.483" v="2234" actId="14100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4T00:29:43.090" v="4481" actId="1076"/>
        <pc:sldMkLst>
          <pc:docMk/>
          <pc:sldMk cId="0" sldId="268"/>
        </pc:sldMkLst>
        <pc:spChg chg="add mod">
          <ac:chgData name="Leônidas Müller de Oliveira" userId="5af9566427f0cd7a" providerId="LiveId" clId="{68137F2F-A734-458A-A931-CE69A71D87D1}" dt="2021-01-14T00:29:43.090" v="4481" actId="1076"/>
          <ac:spMkLst>
            <pc:docMk/>
            <pc:sldMk cId="0" sldId="268"/>
            <ac:spMk id="11" creationId="{66D68495-624D-436A-A86D-E42CC4800A32}"/>
          </ac:spMkLst>
        </pc:spChg>
        <pc:spChg chg="add mod">
          <ac:chgData name="Leônidas Müller de Oliveira" userId="5af9566427f0cd7a" providerId="LiveId" clId="{68137F2F-A734-458A-A931-CE69A71D87D1}" dt="2021-01-13T22:28:12.015" v="2364"/>
          <ac:spMkLst>
            <pc:docMk/>
            <pc:sldMk cId="0" sldId="268"/>
            <ac:spMk id="12" creationId="{18466C6D-A0D4-4C5C-9B03-F662411778D8}"/>
          </ac:spMkLst>
        </pc:spChg>
        <pc:spChg chg="mod">
          <ac:chgData name="Leônidas Müller de Oliveira" userId="5af9566427f0cd7a" providerId="LiveId" clId="{68137F2F-A734-458A-A931-CE69A71D87D1}" dt="2021-01-13T22:30:25.690" v="2367"/>
          <ac:spMkLst>
            <pc:docMk/>
            <pc:sldMk cId="0" sldId="268"/>
            <ac:spMk id="192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2.098" v="2247" actId="478"/>
          <ac:spMkLst>
            <pc:docMk/>
            <pc:sldMk cId="0" sldId="268"/>
            <ac:spMk id="193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3.291" v="2249" actId="478"/>
          <ac:spMkLst>
            <pc:docMk/>
            <pc:sldMk cId="0" sldId="268"/>
            <ac:spMk id="194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5.369" v="2253" actId="478"/>
          <ac:spMkLst>
            <pc:docMk/>
            <pc:sldMk cId="0" sldId="268"/>
            <ac:spMk id="195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4.176" v="2251" actId="478"/>
          <ac:spMkLst>
            <pc:docMk/>
            <pc:sldMk cId="0" sldId="268"/>
            <ac:spMk id="19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6.505" v="2254" actId="478"/>
          <ac:spMkLst>
            <pc:docMk/>
            <pc:sldMk cId="0" sldId="268"/>
            <ac:spMk id="197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7.665" v="2255" actId="478"/>
          <ac:spMkLst>
            <pc:docMk/>
            <pc:sldMk cId="0" sldId="268"/>
            <ac:spMk id="19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8:11.041" v="2363" actId="478"/>
          <ac:spMkLst>
            <pc:docMk/>
            <pc:sldMk cId="0" sldId="268"/>
            <ac:spMk id="20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31:15.488" v="2368" actId="14826"/>
          <ac:picMkLst>
            <pc:docMk/>
            <pc:sldMk cId="0" sldId="268"/>
            <ac:picMk id="199" creationId="{00000000-0000-0000-0000-000000000000}"/>
          </ac:picMkLst>
        </pc:picChg>
      </pc:sldChg>
      <pc:sldChg chg="del ord">
        <pc:chgData name="Leônidas Müller de Oliveira" userId="5af9566427f0cd7a" providerId="LiveId" clId="{68137F2F-A734-458A-A931-CE69A71D87D1}" dt="2021-01-13T23:03:58.467" v="3830" actId="47"/>
        <pc:sldMkLst>
          <pc:docMk/>
          <pc:sldMk cId="0" sldId="269"/>
        </pc:sldMkLst>
      </pc:sldChg>
      <pc:sldChg chg="addSp delSp modSp mod ord">
        <pc:chgData name="Leônidas Müller de Oliveira" userId="5af9566427f0cd7a" providerId="LiveId" clId="{68137F2F-A734-458A-A931-CE69A71D87D1}" dt="2021-01-13T22:35:35.056" v="2428"/>
        <pc:sldMkLst>
          <pc:docMk/>
          <pc:sldMk cId="0" sldId="270"/>
        </pc:sldMkLst>
        <pc:spChg chg="add mod">
          <ac:chgData name="Leônidas Müller de Oliveira" userId="5af9566427f0cd7a" providerId="LiveId" clId="{68137F2F-A734-458A-A931-CE69A71D87D1}" dt="2021-01-13T22:35:35.056" v="2428"/>
          <ac:spMkLst>
            <pc:docMk/>
            <pc:sldMk cId="0" sldId="270"/>
            <ac:spMk id="6" creationId="{930CC52F-ED8A-47A5-A077-E851C4C95BC3}"/>
          </ac:spMkLst>
        </pc:spChg>
        <pc:spChg chg="mod">
          <ac:chgData name="Leônidas Müller de Oliveira" userId="5af9566427f0cd7a" providerId="LiveId" clId="{68137F2F-A734-458A-A931-CE69A71D87D1}" dt="2021-01-13T22:34:39.885" v="2417" actId="20577"/>
          <ac:spMkLst>
            <pc:docMk/>
            <pc:sldMk cId="0" sldId="270"/>
            <ac:spMk id="21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35:31.557" v="2426" actId="1076"/>
          <ac:spMkLst>
            <pc:docMk/>
            <pc:sldMk cId="0" sldId="270"/>
            <ac:spMk id="21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35:34.388" v="2427" actId="478"/>
          <ac:spMkLst>
            <pc:docMk/>
            <pc:sldMk cId="0" sldId="270"/>
            <ac:spMk id="220" creationId="{00000000-0000-0000-0000-000000000000}"/>
          </ac:spMkLst>
        </pc:spChg>
      </pc:sldChg>
      <pc:sldChg chg="addSp delSp modSp mod">
        <pc:chgData name="Leônidas Müller de Oliveira" userId="5af9566427f0cd7a" providerId="LiveId" clId="{68137F2F-A734-458A-A931-CE69A71D87D1}" dt="2021-01-14T00:51:51.943" v="4499" actId="1076"/>
        <pc:sldMkLst>
          <pc:docMk/>
          <pc:sldMk cId="0" sldId="271"/>
        </pc:sldMkLst>
        <pc:spChg chg="add mod">
          <ac:chgData name="Leônidas Müller de Oliveira" userId="5af9566427f0cd7a" providerId="LiveId" clId="{68137F2F-A734-458A-A931-CE69A71D87D1}" dt="2021-01-13T23:04:05.651" v="3832"/>
          <ac:spMkLst>
            <pc:docMk/>
            <pc:sldMk cId="0" sldId="271"/>
            <ac:spMk id="8" creationId="{83F31AB0-14A9-4E61-8540-674C7E14B2A5}"/>
          </ac:spMkLst>
        </pc:spChg>
        <pc:spChg chg="mod">
          <ac:chgData name="Leônidas Müller de Oliveira" userId="5af9566427f0cd7a" providerId="LiveId" clId="{68137F2F-A734-458A-A931-CE69A71D87D1}" dt="2021-01-14T00:51:49.451" v="4498" actId="1076"/>
          <ac:spMkLst>
            <pc:docMk/>
            <pc:sldMk cId="0" sldId="271"/>
            <ac:spMk id="22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4:05.230" v="3831" actId="478"/>
          <ac:spMkLst>
            <pc:docMk/>
            <pc:sldMk cId="0" sldId="271"/>
            <ac:spMk id="22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51.943" v="4499" actId="1076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3:03:56.265" v="3829" actId="1076"/>
          <ac:picMkLst>
            <pc:docMk/>
            <pc:sldMk cId="0" sldId="271"/>
            <ac:picMk id="3" creationId="{36E3D016-5FC1-4823-80C4-550D12960490}"/>
          </ac:picMkLst>
        </pc:picChg>
        <pc:picChg chg="del">
          <ac:chgData name="Leônidas Müller de Oliveira" userId="5af9566427f0cd7a" providerId="LiveId" clId="{68137F2F-A734-458A-A931-CE69A71D87D1}" dt="2021-01-13T23:03:52.798" v="3828" actId="478"/>
          <ac:picMkLst>
            <pc:docMk/>
            <pc:sldMk cId="0" sldId="271"/>
            <ac:picMk id="22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3:07:52.213" v="4440"/>
        <pc:sldMkLst>
          <pc:docMk/>
          <pc:sldMk cId="0" sldId="272"/>
        </pc:sldMkLst>
        <pc:spChg chg="add mod">
          <ac:chgData name="Leônidas Müller de Oliveira" userId="5af9566427f0cd7a" providerId="LiveId" clId="{68137F2F-A734-458A-A931-CE69A71D87D1}" dt="2021-01-13T23:07:52.213" v="4440"/>
          <ac:spMkLst>
            <pc:docMk/>
            <pc:sldMk cId="0" sldId="272"/>
            <ac:spMk id="6" creationId="{FD76ADCD-BBBA-4B59-816B-9784258BC36A}"/>
          </ac:spMkLst>
        </pc:spChg>
        <pc:spChg chg="mod">
          <ac:chgData name="Leônidas Müller de Oliveira" userId="5af9566427f0cd7a" providerId="LiveId" clId="{68137F2F-A734-458A-A931-CE69A71D87D1}" dt="2021-01-13T23:06:47.574" v="4327" actId="20577"/>
          <ac:spMkLst>
            <pc:docMk/>
            <pc:sldMk cId="0" sldId="272"/>
            <ac:spMk id="23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01.263" v="4368" actId="20577"/>
          <ac:spMkLst>
            <pc:docMk/>
            <pc:sldMk cId="0" sldId="272"/>
            <ac:spMk id="23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45.626" v="4438" actId="20577"/>
          <ac:spMkLst>
            <pc:docMk/>
            <pc:sldMk cId="0" sldId="272"/>
            <ac:spMk id="23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7:51.855" v="4439" actId="478"/>
          <ac:spMkLst>
            <pc:docMk/>
            <pc:sldMk cId="0" sldId="272"/>
            <ac:spMk id="236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3:07:58.595" v="4441" actId="47"/>
        <pc:sldMkLst>
          <pc:docMk/>
          <pc:sldMk cId="0" sldId="273"/>
        </pc:sldMkLst>
      </pc:sldChg>
      <pc:sldChg chg="addSp delSp modSp mod ord">
        <pc:chgData name="Leônidas Müller de Oliveira" userId="5af9566427f0cd7a" providerId="LiveId" clId="{68137F2F-A734-458A-A931-CE69A71D87D1}" dt="2021-01-14T00:46:51.650" v="4491" actId="1076"/>
        <pc:sldMkLst>
          <pc:docMk/>
          <pc:sldMk cId="0" sldId="274"/>
        </pc:sldMkLst>
        <pc:spChg chg="add mod">
          <ac:chgData name="Leônidas Müller de Oliveira" userId="5af9566427f0cd7a" providerId="LiveId" clId="{68137F2F-A734-458A-A931-CE69A71D87D1}" dt="2021-01-13T22:59:47.191" v="3477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68137F2F-A734-458A-A931-CE69A71D87D1}" dt="2021-01-13T22:56:26.530" v="3166" actId="14100"/>
          <ac:spMkLst>
            <pc:docMk/>
            <pc:sldMk cId="0" sldId="274"/>
            <ac:spMk id="249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56:32.602" v="3168" actId="478"/>
          <ac:spMkLst>
            <pc:docMk/>
            <pc:sldMk cId="0" sldId="274"/>
            <ac:spMk id="250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6:51.650" v="4491" actId="1076"/>
          <ac:spMkLst>
            <pc:docMk/>
            <pc:sldMk cId="0" sldId="274"/>
            <ac:spMk id="2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59:46.662" v="3476" actId="478"/>
          <ac:spMkLst>
            <pc:docMk/>
            <pc:sldMk cId="0" sldId="274"/>
            <ac:spMk id="252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2:55:54.862" v="3157" actId="47"/>
        <pc:sldMkLst>
          <pc:docMk/>
          <pc:sldMk cId="0" sldId="275"/>
        </pc:sldMkLst>
      </pc:sldChg>
      <pc:sldChg chg="del">
        <pc:chgData name="Leônidas Müller de Oliveira" userId="5af9566427f0cd7a" providerId="LiveId" clId="{68137F2F-A734-458A-A931-CE69A71D87D1}" dt="2021-01-13T22:55:56.371" v="3158" actId="47"/>
        <pc:sldMkLst>
          <pc:docMk/>
          <pc:sldMk cId="0" sldId="276"/>
        </pc:sldMkLst>
      </pc:sldChg>
      <pc:sldChg chg="del">
        <pc:chgData name="Leônidas Müller de Oliveira" userId="5af9566427f0cd7a" providerId="LiveId" clId="{68137F2F-A734-458A-A931-CE69A71D87D1}" dt="2021-01-13T23:08:00.540" v="4442" actId="47"/>
        <pc:sldMkLst>
          <pc:docMk/>
          <pc:sldMk cId="0" sldId="277"/>
        </pc:sldMkLst>
      </pc:sldChg>
      <pc:sldChg chg="del">
        <pc:chgData name="Leônidas Müller de Oliveira" userId="5af9566427f0cd7a" providerId="LiveId" clId="{68137F2F-A734-458A-A931-CE69A71D87D1}" dt="2021-01-13T23:08:01.452" v="4443" actId="47"/>
        <pc:sldMkLst>
          <pc:docMk/>
          <pc:sldMk cId="0" sldId="278"/>
        </pc:sldMkLst>
      </pc:sldChg>
      <pc:sldChg chg="del">
        <pc:chgData name="Leônidas Müller de Oliveira" userId="5af9566427f0cd7a" providerId="LiveId" clId="{68137F2F-A734-458A-A931-CE69A71D87D1}" dt="2021-01-13T23:08:02.198" v="4444" actId="47"/>
        <pc:sldMkLst>
          <pc:docMk/>
          <pc:sldMk cId="0" sldId="279"/>
        </pc:sldMkLst>
      </pc:sldChg>
      <pc:sldChg chg="del">
        <pc:chgData name="Leônidas Müller de Oliveira" userId="5af9566427f0cd7a" providerId="LiveId" clId="{68137F2F-A734-458A-A931-CE69A71D87D1}" dt="2021-01-13T23:08:02.829" v="4445" actId="47"/>
        <pc:sldMkLst>
          <pc:docMk/>
          <pc:sldMk cId="0" sldId="280"/>
        </pc:sldMkLst>
      </pc:sldChg>
      <pc:sldChg chg="addSp delSp modSp mod">
        <pc:chgData name="Leônidas Müller de Oliveira" userId="5af9566427f0cd7a" providerId="LiveId" clId="{68137F2F-A734-458A-A931-CE69A71D87D1}" dt="2021-01-14T01:02:53.449" v="4502" actId="1076"/>
        <pc:sldMkLst>
          <pc:docMk/>
          <pc:sldMk cId="0" sldId="281"/>
        </pc:sldMkLst>
        <pc:spChg chg="add mod">
          <ac:chgData name="Leônidas Müller de Oliveira" userId="5af9566427f0cd7a" providerId="LiveId" clId="{68137F2F-A734-458A-A931-CE69A71D87D1}" dt="2021-01-14T01:02:36.645" v="4500" actId="1076"/>
          <ac:spMkLst>
            <pc:docMk/>
            <pc:sldMk cId="0" sldId="281"/>
            <ac:spMk id="6" creationId="{E13DB553-13BB-41C1-8D73-D4CF2AC42EA7}"/>
          </ac:spMkLst>
        </pc:spChg>
        <pc:spChg chg="add mod">
          <ac:chgData name="Leônidas Müller de Oliveira" userId="5af9566427f0cd7a" providerId="LiveId" clId="{68137F2F-A734-458A-A931-CE69A71D87D1}" dt="2021-01-14T01:02:53.449" v="4502" actId="1076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68137F2F-A734-458A-A931-CE69A71D87D1}" dt="2021-01-13T22:48:58.821" v="2682" actId="1076"/>
          <ac:spMkLst>
            <pc:docMk/>
            <pc:sldMk cId="0" sldId="281"/>
            <ac:spMk id="33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8:56.794" v="2681" actId="1076"/>
          <ac:spMkLst>
            <pc:docMk/>
            <pc:sldMk cId="0" sldId="281"/>
            <ac:spMk id="33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2:48:49.633" v="2679"/>
          <ac:picMkLst>
            <pc:docMk/>
            <pc:sldMk cId="0" sldId="281"/>
            <ac:picMk id="5" creationId="{B5D4AE09-62A7-4F55-8392-1C90A5E86B25}"/>
          </ac:picMkLst>
        </pc:picChg>
        <pc:picChg chg="del">
          <ac:chgData name="Leônidas Müller de Oliveira" userId="5af9566427f0cd7a" providerId="LiveId" clId="{68137F2F-A734-458A-A931-CE69A71D87D1}" dt="2021-01-13T22:47:42.899" v="2636" actId="478"/>
          <ac:picMkLst>
            <pc:docMk/>
            <pc:sldMk cId="0" sldId="281"/>
            <ac:picMk id="336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2:49:13.482" v="2687" actId="47"/>
        <pc:sldMkLst>
          <pc:docMk/>
          <pc:sldMk cId="3187776213" sldId="282"/>
        </pc:sldMkLst>
        <pc:spChg chg="mod">
          <ac:chgData name="Leônidas Müller de Oliveira" userId="5af9566427f0cd7a" providerId="LiveId" clId="{68137F2F-A734-458A-A931-CE69A71D87D1}" dt="2021-01-13T22:45:11.028" v="2594" actId="20577"/>
          <ac:spMkLst>
            <pc:docMk/>
            <pc:sldMk cId="3187776213" sldId="282"/>
            <ac:spMk id="34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1.264" v="2616" actId="20577"/>
          <ac:spMkLst>
            <pc:docMk/>
            <pc:sldMk cId="3187776213" sldId="282"/>
            <ac:spMk id="34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8.347" v="2635" actId="20577"/>
          <ac:spMkLst>
            <pc:docMk/>
            <pc:sldMk cId="3187776213" sldId="282"/>
            <ac:spMk id="34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22:45:07.029" v="2591" actId="478"/>
          <ac:picMkLst>
            <pc:docMk/>
            <pc:sldMk cId="3187776213" sldId="282"/>
            <ac:picMk id="343" creationId="{00000000-0000-0000-0000-000000000000}"/>
          </ac:picMkLst>
        </pc:picChg>
        <pc:picChg chg="mod modCrop">
          <ac:chgData name="Leônidas Müller de Oliveira" userId="5af9566427f0cd7a" providerId="LiveId" clId="{68137F2F-A734-458A-A931-CE69A71D87D1}" dt="2021-01-13T22:47:20.532" v="2606" actId="732"/>
          <ac:picMkLst>
            <pc:docMk/>
            <pc:sldMk cId="3187776213" sldId="282"/>
            <ac:picMk id="345" creationId="{00000000-0000-0000-0000-000000000000}"/>
          </ac:picMkLst>
        </pc:picChg>
      </pc:sldChg>
      <pc:sldChg chg="addSp delSp modSp add mod">
        <pc:chgData name="Leônidas Müller de Oliveira" userId="5af9566427f0cd7a" providerId="LiveId" clId="{68137F2F-A734-458A-A931-CE69A71D87D1}" dt="2021-01-14T19:02:43.230" v="4504" actId="1076"/>
        <pc:sldMkLst>
          <pc:docMk/>
          <pc:sldMk cId="569711459" sldId="283"/>
        </pc:sldMkLst>
        <pc:spChg chg="add mod">
          <ac:chgData name="Leônidas Müller de Oliveira" userId="5af9566427f0cd7a" providerId="LiveId" clId="{68137F2F-A734-458A-A931-CE69A71D87D1}" dt="2021-01-13T21:16:46.684" v="1426"/>
          <ac:spMkLst>
            <pc:docMk/>
            <pc:sldMk cId="569711459" sldId="283"/>
            <ac:spMk id="6" creationId="{8773F3A6-AB81-492A-9E25-5D2FE5C24475}"/>
          </ac:spMkLst>
        </pc:spChg>
        <pc:spChg chg="mod">
          <ac:chgData name="Leônidas Müller de Oliveira" userId="5af9566427f0cd7a" providerId="LiveId" clId="{68137F2F-A734-458A-A931-CE69A71D87D1}" dt="2021-01-13T21:08:13.998" v="1309" actId="20577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19:02:43.230" v="4504" actId="1076"/>
          <ac:spMkLst>
            <pc:docMk/>
            <pc:sldMk cId="569711459" sldId="283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6.188" v="1425" actId="478"/>
          <ac:spMkLst>
            <pc:docMk/>
            <pc:sldMk cId="569711459" sldId="283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09:01.276" v="1316" actId="14826"/>
          <ac:picMkLst>
            <pc:docMk/>
            <pc:sldMk cId="569711459" sldId="283"/>
            <ac:picMk id="159" creationId="{00000000-0000-0000-0000-000000000000}"/>
          </ac:picMkLst>
        </pc:picChg>
      </pc:sldChg>
      <pc:sldChg chg="modSp add del mod ord">
        <pc:chgData name="Leônidas Müller de Oliveira" userId="5af9566427f0cd7a" providerId="LiveId" clId="{68137F2F-A734-458A-A931-CE69A71D87D1}" dt="2021-01-13T20:03:56.859" v="833" actId="2890"/>
        <pc:sldMkLst>
          <pc:docMk/>
          <pc:sldMk cId="579065743" sldId="283"/>
        </pc:sldMkLst>
        <pc:spChg chg="mod">
          <ac:chgData name="Leônidas Müller de Oliveira" userId="5af9566427f0cd7a" providerId="LiveId" clId="{68137F2F-A734-458A-A931-CE69A71D87D1}" dt="2021-01-13T20:03:56.066" v="831" actId="20577"/>
          <ac:spMkLst>
            <pc:docMk/>
            <pc:sldMk cId="579065743" sldId="283"/>
            <ac:spMk id="141" creationId="{00000000-0000-0000-0000-000000000000}"/>
          </ac:spMkLst>
        </pc:spChg>
      </pc:sldChg>
      <pc:sldChg chg="addSp delSp modSp add mod ord">
        <pc:chgData name="Leônidas Müller de Oliveira" userId="5af9566427f0cd7a" providerId="LiveId" clId="{68137F2F-A734-458A-A931-CE69A71D87D1}" dt="2021-01-13T21:25:04.087" v="1848" actId="1076"/>
        <pc:sldMkLst>
          <pc:docMk/>
          <pc:sldMk cId="1437011287" sldId="284"/>
        </pc:sldMkLst>
        <pc:spChg chg="add mod">
          <ac:chgData name="Leônidas Müller de Oliveira" userId="5af9566427f0cd7a" providerId="LiveId" clId="{68137F2F-A734-458A-A931-CE69A71D87D1}" dt="2021-01-13T21:24:57.112" v="1847" actId="1076"/>
          <ac:spMkLst>
            <pc:docMk/>
            <pc:sldMk cId="1437011287" sldId="284"/>
            <ac:spMk id="2" creationId="{B5FAAC12-83B7-4468-968E-BD39CFBF23F8}"/>
          </ac:spMkLst>
        </pc:spChg>
        <pc:spChg chg="add ord">
          <ac:chgData name="Leônidas Müller de Oliveira" userId="5af9566427f0cd7a" providerId="LiveId" clId="{68137F2F-A734-458A-A931-CE69A71D87D1}" dt="2021-01-13T21:24:52.463" v="1846" actId="167"/>
          <ac:spMkLst>
            <pc:docMk/>
            <pc:sldMk cId="1437011287" sldId="284"/>
            <ac:spMk id="3" creationId="{5A9CA915-CCB3-442A-9489-70F111D48946}"/>
          </ac:spMkLst>
        </pc:spChg>
        <pc:spChg chg="add mod">
          <ac:chgData name="Leônidas Müller de Oliveira" userId="5af9566427f0cd7a" providerId="LiveId" clId="{68137F2F-A734-458A-A931-CE69A71D87D1}" dt="2021-01-13T21:25:04.087" v="1848" actId="1076"/>
          <ac:spMkLst>
            <pc:docMk/>
            <pc:sldMk cId="1437011287" sldId="284"/>
            <ac:spMk id="5" creationId="{694E9661-0DA9-4439-A260-5A55C84F5188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7" creationId="{A4DD453D-BBF4-4D35-BEA3-93C8AFDFAD21}"/>
          </ac:spMkLst>
        </pc:spChg>
        <pc:spChg chg="add del mod">
          <ac:chgData name="Leônidas Müller de Oliveira" userId="5af9566427f0cd7a" providerId="LiveId" clId="{68137F2F-A734-458A-A931-CE69A71D87D1}" dt="2021-01-13T21:21:34.154" v="1796" actId="478"/>
          <ac:spMkLst>
            <pc:docMk/>
            <pc:sldMk cId="1437011287" sldId="284"/>
            <ac:spMk id="8" creationId="{18024FAC-ADEC-4672-B0B3-FD3107CF3622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9" creationId="{C42EB859-19E8-4973-97DF-EF93B5B2D845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10" creationId="{D85E2755-D8D3-49BC-BE27-FFE170CCCC28}"/>
          </ac:spMkLst>
        </pc:spChg>
        <pc:spChg chg="add mod">
          <ac:chgData name="Leônidas Müller de Oliveira" userId="5af9566427f0cd7a" providerId="LiveId" clId="{68137F2F-A734-458A-A931-CE69A71D87D1}" dt="2021-01-13T21:23:53.752" v="1831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68137F2F-A734-458A-A931-CE69A71D87D1}" dt="2021-01-13T21:24:13.614" v="1834" actId="1076"/>
          <ac:spMkLst>
            <pc:docMk/>
            <pc:sldMk cId="1437011287" sldId="284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23:28.244" v="1825" actId="552"/>
          <ac:spMkLst>
            <pc:docMk/>
            <pc:sldMk cId="1437011287" sldId="284"/>
            <ac:spMk id="150" creationId="{00000000-0000-0000-0000-000000000000}"/>
          </ac:spMkLst>
        </pc:spChg>
      </pc:sldChg>
      <pc:sldChg chg="modSp add mod ord">
        <pc:chgData name="Leônidas Müller de Oliveira" userId="5af9566427f0cd7a" providerId="LiveId" clId="{68137F2F-A734-458A-A931-CE69A71D87D1}" dt="2021-01-13T21:36:11.834" v="1990" actId="14100"/>
        <pc:sldMkLst>
          <pc:docMk/>
          <pc:sldMk cId="2813838532" sldId="285"/>
        </pc:sldMkLst>
        <pc:spChg chg="mod">
          <ac:chgData name="Leônidas Müller de Oliveira" userId="5af9566427f0cd7a" providerId="LiveId" clId="{68137F2F-A734-458A-A931-CE69A71D87D1}" dt="2021-01-13T21:35:28.849" v="1876" actId="14100"/>
          <ac:spMkLst>
            <pc:docMk/>
            <pc:sldMk cId="2813838532" sldId="285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35:48.905" v="1983" actId="20577"/>
          <ac:spMkLst>
            <pc:docMk/>
            <pc:sldMk cId="2813838532" sldId="285"/>
            <ac:spMk id="15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36:11.834" v="1990" actId="14100"/>
          <ac:picMkLst>
            <pc:docMk/>
            <pc:sldMk cId="2813838532" sldId="285"/>
            <ac:picMk id="159" creationId="{00000000-0000-0000-0000-000000000000}"/>
          </ac:picMkLst>
        </pc:picChg>
      </pc:sldChg>
      <pc:sldChg chg="addSp delSp modSp add del mod">
        <pc:chgData name="Leônidas Müller de Oliveira" userId="5af9566427f0cd7a" providerId="LiveId" clId="{68137F2F-A734-458A-A931-CE69A71D87D1}" dt="2021-01-13T22:44:49.198" v="2589" actId="47"/>
        <pc:sldMkLst>
          <pc:docMk/>
          <pc:sldMk cId="2907770087" sldId="286"/>
        </pc:sldMkLst>
        <pc:spChg chg="add del">
          <ac:chgData name="Leônidas Müller de Oliveira" userId="5af9566427f0cd7a" providerId="LiveId" clId="{68137F2F-A734-458A-A931-CE69A71D87D1}" dt="2021-01-13T22:39:46.586" v="2430" actId="22"/>
          <ac:spMkLst>
            <pc:docMk/>
            <pc:sldMk cId="2907770087" sldId="286"/>
            <ac:spMk id="12" creationId="{663EB6C0-7929-4ED7-BC40-5CBDD5E5E9EC}"/>
          </ac:spMkLst>
        </pc:spChg>
        <pc:spChg chg="add del">
          <ac:chgData name="Leônidas Müller de Oliveira" userId="5af9566427f0cd7a" providerId="LiveId" clId="{68137F2F-A734-458A-A931-CE69A71D87D1}" dt="2021-01-13T22:39:57.052" v="2432" actId="22"/>
          <ac:spMkLst>
            <pc:docMk/>
            <pc:sldMk cId="2907770087" sldId="286"/>
            <ac:spMk id="14" creationId="{7C0CAF90-B48A-48ED-AFB5-6E37D2DC41EE}"/>
          </ac:spMkLst>
        </pc:spChg>
        <pc:spChg chg="mod">
          <ac:chgData name="Leônidas Müller de Oliveira" userId="5af9566427f0cd7a" providerId="LiveId" clId="{68137F2F-A734-458A-A931-CE69A71D87D1}" dt="2021-01-13T22:41:16.530" v="2463" actId="20577"/>
          <ac:spMkLst>
            <pc:docMk/>
            <pc:sldMk cId="2907770087" sldId="286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41:03.715" v="2435" actId="14100"/>
          <ac:picMkLst>
            <pc:docMk/>
            <pc:sldMk cId="2907770087" sldId="286"/>
            <ac:picMk id="199" creationId="{00000000-0000-0000-0000-000000000000}"/>
          </ac:picMkLst>
        </pc:picChg>
      </pc:sldChg>
      <pc:sldChg chg="add del">
        <pc:chgData name="Leônidas Müller de Oliveira" userId="5af9566427f0cd7a" providerId="LiveId" clId="{68137F2F-A734-458A-A931-CE69A71D87D1}" dt="2021-01-13T22:44:52.084" v="2590" actId="47"/>
        <pc:sldMkLst>
          <pc:docMk/>
          <pc:sldMk cId="1064290854" sldId="287"/>
        </pc:sldMkLst>
      </pc:sldChg>
      <pc:sldChg chg="modSp add mod">
        <pc:chgData name="Leônidas Müller de Oliveira" userId="5af9566427f0cd7a" providerId="LiveId" clId="{68137F2F-A734-458A-A931-CE69A71D87D1}" dt="2021-01-14T00:45:56.787" v="4490" actId="1076"/>
        <pc:sldMkLst>
          <pc:docMk/>
          <pc:sldMk cId="946061715" sldId="288"/>
        </pc:sldMkLst>
        <pc:spChg chg="mod">
          <ac:chgData name="Leônidas Müller de Oliveira" userId="5af9566427f0cd7a" providerId="LiveId" clId="{68137F2F-A734-458A-A931-CE69A71D87D1}" dt="2021-01-14T00:45:18.794" v="4489" actId="20577"/>
          <ac:spMkLst>
            <pc:docMk/>
            <pc:sldMk cId="946061715" sldId="288"/>
            <ac:spMk id="11" creationId="{66D68495-624D-436A-A86D-E42CC4800A32}"/>
          </ac:spMkLst>
        </pc:spChg>
        <pc:spChg chg="mod">
          <ac:chgData name="Leônidas Müller de Oliveira" userId="5af9566427f0cd7a" providerId="LiveId" clId="{68137F2F-A734-458A-A931-CE69A71D87D1}" dt="2021-01-13T22:41:39.132" v="2493" actId="20577"/>
          <ac:spMkLst>
            <pc:docMk/>
            <pc:sldMk cId="946061715" sldId="288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4T00:45:56.787" v="4490" actId="1076"/>
          <ac:picMkLst>
            <pc:docMk/>
            <pc:sldMk cId="946061715" sldId="288"/>
            <ac:picMk id="199" creationId="{00000000-0000-0000-0000-000000000000}"/>
          </ac:picMkLst>
        </pc:picChg>
      </pc:sldChg>
      <pc:sldChg chg="modSp add mod">
        <pc:chgData name="Leônidas Müller de Oliveira" userId="5af9566427f0cd7a" providerId="LiveId" clId="{68137F2F-A734-458A-A931-CE69A71D87D1}" dt="2021-01-14T00:44:48.781" v="4488" actId="14100"/>
        <pc:sldMkLst>
          <pc:docMk/>
          <pc:sldMk cId="4038552212" sldId="289"/>
        </pc:sldMkLst>
        <pc:spChg chg="mod">
          <ac:chgData name="Leônidas Müller de Oliveira" userId="5af9566427f0cd7a" providerId="LiveId" clId="{68137F2F-A734-458A-A931-CE69A71D87D1}" dt="2021-01-13T22:49:58.994" v="2725" actId="20577"/>
          <ac:spMkLst>
            <pc:docMk/>
            <pc:sldMk cId="4038552212" sldId="289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4:48.781" v="4488" actId="14100"/>
          <ac:spMkLst>
            <pc:docMk/>
            <pc:sldMk cId="4038552212" sldId="289"/>
            <ac:spMk id="158" creationId="{00000000-0000-0000-0000-000000000000}"/>
          </ac:spMkLst>
        </pc:spChg>
      </pc:sldChg>
      <pc:sldChg chg="modSp add mod">
        <pc:chgData name="Leônidas Müller de Oliveira" userId="5af9566427f0cd7a" providerId="LiveId" clId="{68137F2F-A734-458A-A931-CE69A71D87D1}" dt="2021-01-14T00:51:00.650" v="4497" actId="20577"/>
        <pc:sldMkLst>
          <pc:docMk/>
          <pc:sldMk cId="2908053148" sldId="290"/>
        </pc:sldMkLst>
        <pc:spChg chg="mod">
          <ac:chgData name="Leônidas Müller de Oliveira" userId="5af9566427f0cd7a" providerId="LiveId" clId="{68137F2F-A734-458A-A931-CE69A71D87D1}" dt="2021-01-14T00:50:50.248" v="4492" actId="1076"/>
          <ac:spMkLst>
            <pc:docMk/>
            <pc:sldMk cId="2908053148" sldId="290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00.650" v="4497" actId="20577"/>
          <ac:spMkLst>
            <pc:docMk/>
            <pc:sldMk cId="2908053148" sldId="290"/>
            <ac:spMk id="158" creationId="{00000000-0000-0000-0000-000000000000}"/>
          </ac:spMkLst>
        </pc:spChg>
      </pc:sldChg>
      <pc:sldChg chg="modSp add del mod">
        <pc:chgData name="Leônidas Müller de Oliveira" userId="5af9566427f0cd7a" providerId="LiveId" clId="{68137F2F-A734-458A-A931-CE69A71D87D1}" dt="2021-01-13T22:59:53.923" v="3478" actId="2696"/>
        <pc:sldMkLst>
          <pc:docMk/>
          <pc:sldMk cId="3394121669" sldId="290"/>
        </pc:sldMkLst>
        <pc:spChg chg="mod">
          <ac:chgData name="Leônidas Müller de Oliveira" userId="5af9566427f0cd7a" providerId="LiveId" clId="{68137F2F-A734-458A-A931-CE69A71D87D1}" dt="2021-01-13T22:53:00.676" v="3156" actId="1076"/>
          <ac:spMkLst>
            <pc:docMk/>
            <pc:sldMk cId="3394121669" sldId="290"/>
            <ac:spMk id="149" creationId="{00000000-0000-0000-0000-000000000000}"/>
          </ac:spMkLst>
        </pc:spChg>
      </pc:sldChg>
      <pc:sldChg chg="add">
        <pc:chgData name="Leônidas Müller de Oliveira" userId="5af9566427f0cd7a" providerId="LiveId" clId="{68137F2F-A734-458A-A931-CE69A71D87D1}" dt="2021-01-13T23:58:58.383" v="4446" actId="2890"/>
        <pc:sldMkLst>
          <pc:docMk/>
          <pc:sldMk cId="2491790395" sldId="291"/>
        </pc:sldMkLst>
      </pc:sldChg>
    </pc:docChg>
  </pc:docChgLst>
  <pc:docChgLst>
    <pc:chgData name="Leônidas Müller de Oliveira" userId="5af9566427f0cd7a" providerId="LiveId" clId="{C235D058-B061-4462-B435-67AC37D15A2A}"/>
    <pc:docChg chg="undo custSel addSld delSld modSld sldOrd">
      <pc:chgData name="Leônidas Müller de Oliveira" userId="5af9566427f0cd7a" providerId="LiveId" clId="{C235D058-B061-4462-B435-67AC37D15A2A}" dt="2025-06-30T01:19:49.911" v="542" actId="47"/>
      <pc:docMkLst>
        <pc:docMk/>
      </pc:docMkLst>
      <pc:sldChg chg="addSp delSp modSp mod">
        <pc:chgData name="Leônidas Müller de Oliveira" userId="5af9566427f0cd7a" providerId="LiveId" clId="{C235D058-B061-4462-B435-67AC37D15A2A}" dt="2025-06-29T21:30:25.597" v="428" actId="478"/>
        <pc:sldMkLst>
          <pc:docMk/>
          <pc:sldMk cId="4004384132" sldId="286"/>
        </pc:sldMkLst>
        <pc:grpChg chg="del mod">
          <ac:chgData name="Leônidas Müller de Oliveira" userId="5af9566427f0cd7a" providerId="LiveId" clId="{C235D058-B061-4462-B435-67AC37D15A2A}" dt="2025-06-28T12:26:50.076" v="5"/>
          <ac:grpSpMkLst>
            <pc:docMk/>
            <pc:sldMk cId="4004384132" sldId="286"/>
            <ac:grpSpMk id="5" creationId="{D3C53A3A-8959-9499-626B-CEB41BFC7E52}"/>
          </ac:grpSpMkLst>
        </pc:grpChg>
        <pc:grpChg chg="del mod">
          <ac:chgData name="Leônidas Müller de Oliveira" userId="5af9566427f0cd7a" providerId="LiveId" clId="{C235D058-B061-4462-B435-67AC37D15A2A}" dt="2025-06-28T12:27:50.456" v="18"/>
          <ac:grpSpMkLst>
            <pc:docMk/>
            <pc:sldMk cId="4004384132" sldId="286"/>
            <ac:grpSpMk id="7" creationId="{6E04E536-2A2A-1E3E-6086-11545EFF2C9B}"/>
          </ac:grpSpMkLst>
        </pc:grpChg>
        <pc:grpChg chg="del mod">
          <ac:chgData name="Leônidas Müller de Oliveira" userId="5af9566427f0cd7a" providerId="LiveId" clId="{C235D058-B061-4462-B435-67AC37D15A2A}" dt="2025-06-28T12:27:50.456" v="18"/>
          <ac:grpSpMkLst>
            <pc:docMk/>
            <pc:sldMk cId="4004384132" sldId="286"/>
            <ac:grpSpMk id="19" creationId="{C1AC6FD2-A3C9-3A4B-8BD9-527EC2F3650B}"/>
          </ac:grpSpMkLst>
        </pc:grpChg>
        <pc:grpChg chg="del mod">
          <ac:chgData name="Leônidas Müller de Oliveira" userId="5af9566427f0cd7a" providerId="LiveId" clId="{C235D058-B061-4462-B435-67AC37D15A2A}" dt="2025-06-28T12:28:58.643" v="21"/>
          <ac:grpSpMkLst>
            <pc:docMk/>
            <pc:sldMk cId="4004384132" sldId="286"/>
            <ac:grpSpMk id="22" creationId="{C112AF4C-01F9-211A-0274-2A87B20334FA}"/>
          </ac:grpSpMkLst>
        </pc:grpChg>
        <pc:grpChg chg="del mod">
          <ac:chgData name="Leônidas Müller de Oliveira" userId="5af9566427f0cd7a" providerId="LiveId" clId="{C235D058-B061-4462-B435-67AC37D15A2A}" dt="2025-06-28T12:29:04.764" v="23"/>
          <ac:grpSpMkLst>
            <pc:docMk/>
            <pc:sldMk cId="4004384132" sldId="286"/>
            <ac:grpSpMk id="25" creationId="{292D356E-E98C-2F44-278B-A3A58CB4F9A8}"/>
          </ac:grpSpMkLst>
        </pc:grpChg>
        <pc:grpChg chg="del mod">
          <ac:chgData name="Leônidas Müller de Oliveira" userId="5af9566427f0cd7a" providerId="LiveId" clId="{C235D058-B061-4462-B435-67AC37D15A2A}" dt="2025-06-28T12:29:08.232" v="26"/>
          <ac:grpSpMkLst>
            <pc:docMk/>
            <pc:sldMk cId="4004384132" sldId="286"/>
            <ac:grpSpMk id="27" creationId="{1B5083DF-D1D2-EAD4-9D62-6C9D8695081B}"/>
          </ac:grpSpMkLst>
        </pc:grpChg>
        <pc:grpChg chg="del mod">
          <ac:chgData name="Leônidas Müller de Oliveira" userId="5af9566427f0cd7a" providerId="LiveId" clId="{C235D058-B061-4462-B435-67AC37D15A2A}" dt="2025-06-29T21:30:25.597" v="428" actId="478"/>
          <ac:grpSpMkLst>
            <pc:docMk/>
            <pc:sldMk cId="4004384132" sldId="286"/>
            <ac:grpSpMk id="30" creationId="{D06BDC15-2977-C5E7-6BFC-E9235982AB41}"/>
          </ac:grpSpMkLst>
        </pc:grpChg>
        <pc:grpChg chg="del mod">
          <ac:chgData name="Leônidas Müller de Oliveira" userId="5af9566427f0cd7a" providerId="LiveId" clId="{C235D058-B061-4462-B435-67AC37D15A2A}" dt="2025-06-28T13:03:40.429" v="346"/>
          <ac:grpSpMkLst>
            <pc:docMk/>
            <pc:sldMk cId="4004384132" sldId="286"/>
            <ac:grpSpMk id="36" creationId="{2391564A-6387-E7CB-1509-5151F5FB49FD}"/>
          </ac:grpSpMkLst>
        </pc:grpChg>
        <pc:grpChg chg="del mod">
          <ac:chgData name="Leônidas Müller de Oliveira" userId="5af9566427f0cd7a" providerId="LiveId" clId="{C235D058-B061-4462-B435-67AC37D15A2A}" dt="2025-06-28T13:03:44.367" v="349"/>
          <ac:grpSpMkLst>
            <pc:docMk/>
            <pc:sldMk cId="4004384132" sldId="286"/>
            <ac:grpSpMk id="41" creationId="{8E48EC1B-A19F-F24E-1043-C0C90BD0F3DF}"/>
          </ac:grpSpMkLst>
        </pc:grpChg>
        <pc:grpChg chg="del mod">
          <ac:chgData name="Leônidas Müller de Oliveira" userId="5af9566427f0cd7a" providerId="LiveId" clId="{C235D058-B061-4462-B435-67AC37D15A2A}" dt="2025-06-28T13:03:46.540" v="352"/>
          <ac:grpSpMkLst>
            <pc:docMk/>
            <pc:sldMk cId="4004384132" sldId="286"/>
            <ac:grpSpMk id="44" creationId="{4222CD41-3ECE-31A2-FFF4-B1040E1A5C57}"/>
          </ac:grpSpMkLst>
        </pc:grpChg>
        <pc:grpChg chg="del mod">
          <ac:chgData name="Leônidas Müller de Oliveira" userId="5af9566427f0cd7a" providerId="LiveId" clId="{C235D058-B061-4462-B435-67AC37D15A2A}" dt="2025-06-28T13:03:51.483" v="353" actId="478"/>
          <ac:grpSpMkLst>
            <pc:docMk/>
            <pc:sldMk cId="4004384132" sldId="286"/>
            <ac:grpSpMk id="47" creationId="{F33105CF-CEA4-AF47-E0D4-654489B6C69A}"/>
          </ac:grpSpMkLst>
        </pc:grpChg>
        <pc:grpChg chg="del mod">
          <ac:chgData name="Leônidas Müller de Oliveira" userId="5af9566427f0cd7a" providerId="LiveId" clId="{C235D058-B061-4462-B435-67AC37D15A2A}" dt="2025-06-28T13:04:18.845" v="365"/>
          <ac:grpSpMkLst>
            <pc:docMk/>
            <pc:sldMk cId="4004384132" sldId="286"/>
            <ac:grpSpMk id="56" creationId="{84A45694-6CAA-9936-3712-144242BD1901}"/>
          </ac:grpSpMkLst>
        </pc:grpChg>
        <pc:grpChg chg="del mod">
          <ac:chgData name="Leônidas Müller de Oliveira" userId="5af9566427f0cd7a" providerId="LiveId" clId="{C235D058-B061-4462-B435-67AC37D15A2A}" dt="2025-06-28T13:04:22.875" v="367"/>
          <ac:grpSpMkLst>
            <pc:docMk/>
            <pc:sldMk cId="4004384132" sldId="286"/>
            <ac:grpSpMk id="59" creationId="{B40A3D1F-3C7D-2C2B-4438-A2FBD77237CC}"/>
          </ac:grpSpMkLst>
        </pc:grpChg>
        <pc:grpChg chg="del mod">
          <ac:chgData name="Leônidas Müller de Oliveira" userId="5af9566427f0cd7a" providerId="LiveId" clId="{C235D058-B061-4462-B435-67AC37D15A2A}" dt="2025-06-28T13:04:31.043" v="370"/>
          <ac:grpSpMkLst>
            <pc:docMk/>
            <pc:sldMk cId="4004384132" sldId="286"/>
            <ac:grpSpMk id="61" creationId="{EFFE567C-0F9D-9888-D600-D86EDDC12752}"/>
          </ac:grpSpMkLst>
        </pc:grpChg>
        <pc:grpChg chg="del mod">
          <ac:chgData name="Leônidas Müller de Oliveira" userId="5af9566427f0cd7a" providerId="LiveId" clId="{C235D058-B061-4462-B435-67AC37D15A2A}" dt="2025-06-28T13:04:32.963" v="372"/>
          <ac:grpSpMkLst>
            <pc:docMk/>
            <pc:sldMk cId="4004384132" sldId="286"/>
            <ac:grpSpMk id="128" creationId="{54D8CAF3-AF3E-A389-7335-07242B83ACE4}"/>
          </ac:grpSpMkLst>
        </pc:grpChg>
        <pc:grpChg chg="del mod">
          <ac:chgData name="Leônidas Müller de Oliveira" userId="5af9566427f0cd7a" providerId="LiveId" clId="{C235D058-B061-4462-B435-67AC37D15A2A}" dt="2025-06-28T13:04:35.596" v="377"/>
          <ac:grpSpMkLst>
            <pc:docMk/>
            <pc:sldMk cId="4004384132" sldId="286"/>
            <ac:grpSpMk id="130" creationId="{331B8076-64A8-8AA4-6064-2DDA55FA6CC1}"/>
          </ac:grpSpMkLst>
        </pc:grpChg>
        <pc:grpChg chg="del mod">
          <ac:chgData name="Leônidas Müller de Oliveira" userId="5af9566427f0cd7a" providerId="LiveId" clId="{C235D058-B061-4462-B435-67AC37D15A2A}" dt="2025-06-28T13:04:39.262" v="380"/>
          <ac:grpSpMkLst>
            <pc:docMk/>
            <pc:sldMk cId="4004384132" sldId="286"/>
            <ac:grpSpMk id="135" creationId="{58DF5EC1-32B0-C6A4-69B9-3FD559F7DC67}"/>
          </ac:grpSpMkLst>
        </pc:grpChg>
        <pc:grpChg chg="del mod">
          <ac:chgData name="Leônidas Müller de Oliveira" userId="5af9566427f0cd7a" providerId="LiveId" clId="{C235D058-B061-4462-B435-67AC37D15A2A}" dt="2025-06-28T13:04:43.597" v="383"/>
          <ac:grpSpMkLst>
            <pc:docMk/>
            <pc:sldMk cId="4004384132" sldId="286"/>
            <ac:grpSpMk id="138" creationId="{D2E6E123-1F73-8906-A7E0-8731D227521C}"/>
          </ac:grpSpMkLst>
        </pc:grpChg>
        <pc:grpChg chg="del mod">
          <ac:chgData name="Leônidas Müller de Oliveira" userId="5af9566427f0cd7a" providerId="LiveId" clId="{C235D058-B061-4462-B435-67AC37D15A2A}" dt="2025-06-28T13:04:47.155" v="387"/>
          <ac:grpSpMkLst>
            <pc:docMk/>
            <pc:sldMk cId="4004384132" sldId="286"/>
            <ac:grpSpMk id="143" creationId="{F24AB247-384B-D69E-944C-7A2470F9B7AA}"/>
          </ac:grpSpMkLst>
        </pc:grpChg>
        <pc:grpChg chg="del mod">
          <ac:chgData name="Leônidas Müller de Oliveira" userId="5af9566427f0cd7a" providerId="LiveId" clId="{C235D058-B061-4462-B435-67AC37D15A2A}" dt="2025-06-28T13:05:13.799" v="389"/>
          <ac:grpSpMkLst>
            <pc:docMk/>
            <pc:sldMk cId="4004384132" sldId="286"/>
            <ac:grpSpMk id="147" creationId="{7376C593-97C8-718B-F4C6-2DA87E624AE9}"/>
          </ac:grpSpMkLst>
        </pc:grpChg>
        <pc:grpChg chg="del mod">
          <ac:chgData name="Leônidas Müller de Oliveira" userId="5af9566427f0cd7a" providerId="LiveId" clId="{C235D058-B061-4462-B435-67AC37D15A2A}" dt="2025-06-28T13:05:16.921" v="396"/>
          <ac:grpSpMkLst>
            <pc:docMk/>
            <pc:sldMk cId="4004384132" sldId="286"/>
            <ac:grpSpMk id="149" creationId="{2091A404-91A7-EDA3-75D9-052683F6E93B}"/>
          </ac:grpSpMkLst>
        </pc:grpChg>
        <pc:grpChg chg="del mod">
          <ac:chgData name="Leônidas Müller de Oliveira" userId="5af9566427f0cd7a" providerId="LiveId" clId="{C235D058-B061-4462-B435-67AC37D15A2A}" dt="2025-06-28T13:05:39.058" v="405"/>
          <ac:grpSpMkLst>
            <pc:docMk/>
            <pc:sldMk cId="4004384132" sldId="286"/>
            <ac:grpSpMk id="156" creationId="{5EA668C1-AD60-7B6D-19D2-F1B0564507D6}"/>
          </ac:grpSpMkLst>
        </pc:grpChg>
        <pc:grpChg chg="del mod">
          <ac:chgData name="Leônidas Müller de Oliveira" userId="5af9566427f0cd7a" providerId="LiveId" clId="{C235D058-B061-4462-B435-67AC37D15A2A}" dt="2025-06-28T13:05:39.058" v="405"/>
          <ac:grpSpMkLst>
            <pc:docMk/>
            <pc:sldMk cId="4004384132" sldId="286"/>
            <ac:grpSpMk id="163" creationId="{8802ED11-B565-3AF6-F0D3-1A4664A8F851}"/>
          </ac:grpSpMkLst>
        </pc:grpChg>
        <pc:grpChg chg="del mod">
          <ac:chgData name="Leônidas Müller de Oliveira" userId="5af9566427f0cd7a" providerId="LiveId" clId="{C235D058-B061-4462-B435-67AC37D15A2A}" dt="2025-06-28T13:05:52.362" v="407"/>
          <ac:grpSpMkLst>
            <pc:docMk/>
            <pc:sldMk cId="4004384132" sldId="286"/>
            <ac:grpSpMk id="165" creationId="{4A0F3315-E7B7-331F-923C-DE034FEE5BCF}"/>
          </ac:grpSpMkLst>
        </pc:grpChg>
        <pc:grpChg chg="del mod">
          <ac:chgData name="Leônidas Müller de Oliveira" userId="5af9566427f0cd7a" providerId="LiveId" clId="{C235D058-B061-4462-B435-67AC37D15A2A}" dt="2025-06-28T13:06:06.706" v="409"/>
          <ac:grpSpMkLst>
            <pc:docMk/>
            <pc:sldMk cId="4004384132" sldId="286"/>
            <ac:grpSpMk id="167" creationId="{91C37AC4-6EC5-3AA8-A007-AA7708379ACB}"/>
          </ac:grpSpMkLst>
        </pc:grpChg>
        <pc:grpChg chg="del mod">
          <ac:chgData name="Leônidas Müller de Oliveira" userId="5af9566427f0cd7a" providerId="LiveId" clId="{C235D058-B061-4462-B435-67AC37D15A2A}" dt="2025-06-28T13:06:28.304" v="411"/>
          <ac:grpSpMkLst>
            <pc:docMk/>
            <pc:sldMk cId="4004384132" sldId="286"/>
            <ac:grpSpMk id="169" creationId="{D6951729-5DFD-6DFD-BD94-FB8E1B394F05}"/>
          </ac:grpSpMkLst>
        </pc:grpChg>
        <pc:grpChg chg="del mod">
          <ac:chgData name="Leônidas Müller de Oliveira" userId="5af9566427f0cd7a" providerId="LiveId" clId="{C235D058-B061-4462-B435-67AC37D15A2A}" dt="2025-06-28T13:06:30.306" v="414"/>
          <ac:grpSpMkLst>
            <pc:docMk/>
            <pc:sldMk cId="4004384132" sldId="286"/>
            <ac:grpSpMk id="171" creationId="{18E7CC33-AF9B-FCD4-EE3B-402C4920A834}"/>
          </ac:grpSpMkLst>
        </pc:grpChg>
        <pc:grpChg chg="del mod">
          <ac:chgData name="Leônidas Müller de Oliveira" userId="5af9566427f0cd7a" providerId="LiveId" clId="{C235D058-B061-4462-B435-67AC37D15A2A}" dt="2025-06-28T13:06:39.571" v="416"/>
          <ac:grpSpMkLst>
            <pc:docMk/>
            <pc:sldMk cId="4004384132" sldId="286"/>
            <ac:grpSpMk id="174" creationId="{59B7CFA6-C08A-01D4-EA51-1C7F21D555AA}"/>
          </ac:grpSpMkLst>
        </pc:grpChg>
        <pc:grpChg chg="del mod">
          <ac:chgData name="Leônidas Müller de Oliveira" userId="5af9566427f0cd7a" providerId="LiveId" clId="{C235D058-B061-4462-B435-67AC37D15A2A}" dt="2025-06-28T13:06:42.689" v="418"/>
          <ac:grpSpMkLst>
            <pc:docMk/>
            <pc:sldMk cId="4004384132" sldId="286"/>
            <ac:grpSpMk id="176" creationId="{D1EE7931-F168-E5C7-FF0A-358D4B1CBFA9}"/>
          </ac:grpSpMkLst>
        </pc:grpChg>
        <pc:grpChg chg="del mod">
          <ac:chgData name="Leônidas Müller de Oliveira" userId="5af9566427f0cd7a" providerId="LiveId" clId="{C235D058-B061-4462-B435-67AC37D15A2A}" dt="2025-06-28T13:06:44.105" v="420"/>
          <ac:grpSpMkLst>
            <pc:docMk/>
            <pc:sldMk cId="4004384132" sldId="286"/>
            <ac:grpSpMk id="178" creationId="{D6AA3301-07D6-A792-B8FA-20A58698F47E}"/>
          </ac:grpSpMkLst>
        </pc:grpChg>
        <pc:grpChg chg="del mod">
          <ac:chgData name="Leônidas Müller de Oliveira" userId="5af9566427f0cd7a" providerId="LiveId" clId="{C235D058-B061-4462-B435-67AC37D15A2A}" dt="2025-06-29T21:30:25.597" v="428" actId="478"/>
          <ac:grpSpMkLst>
            <pc:docMk/>
            <pc:sldMk cId="4004384132" sldId="286"/>
            <ac:grpSpMk id="180" creationId="{EE9BD221-C792-01D0-1A0A-8AB32EADC257}"/>
          </ac:grpSpMkLst>
        </pc:grpChg>
        <pc:grpChg chg="del mod">
          <ac:chgData name="Leônidas Müller de Oliveira" userId="5af9566427f0cd7a" providerId="LiveId" clId="{C235D058-B061-4462-B435-67AC37D15A2A}" dt="2025-06-29T21:30:25.597" v="428" actId="478"/>
          <ac:grpSpMkLst>
            <pc:docMk/>
            <pc:sldMk cId="4004384132" sldId="286"/>
            <ac:grpSpMk id="184" creationId="{9ECB9A9F-AA61-8119-D2C0-39CD2F3D0FB3}"/>
          </ac:grpSpMkLst>
        </pc:grpChg>
        <pc:grpChg chg="del mod">
          <ac:chgData name="Leônidas Müller de Oliveira" userId="5af9566427f0cd7a" providerId="LiveId" clId="{C235D058-B061-4462-B435-67AC37D15A2A}" dt="2025-06-29T21:30:25.597" v="428" actId="478"/>
          <ac:grpSpMkLst>
            <pc:docMk/>
            <pc:sldMk cId="4004384132" sldId="286"/>
            <ac:grpSpMk id="187" creationId="{0873A635-6645-69AC-B74A-3A8102EDD014}"/>
          </ac:grpSpMkLst>
        </pc:grp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2" creationId="{087FD7C1-D264-7AF8-CDE7-141DC0379D6B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3" creationId="{AF84F032-A14F-6015-C266-4A0C72234241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4" creationId="{62716D4C-6060-66B5-DC16-46A779E26EA2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6" creationId="{A91D806B-8F30-48E2-F7ED-922F95529503}"/>
          </ac:inkMkLst>
        </pc:inkChg>
        <pc:inkChg chg="add del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8" creationId="{D721A620-B419-1197-67FF-17123B77B54C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1" creationId="{606A726A-D1A1-20A9-EF94-520FD77A704D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2" creationId="{1F09F167-807C-8DF2-06B5-935BC4B5EEE4}"/>
          </ac:inkMkLst>
        </pc:inkChg>
        <pc:inkChg chg="add del mod topLvl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3" creationId="{ABB9514A-000D-2A62-982C-9ED825A1A823}"/>
          </ac:inkMkLst>
        </pc:inkChg>
        <pc:inkChg chg="add del mod topLvl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4" creationId="{31A9FCD5-670E-7CF5-2999-86CCBEB05CDE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5" creationId="{FDE7D8A7-246A-990A-0221-940FAD5105DE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6" creationId="{005FE8D7-20A1-84F0-0216-0C6F4A2C97B1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7" creationId="{80A87CC9-B16C-D101-A25A-C9AF5417C7AC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8" creationId="{16D6B370-EE6B-915E-614B-4B6A480E42F3}"/>
          </ac:inkMkLst>
        </pc:inkChg>
        <pc:inkChg chg="add del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20" creationId="{A3A8DAAF-707A-5E1E-0BB3-48F72289D6FE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21" creationId="{701BAA9F-8BA7-88CF-F758-35620BB207F7}"/>
          </ac:inkMkLst>
        </pc:inkChg>
        <pc:inkChg chg="add del">
          <ac:chgData name="Leônidas Müller de Oliveira" userId="5af9566427f0cd7a" providerId="LiveId" clId="{C235D058-B061-4462-B435-67AC37D15A2A}" dt="2025-06-28T13:03:51.483" v="353" actId="478"/>
          <ac:inkMkLst>
            <pc:docMk/>
            <pc:sldMk cId="4004384132" sldId="286"/>
            <ac:inkMk id="23" creationId="{528D8ECC-F80F-1B46-725B-7FA71CC4B8D8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24" creationId="{9B6C6481-DC71-F913-0B97-17B7FFADADE0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26" creationId="{A301433A-BE9F-7DA4-0247-7035791DC5FD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28" creationId="{7BEB7BD2-57BD-CD34-9F90-E14E97863E64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29" creationId="{B04B87A6-2956-B37B-DFB4-24FC80DF4E4E}"/>
          </ac:inkMkLst>
        </pc:inkChg>
        <pc:inkChg chg="add del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31" creationId="{DF0C247F-1F02-2D8A-3DA5-C662F2FDBEAD}"/>
          </ac:inkMkLst>
        </pc:inkChg>
        <pc:inkChg chg="add del mod">
          <ac:chgData name="Leônidas Müller de Oliveira" userId="5af9566427f0cd7a" providerId="LiveId" clId="{C235D058-B061-4462-B435-67AC37D15A2A}" dt="2025-06-28T13:03:51.483" v="353" actId="478"/>
          <ac:inkMkLst>
            <pc:docMk/>
            <pc:sldMk cId="4004384132" sldId="286"/>
            <ac:inkMk id="32" creationId="{82E2EC20-5514-1251-4D7B-634C096072B1}"/>
          </ac:inkMkLst>
        </pc:inkChg>
        <pc:inkChg chg="add del mod">
          <ac:chgData name="Leônidas Müller de Oliveira" userId="5af9566427f0cd7a" providerId="LiveId" clId="{C235D058-B061-4462-B435-67AC37D15A2A}" dt="2025-06-28T13:03:51.483" v="353" actId="478"/>
          <ac:inkMkLst>
            <pc:docMk/>
            <pc:sldMk cId="4004384132" sldId="286"/>
            <ac:inkMk id="33" creationId="{444993E3-E781-6B6A-C58D-54C819B8E8E5}"/>
          </ac:inkMkLst>
        </pc:inkChg>
        <pc:inkChg chg="add del mod">
          <ac:chgData name="Leônidas Müller de Oliveira" userId="5af9566427f0cd7a" providerId="LiveId" clId="{C235D058-B061-4462-B435-67AC37D15A2A}" dt="2025-06-28T13:03:51.483" v="353" actId="478"/>
          <ac:inkMkLst>
            <pc:docMk/>
            <pc:sldMk cId="4004384132" sldId="286"/>
            <ac:inkMk id="34" creationId="{53372D31-26A7-B078-8717-8D63A3F4408B}"/>
          </ac:inkMkLst>
        </pc:inkChg>
        <pc:inkChg chg="add del mod">
          <ac:chgData name="Leônidas Müller de Oliveira" userId="5af9566427f0cd7a" providerId="LiveId" clId="{C235D058-B061-4462-B435-67AC37D15A2A}" dt="2025-06-28T13:03:51.483" v="353" actId="478"/>
          <ac:inkMkLst>
            <pc:docMk/>
            <pc:sldMk cId="4004384132" sldId="286"/>
            <ac:inkMk id="35" creationId="{5E80511E-74E8-D143-8EE3-C58512F25C67}"/>
          </ac:inkMkLst>
        </pc:inkChg>
        <pc:inkChg chg="add del mod">
          <ac:chgData name="Leônidas Müller de Oliveira" userId="5af9566427f0cd7a" providerId="LiveId" clId="{C235D058-B061-4462-B435-67AC37D15A2A}" dt="2025-06-28T13:03:51.483" v="353" actId="478"/>
          <ac:inkMkLst>
            <pc:docMk/>
            <pc:sldMk cId="4004384132" sldId="286"/>
            <ac:inkMk id="37" creationId="{70723678-B59F-6314-2A4D-52D705A46702}"/>
          </ac:inkMkLst>
        </pc:inkChg>
        <pc:inkChg chg="add del mod">
          <ac:chgData name="Leônidas Müller de Oliveira" userId="5af9566427f0cd7a" providerId="LiveId" clId="{C235D058-B061-4462-B435-67AC37D15A2A}" dt="2025-06-28T13:03:51.483" v="353" actId="478"/>
          <ac:inkMkLst>
            <pc:docMk/>
            <pc:sldMk cId="4004384132" sldId="286"/>
            <ac:inkMk id="38" creationId="{78876972-90BF-A35B-9F84-7CF7EB5ACFA2}"/>
          </ac:inkMkLst>
        </pc:inkChg>
        <pc:inkChg chg="add del mod">
          <ac:chgData name="Leônidas Müller de Oliveira" userId="5af9566427f0cd7a" providerId="LiveId" clId="{C235D058-B061-4462-B435-67AC37D15A2A}" dt="2025-06-28T13:03:51.483" v="353" actId="478"/>
          <ac:inkMkLst>
            <pc:docMk/>
            <pc:sldMk cId="4004384132" sldId="286"/>
            <ac:inkMk id="39" creationId="{AA3C4002-5411-CDC2-087C-1F54DBA7D617}"/>
          </ac:inkMkLst>
        </pc:inkChg>
        <pc:inkChg chg="add del mod topLvl">
          <ac:chgData name="Leônidas Müller de Oliveira" userId="5af9566427f0cd7a" providerId="LiveId" clId="{C235D058-B061-4462-B435-67AC37D15A2A}" dt="2025-06-28T13:03:51.483" v="353" actId="478"/>
          <ac:inkMkLst>
            <pc:docMk/>
            <pc:sldMk cId="4004384132" sldId="286"/>
            <ac:inkMk id="40" creationId="{319D809A-E581-658F-16B7-D30B9B82573E}"/>
          </ac:inkMkLst>
        </pc:inkChg>
        <pc:inkChg chg="add del mod">
          <ac:chgData name="Leônidas Müller de Oliveira" userId="5af9566427f0cd7a" providerId="LiveId" clId="{C235D058-B061-4462-B435-67AC37D15A2A}" dt="2025-06-28T13:03:51.483" v="353" actId="478"/>
          <ac:inkMkLst>
            <pc:docMk/>
            <pc:sldMk cId="4004384132" sldId="286"/>
            <ac:inkMk id="42" creationId="{C57E98BD-3C08-574A-C1DB-54D606435AEF}"/>
          </ac:inkMkLst>
        </pc:inkChg>
        <pc:inkChg chg="add del mod">
          <ac:chgData name="Leônidas Müller de Oliveira" userId="5af9566427f0cd7a" providerId="LiveId" clId="{C235D058-B061-4462-B435-67AC37D15A2A}" dt="2025-06-28T13:03:51.483" v="353" actId="478"/>
          <ac:inkMkLst>
            <pc:docMk/>
            <pc:sldMk cId="4004384132" sldId="286"/>
            <ac:inkMk id="43" creationId="{1090B9FC-9D20-7193-2B6D-DEE896FE4786}"/>
          </ac:inkMkLst>
        </pc:inkChg>
        <pc:inkChg chg="add del mod topLvl">
          <ac:chgData name="Leônidas Müller de Oliveira" userId="5af9566427f0cd7a" providerId="LiveId" clId="{C235D058-B061-4462-B435-67AC37D15A2A}" dt="2025-06-28T13:03:51.483" v="353" actId="478"/>
          <ac:inkMkLst>
            <pc:docMk/>
            <pc:sldMk cId="4004384132" sldId="286"/>
            <ac:inkMk id="45" creationId="{89CB34BF-B899-06DC-32A3-348D9FD0DB08}"/>
          </ac:inkMkLst>
        </pc:inkChg>
        <pc:inkChg chg="add del mod">
          <ac:chgData name="Leônidas Müller de Oliveira" userId="5af9566427f0cd7a" providerId="LiveId" clId="{C235D058-B061-4462-B435-67AC37D15A2A}" dt="2025-06-28T13:03:51.483" v="353" actId="478"/>
          <ac:inkMkLst>
            <pc:docMk/>
            <pc:sldMk cId="4004384132" sldId="286"/>
            <ac:inkMk id="46" creationId="{DBD008FA-F5AE-B054-264B-B93E872042E6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48" creationId="{68666160-D7F4-7307-B583-2CF7298F4FC9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49" creationId="{A004C680-D8D2-EA0C-416A-034F861580AA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50" creationId="{03DB06F0-8ACC-AA81-3CA6-F057ADBB900F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51" creationId="{D2FE2F2F-A407-0E95-A0D5-5B571D29C7BC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52" creationId="{2EF24ED2-F86C-8946-AD43-8E85FC3E538D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53" creationId="{C88F8912-7347-0298-6C67-174410CEE5DD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54" creationId="{A9ABBCD2-3517-7055-03A4-C45E53BC7130}"/>
          </ac:inkMkLst>
        </pc:inkChg>
        <pc:inkChg chg="add del mod topLvl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55" creationId="{C028E7E5-E3D5-1C25-5898-91CD8B406B8B}"/>
          </ac:inkMkLst>
        </pc:inkChg>
        <pc:inkChg chg="add del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57" creationId="{07675071-CB22-A063-B683-280A68B532E5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58" creationId="{64AC7607-83CE-8785-5264-752CE3355F16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60" creationId="{EBAA98F2-2B71-8B57-BDB8-A36FDEFD8B95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62" creationId="{3D1AC8E8-F970-4029-060F-A5E9C99225DC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63" creationId="{9CBE69E6-604E-3DF8-0F24-3D032143B794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29" creationId="{E12BCA01-DAF9-410D-1EEF-2DE51ADAA327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31" creationId="{CDDBF231-0A69-3C9F-837E-FCC724A33F35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32" creationId="{2DD3773D-E3E1-35E8-96AE-28CD4CB6D3E9}"/>
          </ac:inkMkLst>
        </pc:inkChg>
        <pc:inkChg chg="add del mod topLvl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33" creationId="{3BF9A7F9-4719-A63F-0098-D55A58ECF5C6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34" creationId="{549F9964-FDE4-73A1-BEBD-DDF998D45737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36" creationId="{3FE7E12C-7180-2D1C-8DAD-0E5CA6A56903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37" creationId="{201B4003-9E73-E533-9BF5-7E0C5E58B50A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39" creationId="{BA38B17F-7741-4495-1F1C-DEE4139F45DA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42" creationId="{E73CE793-A134-26A1-825A-D68F78CD6CCA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44" creationId="{01D640FE-6EB0-7E0A-8B96-959319999381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45" creationId="{34DD8AB8-F7EA-5A79-C314-374392C5BC61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46" creationId="{7F0EA355-5158-ADAA-43E2-87BB446AC651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48" creationId="{D0581826-F7A4-340F-71B1-B2005BF8FFAA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50" creationId="{D10ADC34-150C-F2CC-5326-8FAC8BA0F2C0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51" creationId="{1847DB27-085F-4C9D-AFC8-8FBBD96CAA70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52" creationId="{4439CDA1-96B5-CD01-6649-A945DC9D0063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53" creationId="{A3F9F5E1-E46F-DEF3-7133-2DF250EA0709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54" creationId="{771C0437-E988-968C-0B5A-5D5DF701250E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55" creationId="{98E7B0E1-96AC-2329-73CC-50A738E62AC1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57" creationId="{27C29B56-005B-FDA3-21C4-13F1240CF99C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58" creationId="{5C6F1F54-1A95-8C9A-FD2A-B262BCB3DF45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59" creationId="{68C71463-81D1-F5A9-4F44-DEEC1829739F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60" creationId="{FEDA4341-EC7C-BB88-3983-6716B6E352FF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61" creationId="{6213EB58-BEA4-A9F1-1C69-BFD58A9F5752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62" creationId="{DBA69D57-C135-38CF-D679-2A6CAFEFC4E3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64" creationId="{FD83CFF3-3657-56EB-FC3D-D9CCFBB2AB4A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66" creationId="{A464588F-9236-2835-01CA-900EE6F5E31A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68" creationId="{3E940517-19B2-EB87-E804-285625E7F744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70" creationId="{B35AF516-1B43-13DE-646D-82892B480714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72" creationId="{5FEA1874-EAB0-60B8-ACFD-F490DE1B03C8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73" creationId="{8D032922-C0E1-FB04-5137-D76B66244B8F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75" creationId="{086A57AE-8B30-5333-606D-20029C952C02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77" creationId="{C3690B1B-C1AB-B6AA-9CA6-175CE3A83757}"/>
          </ac:inkMkLst>
        </pc:inkChg>
        <pc:inkChg chg="add del mod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79" creationId="{43316627-2A70-3C2B-B269-8D9700D356D0}"/>
          </ac:inkMkLst>
        </pc:inkChg>
        <pc:inkChg chg="add del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81" creationId="{5AFB2923-709E-2523-72E0-300871C1366F}"/>
          </ac:inkMkLst>
        </pc:inkChg>
        <pc:inkChg chg="add del mod topLvl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82" creationId="{A60F55C7-72CC-B372-76DF-77838CD751D4}"/>
          </ac:inkMkLst>
        </pc:inkChg>
        <pc:inkChg chg="add del mod topLvl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83" creationId="{AAA3CC9D-BA05-B18D-F90E-7F2039EE8C7B}"/>
          </ac:inkMkLst>
        </pc:inkChg>
        <pc:inkChg chg="add del mod topLvl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85" creationId="{0A27B51D-B459-03D1-BDFB-47C16306D21E}"/>
          </ac:inkMkLst>
        </pc:inkChg>
        <pc:inkChg chg="add del mod topLvl">
          <ac:chgData name="Leônidas Müller de Oliveira" userId="5af9566427f0cd7a" providerId="LiveId" clId="{C235D058-B061-4462-B435-67AC37D15A2A}" dt="2025-06-29T21:30:25.597" v="428" actId="478"/>
          <ac:inkMkLst>
            <pc:docMk/>
            <pc:sldMk cId="4004384132" sldId="286"/>
            <ac:inkMk id="186" creationId="{D36F62F2-FDCE-1093-75C1-E78374F9E169}"/>
          </ac:inkMkLst>
        </pc:inkChg>
      </pc:sldChg>
      <pc:sldChg chg="addSp delSp modSp mod">
        <pc:chgData name="Leônidas Müller de Oliveira" userId="5af9566427f0cd7a" providerId="LiveId" clId="{C235D058-B061-4462-B435-67AC37D15A2A}" dt="2025-06-29T21:30:28.684" v="429" actId="478"/>
        <pc:sldMkLst>
          <pc:docMk/>
          <pc:sldMk cId="196204676" sldId="288"/>
        </pc:sldMkLst>
        <pc:grpChg chg="del mod">
          <ac:chgData name="Leônidas Müller de Oliveira" userId="5af9566427f0cd7a" providerId="LiveId" clId="{C235D058-B061-4462-B435-67AC37D15A2A}" dt="2025-06-29T21:30:28.684" v="429" actId="478"/>
          <ac:grpSpMkLst>
            <pc:docMk/>
            <pc:sldMk cId="196204676" sldId="288"/>
            <ac:grpSpMk id="17" creationId="{5F179A53-FFAA-2F14-84C7-74DC9B0D4FA3}"/>
          </ac:grpSpMkLst>
        </pc:grpChg>
        <pc:grpChg chg="del mod">
          <ac:chgData name="Leônidas Müller de Oliveira" userId="5af9566427f0cd7a" providerId="LiveId" clId="{C235D058-B061-4462-B435-67AC37D15A2A}" dt="2025-06-28T12:31:12.993" v="54"/>
          <ac:grpSpMkLst>
            <pc:docMk/>
            <pc:sldMk cId="196204676" sldId="288"/>
            <ac:grpSpMk id="28" creationId="{DF5FFA38-A468-2A5B-997C-F9345BE9A5BC}"/>
          </ac:grpSpMkLst>
        </pc:grpChg>
        <pc:grpChg chg="del mod">
          <ac:chgData name="Leônidas Müller de Oliveira" userId="5af9566427f0cd7a" providerId="LiveId" clId="{C235D058-B061-4462-B435-67AC37D15A2A}" dt="2025-06-28T12:31:22.125" v="58"/>
          <ac:grpSpMkLst>
            <pc:docMk/>
            <pc:sldMk cId="196204676" sldId="288"/>
            <ac:grpSpMk id="31" creationId="{4D57F548-7B5C-4B81-37E3-4338A50F1613}"/>
          </ac:grpSpMkLst>
        </pc:grpChg>
        <pc:grpChg chg="del mod">
          <ac:chgData name="Leônidas Müller de Oliveira" userId="5af9566427f0cd7a" providerId="LiveId" clId="{C235D058-B061-4462-B435-67AC37D15A2A}" dt="2025-06-29T21:30:28.684" v="429" actId="478"/>
          <ac:grpSpMkLst>
            <pc:docMk/>
            <pc:sldMk cId="196204676" sldId="288"/>
            <ac:grpSpMk id="35" creationId="{8D925995-8AD9-5776-0709-0063A858CB03}"/>
          </ac:grpSpMkLst>
        </pc:grpChg>
        <pc:inkChg chg="add del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3" creationId="{D9D09AA7-3022-8DDF-3C4D-9AE4A172C64A}"/>
          </ac:inkMkLst>
        </pc:inkChg>
        <pc:inkChg chg="add del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4" creationId="{5AEF9C06-F607-A642-1D06-3FC4E673E3B0}"/>
          </ac:inkMkLst>
        </pc:inkChg>
        <pc:inkChg chg="add del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5" creationId="{41727F81-DA5A-47AB-CF30-D6BF66AE9230}"/>
          </ac:inkMkLst>
        </pc:inkChg>
        <pc:inkChg chg="add del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6" creationId="{70081B20-F526-DD3A-8678-0E4B7CD11C51}"/>
          </ac:inkMkLst>
        </pc:inkChg>
        <pc:inkChg chg="add del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7" creationId="{910098D6-AF2A-B298-DB0C-6069819F742B}"/>
          </ac:inkMkLst>
        </pc:inkChg>
        <pc:inkChg chg="add del mod topLvl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8" creationId="{277CCCE6-6748-F043-ECA2-F255FB8B45CB}"/>
          </ac:inkMkLst>
        </pc:inkChg>
        <pc:inkChg chg="add del mod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9" creationId="{9D41537B-0742-D17D-25BC-B9C2EC94E6FB}"/>
          </ac:inkMkLst>
        </pc:inkChg>
        <pc:inkChg chg="add del mod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11" creationId="{2E28D56E-2011-83AA-4980-442C4D659B91}"/>
          </ac:inkMkLst>
        </pc:inkChg>
        <pc:inkChg chg="add del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12" creationId="{D50A549D-DF04-4B8C-17C0-1202694FD40D}"/>
          </ac:inkMkLst>
        </pc:inkChg>
        <pc:inkChg chg="add del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13" creationId="{33260063-7FAF-6EF5-89BB-E6820BEDC6C2}"/>
          </ac:inkMkLst>
        </pc:inkChg>
        <pc:inkChg chg="add del mod topLvl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14" creationId="{52364A82-F52E-366D-3DC9-F6E3C63CB822}"/>
          </ac:inkMkLst>
        </pc:inkChg>
        <pc:inkChg chg="add del mod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15" creationId="{69D02499-54D4-AD25-5096-2328318234A1}"/>
          </ac:inkMkLst>
        </pc:inkChg>
        <pc:inkChg chg="add del mod topLvl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16" creationId="{74C14E8A-2D10-2BCC-5809-605C6335D859}"/>
          </ac:inkMkLst>
        </pc:inkChg>
        <pc:inkChg chg="add del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18" creationId="{EC51644A-FFE5-6EDA-96D6-85A5087728BE}"/>
          </ac:inkMkLst>
        </pc:inkChg>
        <pc:inkChg chg="add del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19" creationId="{27149CA3-621F-42F9-BD8B-26936E7311AC}"/>
          </ac:inkMkLst>
        </pc:inkChg>
        <pc:inkChg chg="add del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20" creationId="{0F3FA731-796E-3DE5-6470-7B2D824209C4}"/>
          </ac:inkMkLst>
        </pc:inkChg>
        <pc:inkChg chg="add del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21" creationId="{218D3E15-AEFF-F455-AE12-400818B7DF87}"/>
          </ac:inkMkLst>
        </pc:inkChg>
        <pc:inkChg chg="add del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22" creationId="{C0E43D26-C25A-5963-A700-086DC922FFF8}"/>
          </ac:inkMkLst>
        </pc:inkChg>
        <pc:inkChg chg="add del mod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23" creationId="{3868DBEB-B2F3-4EA5-1F59-D2C8987C064E}"/>
          </ac:inkMkLst>
        </pc:inkChg>
        <pc:inkChg chg="add del mod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24" creationId="{3A063CB1-9733-4FB8-FBDD-4E2DF641636B}"/>
          </ac:inkMkLst>
        </pc:inkChg>
        <pc:inkChg chg="add del mod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25" creationId="{6F64C72B-0833-686E-0150-BA9AE46D34D1}"/>
          </ac:inkMkLst>
        </pc:inkChg>
        <pc:inkChg chg="add del mod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26" creationId="{179C0F19-A982-8492-CDAF-580268A80091}"/>
          </ac:inkMkLst>
        </pc:inkChg>
        <pc:inkChg chg="add del mod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27" creationId="{5211290E-83F6-5076-92C2-A82067129AB6}"/>
          </ac:inkMkLst>
        </pc:inkChg>
        <pc:inkChg chg="add del mod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29" creationId="{E2BCE783-633C-7DE3-6E52-CCCBA7CFD3B4}"/>
          </ac:inkMkLst>
        </pc:inkChg>
        <pc:inkChg chg="add del mod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30" creationId="{33BC6CDD-1F82-5728-A475-B771B9C4B550}"/>
          </ac:inkMkLst>
        </pc:inkChg>
        <pc:inkChg chg="add del mod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32" creationId="{BDF83907-FB67-E338-D027-499E385DA078}"/>
          </ac:inkMkLst>
        </pc:inkChg>
        <pc:inkChg chg="add del mod topLvl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33" creationId="{9F4E53B5-9012-3EAE-4318-4F1FCF34826B}"/>
          </ac:inkMkLst>
        </pc:inkChg>
        <pc:inkChg chg="add del mod">
          <ac:chgData name="Leônidas Müller de Oliveira" userId="5af9566427f0cd7a" providerId="LiveId" clId="{C235D058-B061-4462-B435-67AC37D15A2A}" dt="2025-06-29T21:30:28.684" v="429" actId="478"/>
          <ac:inkMkLst>
            <pc:docMk/>
            <pc:sldMk cId="196204676" sldId="288"/>
            <ac:inkMk id="34" creationId="{7CB70235-5C1A-1F2C-7666-BA5301EB9A31}"/>
          </ac:inkMkLst>
        </pc:inkChg>
      </pc:sldChg>
      <pc:sldChg chg="addSp delSp modSp mod">
        <pc:chgData name="Leônidas Müller de Oliveira" userId="5af9566427f0cd7a" providerId="LiveId" clId="{C235D058-B061-4462-B435-67AC37D15A2A}" dt="2025-06-29T21:30:31.598" v="430" actId="478"/>
        <pc:sldMkLst>
          <pc:docMk/>
          <pc:sldMk cId="3083649940" sldId="289"/>
        </pc:sldMkLst>
        <pc:grpChg chg="del mod">
          <ac:chgData name="Leônidas Müller de Oliveira" userId="5af9566427f0cd7a" providerId="LiveId" clId="{C235D058-B061-4462-B435-67AC37D15A2A}" dt="2025-06-29T21:30:31.598" v="430" actId="478"/>
          <ac:grpSpMkLst>
            <pc:docMk/>
            <pc:sldMk cId="3083649940" sldId="289"/>
            <ac:grpSpMk id="6" creationId="{E982F3DA-215A-61C6-B28B-85DA9B2DF8DE}"/>
          </ac:grpSpMkLst>
        </pc:grpChg>
        <pc:grpChg chg="del mod">
          <ac:chgData name="Leônidas Müller de Oliveira" userId="5af9566427f0cd7a" providerId="LiveId" clId="{C235D058-B061-4462-B435-67AC37D15A2A}" dt="2025-06-29T21:30:31.598" v="430" actId="478"/>
          <ac:grpSpMkLst>
            <pc:docMk/>
            <pc:sldMk cId="3083649940" sldId="289"/>
            <ac:grpSpMk id="12" creationId="{73C3E824-6CE8-789F-E2E0-DE7F5B270DC4}"/>
          </ac:grpSpMkLst>
        </pc:grpChg>
        <pc:grpChg chg="del mod">
          <ac:chgData name="Leônidas Müller de Oliveira" userId="5af9566427f0cd7a" providerId="LiveId" clId="{C235D058-B061-4462-B435-67AC37D15A2A}" dt="2025-06-29T21:30:31.598" v="430" actId="478"/>
          <ac:grpSpMkLst>
            <pc:docMk/>
            <pc:sldMk cId="3083649940" sldId="289"/>
            <ac:grpSpMk id="16" creationId="{ACE58D80-67E2-2E27-77CF-A40E8B395F03}"/>
          </ac:grpSpMkLst>
        </pc:grpChg>
        <pc:grpChg chg="del mod">
          <ac:chgData name="Leônidas Müller de Oliveira" userId="5af9566427f0cd7a" providerId="LiveId" clId="{C235D058-B061-4462-B435-67AC37D15A2A}" dt="2025-06-28T12:32:30.096" v="85"/>
          <ac:grpSpMkLst>
            <pc:docMk/>
            <pc:sldMk cId="3083649940" sldId="289"/>
            <ac:grpSpMk id="24" creationId="{77F75D25-13B4-F828-298B-52384238B0D4}"/>
          </ac:grpSpMkLst>
        </pc:grpChg>
        <pc:grpChg chg="del mod">
          <ac:chgData name="Leônidas Müller de Oliveira" userId="5af9566427f0cd7a" providerId="LiveId" clId="{C235D058-B061-4462-B435-67AC37D15A2A}" dt="2025-06-28T12:33:55.308" v="115"/>
          <ac:grpSpMkLst>
            <pc:docMk/>
            <pc:sldMk cId="3083649940" sldId="289"/>
            <ac:grpSpMk id="27" creationId="{7CD7995A-E3C9-4D5D-90D5-DED911DF3B31}"/>
          </ac:grpSpMkLst>
        </pc:grpChg>
        <pc:grpChg chg="del mod">
          <ac:chgData name="Leônidas Müller de Oliveira" userId="5af9566427f0cd7a" providerId="LiveId" clId="{C235D058-B061-4462-B435-67AC37D15A2A}" dt="2025-06-29T21:30:31.598" v="430" actId="478"/>
          <ac:grpSpMkLst>
            <pc:docMk/>
            <pc:sldMk cId="3083649940" sldId="289"/>
            <ac:grpSpMk id="30" creationId="{334D08B0-D59D-5378-0D9E-08D89C9D25D5}"/>
          </ac:grpSpMkLst>
        </pc:grpChg>
        <pc:grpChg chg="del mod">
          <ac:chgData name="Leônidas Müller de Oliveira" userId="5af9566427f0cd7a" providerId="LiveId" clId="{C235D058-B061-4462-B435-67AC37D15A2A}" dt="2025-06-28T12:32:39.169" v="93"/>
          <ac:grpSpMkLst>
            <pc:docMk/>
            <pc:sldMk cId="3083649940" sldId="289"/>
            <ac:grpSpMk id="35" creationId="{AFC730B9-B333-E203-B681-DA4EBB8851D6}"/>
          </ac:grpSpMkLst>
        </pc:grpChg>
        <pc:grpChg chg="del mod">
          <ac:chgData name="Leônidas Müller de Oliveira" userId="5af9566427f0cd7a" providerId="LiveId" clId="{C235D058-B061-4462-B435-67AC37D15A2A}" dt="2025-06-28T12:32:41.846" v="96"/>
          <ac:grpSpMkLst>
            <pc:docMk/>
            <pc:sldMk cId="3083649940" sldId="289"/>
            <ac:grpSpMk id="38" creationId="{ED3B4066-3518-2754-8C2C-5D2A55E1217A}"/>
          </ac:grpSpMkLst>
        </pc:grpChg>
        <pc:grpChg chg="del mod">
          <ac:chgData name="Leônidas Müller de Oliveira" userId="5af9566427f0cd7a" providerId="LiveId" clId="{C235D058-B061-4462-B435-67AC37D15A2A}" dt="2025-06-28T12:32:48.048" v="104"/>
          <ac:grpSpMkLst>
            <pc:docMk/>
            <pc:sldMk cId="3083649940" sldId="289"/>
            <ac:grpSpMk id="41" creationId="{95FBD2E9-4765-FEEE-829E-9EAB0000AAA2}"/>
          </ac:grpSpMkLst>
        </pc:grpChg>
        <pc:grpChg chg="del mod">
          <ac:chgData name="Leônidas Müller de Oliveira" userId="5af9566427f0cd7a" providerId="LiveId" clId="{C235D058-B061-4462-B435-67AC37D15A2A}" dt="2025-06-28T12:32:50.875" v="107"/>
          <ac:grpSpMkLst>
            <pc:docMk/>
            <pc:sldMk cId="3083649940" sldId="289"/>
            <ac:grpSpMk id="49" creationId="{1B649457-B134-7252-318B-677E2977D132}"/>
          </ac:grpSpMkLst>
        </pc:grpChg>
        <pc:grpChg chg="del mod">
          <ac:chgData name="Leônidas Müller de Oliveira" userId="5af9566427f0cd7a" providerId="LiveId" clId="{C235D058-B061-4462-B435-67AC37D15A2A}" dt="2025-06-28T12:33:12.161" v="110"/>
          <ac:grpSpMkLst>
            <pc:docMk/>
            <pc:sldMk cId="3083649940" sldId="289"/>
            <ac:grpSpMk id="52" creationId="{C94A1F0D-D993-A5E8-1639-AF6A5068B036}"/>
          </ac:grpSpMkLst>
        </pc:grpChg>
        <pc:grpChg chg="del mod">
          <ac:chgData name="Leônidas Müller de Oliveira" userId="5af9566427f0cd7a" providerId="LiveId" clId="{C235D058-B061-4462-B435-67AC37D15A2A}" dt="2025-06-29T21:30:31.598" v="430" actId="478"/>
          <ac:grpSpMkLst>
            <pc:docMk/>
            <pc:sldMk cId="3083649940" sldId="289"/>
            <ac:grpSpMk id="55" creationId="{392F8C80-CC33-3FA3-3784-9C7C9C6C8E54}"/>
          </ac:grpSpMkLst>
        </pc:grpChg>
        <pc:grpChg chg="del mod">
          <ac:chgData name="Leônidas Müller de Oliveira" userId="5af9566427f0cd7a" providerId="LiveId" clId="{C235D058-B061-4462-B435-67AC37D15A2A}" dt="2025-06-29T21:30:31.598" v="430" actId="478"/>
          <ac:grpSpMkLst>
            <pc:docMk/>
            <pc:sldMk cId="3083649940" sldId="289"/>
            <ac:grpSpMk id="59" creationId="{84CF53F5-B9EC-5FC8-7451-DECEA788613E}"/>
          </ac:grpSpMkLst>
        </pc:grpChg>
        <pc:inkChg chg="add del mod topLvl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2" creationId="{32D24892-9CAE-CBBF-4017-6026663881C0}"/>
          </ac:inkMkLst>
        </pc:inkChg>
        <pc:inkChg chg="add del mod topLvl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4" creationId="{3B2C45BA-388E-9989-A8E9-B03B3101A8E2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5" creationId="{913BF90D-A5DA-229C-F722-9F042142D4E9}"/>
          </ac:inkMkLst>
        </pc:inkChg>
        <pc:inkChg chg="add del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7" creationId="{0702D3FE-9A34-2119-B754-E4A1E0525C5D}"/>
          </ac:inkMkLst>
        </pc:inkChg>
        <pc:inkChg chg="add del mod topLvl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8" creationId="{AD136E15-43D7-75C3-773D-F455D728FC68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9" creationId="{C3AE05BD-94B2-7622-6E85-9DBE55CC6801}"/>
          </ac:inkMkLst>
        </pc:inkChg>
        <pc:inkChg chg="add del mod topLvl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11" creationId="{42D3D30B-43D3-39CA-6399-0A5BEAE3DB41}"/>
          </ac:inkMkLst>
        </pc:inkChg>
        <pc:inkChg chg="add del mod topLvl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13" creationId="{9AAD0363-21C3-191C-DC54-366AEF812158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14" creationId="{589E1E44-1BEA-F589-D20E-5C6139D2F7D9}"/>
          </ac:inkMkLst>
        </pc:inkChg>
        <pc:inkChg chg="add del mod topLvl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15" creationId="{3F515B47-4190-EED3-E139-47B67EF89496}"/>
          </ac:inkMkLst>
        </pc:inkChg>
        <pc:inkChg chg="add del mod topLvl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17" creationId="{CAC354A8-248A-6C99-650B-FCC02E6D4D52}"/>
          </ac:inkMkLst>
        </pc:inkChg>
        <pc:inkChg chg="add del mod topLvl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18" creationId="{193F352B-3338-FDD2-641B-FEAA953A7C18}"/>
          </ac:inkMkLst>
        </pc:inkChg>
        <pc:inkChg chg="add del mod topLvl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19" creationId="{CFDDBE76-99FB-0979-2372-4FD86B2DBE46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20" creationId="{5BD11E9E-0219-B5AA-5C0A-54FC90D7AA46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21" creationId="{7EE9D1A3-086E-2453-A8E6-B8B3FD7E1FF3}"/>
          </ac:inkMkLst>
        </pc:inkChg>
        <pc:inkChg chg="add del mod topLvl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22" creationId="{E49DAF1A-891E-623B-A8A9-A9E13512BDB2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23" creationId="{06F00F53-F62A-1E76-77F8-FFB977D042CA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25" creationId="{34A45732-E7E0-5C83-A863-EA77F55EEAF1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26" creationId="{D503736F-40E0-82F3-A085-524203083069}"/>
          </ac:inkMkLst>
        </pc:inkChg>
        <pc:inkChg chg="add del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28" creationId="{6897CF58-F4DC-0B9F-A620-4AD6779E4BDE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29" creationId="{2ECE04FC-8A87-AA3B-249C-1F16EC9285CB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31" creationId="{C2E67080-8251-84FB-831C-CC1EEC12CC92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32" creationId="{2C5E335F-2B94-20B3-92AE-019217CB54FD}"/>
          </ac:inkMkLst>
        </pc:inkChg>
        <pc:inkChg chg="add del mod topLvl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33" creationId="{FA8AFBDE-F018-D8DB-3300-4A5DAA239D94}"/>
          </ac:inkMkLst>
        </pc:inkChg>
        <pc:inkChg chg="add del mod topLvl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34" creationId="{14408C6F-8E88-66A1-FA20-7BFFEF224E12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36" creationId="{04D9BD70-4AF5-FBF6-7252-DC5E62C6102A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37" creationId="{F60B59F3-5354-5285-D29D-E53401B47FE4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39" creationId="{2927AA30-F9FF-B5D5-EF20-79AB16F888C9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40" creationId="{3C5C032A-4853-CD4F-5CA1-A91BD393DED2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42" creationId="{6CD8A9A2-01C8-E94B-7317-0CE91F76AAC6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43" creationId="{492ABC2A-3B5B-08D8-B488-7BFF1A44E0D6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44" creationId="{900A1023-8529-2502-05D8-5889B890B4E1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45" creationId="{617A54C9-3F0C-157A-414D-FBD2074480E2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46" creationId="{77C3DD55-83BF-2C1B-00C7-5D19F630519A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47" creationId="{A2BD02F2-ED34-6378-6D1B-263CFB4CAE60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48" creationId="{7833F25B-146E-1EBB-FBA3-03190CED830B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50" creationId="{508BE2E5-4346-31FA-FEA7-56F11F8E4FD3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51" creationId="{DAA87329-BA06-04B0-0AC9-1256287215A3}"/>
          </ac:inkMkLst>
        </pc:inkChg>
        <pc:inkChg chg="add del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53" creationId="{DEE83362-89F8-F40B-875B-8251EF9003FE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54" creationId="{45659CD9-3E9B-3080-55B6-AF80EB53A24B}"/>
          </ac:inkMkLst>
        </pc:inkChg>
        <pc:inkChg chg="add del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56" creationId="{61298011-1B6A-D8D6-4912-FC9628A229ED}"/>
          </ac:inkMkLst>
        </pc:inkChg>
        <pc:inkChg chg="add del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57" creationId="{90A164FB-6B57-387B-F294-F70E7387E5C3}"/>
          </ac:inkMkLst>
        </pc:inkChg>
        <pc:inkChg chg="add del mod">
          <ac:chgData name="Leônidas Müller de Oliveira" userId="5af9566427f0cd7a" providerId="LiveId" clId="{C235D058-B061-4462-B435-67AC37D15A2A}" dt="2025-06-29T21:30:31.598" v="430" actId="478"/>
          <ac:inkMkLst>
            <pc:docMk/>
            <pc:sldMk cId="3083649940" sldId="289"/>
            <ac:inkMk id="58" creationId="{1F55B2C1-15C5-EF4F-4C04-3E2B12841100}"/>
          </ac:inkMkLst>
        </pc:inkChg>
      </pc:sldChg>
      <pc:sldChg chg="addSp delSp modSp mod">
        <pc:chgData name="Leônidas Müller de Oliveira" userId="5af9566427f0cd7a" providerId="LiveId" clId="{C235D058-B061-4462-B435-67AC37D15A2A}" dt="2025-06-29T21:30:34.856" v="431" actId="478"/>
        <pc:sldMkLst>
          <pc:docMk/>
          <pc:sldMk cId="1829811407" sldId="290"/>
        </pc:sldMkLst>
        <pc:grpChg chg="del mod">
          <ac:chgData name="Leônidas Müller de Oliveira" userId="5af9566427f0cd7a" providerId="LiveId" clId="{C235D058-B061-4462-B435-67AC37D15A2A}" dt="2025-06-28T12:35:29.914" v="133"/>
          <ac:grpSpMkLst>
            <pc:docMk/>
            <pc:sldMk cId="1829811407" sldId="290"/>
            <ac:grpSpMk id="7" creationId="{9E469B0C-C696-98AE-4504-624F2A8F0448}"/>
          </ac:grpSpMkLst>
        </pc:grpChg>
        <pc:grpChg chg="del mod">
          <ac:chgData name="Leônidas Müller de Oliveira" userId="5af9566427f0cd7a" providerId="LiveId" clId="{C235D058-B061-4462-B435-67AC37D15A2A}" dt="2025-06-28T12:35:00.849" v="126"/>
          <ac:grpSpMkLst>
            <pc:docMk/>
            <pc:sldMk cId="1829811407" sldId="290"/>
            <ac:grpSpMk id="11" creationId="{4EBDE974-EE55-EEAE-96CC-D0FA44882AAB}"/>
          </ac:grpSpMkLst>
        </pc:grpChg>
        <pc:grpChg chg="del mod">
          <ac:chgData name="Leônidas Müller de Oliveira" userId="5af9566427f0cd7a" providerId="LiveId" clId="{C235D058-B061-4462-B435-67AC37D15A2A}" dt="2025-06-29T21:30:34.856" v="431" actId="478"/>
          <ac:grpSpMkLst>
            <pc:docMk/>
            <pc:sldMk cId="1829811407" sldId="290"/>
            <ac:grpSpMk id="14" creationId="{67285E9B-5B1F-099E-79AA-B2042A38BF69}"/>
          </ac:grpSpMkLst>
        </pc:grpChg>
        <pc:grpChg chg="del mod">
          <ac:chgData name="Leônidas Müller de Oliveira" userId="5af9566427f0cd7a" providerId="LiveId" clId="{C235D058-B061-4462-B435-67AC37D15A2A}" dt="2025-06-29T21:30:34.856" v="431" actId="478"/>
          <ac:grpSpMkLst>
            <pc:docMk/>
            <pc:sldMk cId="1829811407" sldId="290"/>
            <ac:grpSpMk id="18" creationId="{8E4257D1-13B2-AD11-02A5-4440CB794A24}"/>
          </ac:grpSpMkLst>
        </pc:grpChg>
        <pc:grpChg chg="del mod">
          <ac:chgData name="Leônidas Müller de Oliveira" userId="5af9566427f0cd7a" providerId="LiveId" clId="{C235D058-B061-4462-B435-67AC37D15A2A}" dt="2025-06-29T21:30:34.856" v="431" actId="478"/>
          <ac:grpSpMkLst>
            <pc:docMk/>
            <pc:sldMk cId="1829811407" sldId="290"/>
            <ac:grpSpMk id="21" creationId="{8837E706-EE3E-C19B-4471-D55B0DC7C5FE}"/>
          </ac:grpSpMkLst>
        </pc:grpChg>
        <pc:grpChg chg="del mod">
          <ac:chgData name="Leônidas Müller de Oliveira" userId="5af9566427f0cd7a" providerId="LiveId" clId="{C235D058-B061-4462-B435-67AC37D15A2A}" dt="2025-06-28T12:36:55.508" v="149"/>
          <ac:grpSpMkLst>
            <pc:docMk/>
            <pc:sldMk cId="1829811407" sldId="290"/>
            <ac:grpSpMk id="31" creationId="{A9925D95-AB8A-C7CD-32E7-9C72160A40CE}"/>
          </ac:grpSpMkLst>
        </pc:grpChg>
        <pc:grpChg chg="del mod">
          <ac:chgData name="Leônidas Müller de Oliveira" userId="5af9566427f0cd7a" providerId="LiveId" clId="{C235D058-B061-4462-B435-67AC37D15A2A}" dt="2025-06-29T21:30:34.856" v="431" actId="478"/>
          <ac:grpSpMkLst>
            <pc:docMk/>
            <pc:sldMk cId="1829811407" sldId="290"/>
            <ac:grpSpMk id="37" creationId="{84E27425-EDB2-9F00-2679-7180A6ECE19F}"/>
          </ac:grpSpMkLst>
        </pc:grpChg>
        <pc:grpChg chg="del mod">
          <ac:chgData name="Leônidas Müller de Oliveira" userId="5af9566427f0cd7a" providerId="LiveId" clId="{C235D058-B061-4462-B435-67AC37D15A2A}" dt="2025-06-29T21:30:34.856" v="431" actId="478"/>
          <ac:grpSpMkLst>
            <pc:docMk/>
            <pc:sldMk cId="1829811407" sldId="290"/>
            <ac:grpSpMk id="45" creationId="{113F85F8-2C40-A03F-9CE7-EDB7DB07FF13}"/>
          </ac:grpSpMkLst>
        </pc:grpChg>
        <pc:inkChg chg="add de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2" creationId="{D01C1BE1-3C1D-5220-F915-4E7D5BEBADB1}"/>
          </ac:inkMkLst>
        </pc:inkChg>
        <pc:inkChg chg="add de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3" creationId="{7CF2C415-30BD-6D8B-B8AD-D0521B82E200}"/>
          </ac:inkMkLst>
        </pc:inkChg>
        <pc:inkChg chg="add del mod topLv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4" creationId="{3CCF3D3E-E4D4-EA60-F6A8-0FB69AB797A3}"/>
          </ac:inkMkLst>
        </pc:inkChg>
        <pc:inkChg chg="add del mod topLv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5" creationId="{F4AE0696-7740-B208-A963-3A846454A3BF}"/>
          </ac:inkMkLst>
        </pc:inkChg>
        <pc:inkChg chg="add del mod topLv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8" creationId="{AFBD582E-1E05-F576-F696-8B160A16992F}"/>
          </ac:inkMkLst>
        </pc:inkChg>
        <pc:inkChg chg="add del mod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9" creationId="{2476C15A-4A2E-CD52-3178-5C8821D64AD9}"/>
          </ac:inkMkLst>
        </pc:inkChg>
        <pc:inkChg chg="add de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12" creationId="{A706A0D5-DD0D-C666-C2AF-F675344509D5}"/>
          </ac:inkMkLst>
        </pc:inkChg>
        <pc:inkChg chg="add del mod topLv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13" creationId="{916F0712-80A8-12CC-BBF8-DCCFC848C2B9}"/>
          </ac:inkMkLst>
        </pc:inkChg>
        <pc:inkChg chg="add del mod topLv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15" creationId="{80097970-25B8-DECF-6730-28BCCBBA79AC}"/>
          </ac:inkMkLst>
        </pc:inkChg>
        <pc:inkChg chg="add del mod topLv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16" creationId="{DDFF2F62-F8C5-81DB-3493-F26A0214A3A4}"/>
          </ac:inkMkLst>
        </pc:inkChg>
        <pc:inkChg chg="add del mod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17" creationId="{A5B51E96-DCC5-17AE-C44B-6F93509C9834}"/>
          </ac:inkMkLst>
        </pc:inkChg>
        <pc:inkChg chg="add del mod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19" creationId="{1B1D77CA-0B86-76BF-F76C-6BFB8BE90D00}"/>
          </ac:inkMkLst>
        </pc:inkChg>
        <pc:inkChg chg="add de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20" creationId="{CFCCE1F0-3D57-5B24-C3E1-8AD166C75EBD}"/>
          </ac:inkMkLst>
        </pc:inkChg>
        <pc:inkChg chg="add de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22" creationId="{48907483-7046-202F-FC90-9F0762A60351}"/>
          </ac:inkMkLst>
        </pc:inkChg>
        <pc:inkChg chg="add de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23" creationId="{E4C00FEC-0666-D031-7C4E-4EC127348073}"/>
          </ac:inkMkLst>
        </pc:inkChg>
        <pc:inkChg chg="add de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24" creationId="{C97E2E65-7F40-546D-0241-2D517B070361}"/>
          </ac:inkMkLst>
        </pc:inkChg>
        <pc:inkChg chg="add del mod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25" creationId="{2B064344-B27A-1844-5EED-E7D07675480C}"/>
          </ac:inkMkLst>
        </pc:inkChg>
        <pc:inkChg chg="add del mod topLv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26" creationId="{17447347-80FD-57FE-29B3-438525186EFC}"/>
          </ac:inkMkLst>
        </pc:inkChg>
        <pc:inkChg chg="add del mod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27" creationId="{F191CD33-5A07-2EE9-8FD2-7E954488F536}"/>
          </ac:inkMkLst>
        </pc:inkChg>
        <pc:inkChg chg="add del mod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28" creationId="{88C1C822-BC4F-737C-3C2F-837559C54ADA}"/>
          </ac:inkMkLst>
        </pc:inkChg>
        <pc:inkChg chg="add del mod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29" creationId="{5D5A3437-7506-2BD7-185E-E049B0F0DBB1}"/>
          </ac:inkMkLst>
        </pc:inkChg>
        <pc:inkChg chg="add del mod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30" creationId="{573417CB-D94D-8EB9-739A-BACD99E45FA4}"/>
          </ac:inkMkLst>
        </pc:inkChg>
        <pc:inkChg chg="add del mod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32" creationId="{F93D877B-E25C-08EF-F4CE-10F01DD62B76}"/>
          </ac:inkMkLst>
        </pc:inkChg>
        <pc:inkChg chg="add del mod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33" creationId="{BD2B6F70-DC49-0867-5EFF-6C8AD95EFAFF}"/>
          </ac:inkMkLst>
        </pc:inkChg>
        <pc:inkChg chg="add del mod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34" creationId="{EF5B964A-5A14-57AD-DE92-139BC8870C64}"/>
          </ac:inkMkLst>
        </pc:inkChg>
        <pc:inkChg chg="add del mod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35" creationId="{0F879631-37ED-465D-DC22-37BAFC602CED}"/>
          </ac:inkMkLst>
        </pc:inkChg>
        <pc:inkChg chg="add del mod topLv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36" creationId="{04CDE47A-C4B3-7D69-2EEE-769BA2D60084}"/>
          </ac:inkMkLst>
        </pc:inkChg>
        <pc:inkChg chg="add de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38" creationId="{6124B055-4E87-3436-6482-0F91B6CC9D4B}"/>
          </ac:inkMkLst>
        </pc:inkChg>
        <pc:inkChg chg="add del mod topLv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39" creationId="{B64FE108-75C0-EEB9-8321-F6FF7B960116}"/>
          </ac:inkMkLst>
        </pc:inkChg>
        <pc:inkChg chg="add del mod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40" creationId="{1E503A14-7F4A-6D56-F683-E1E95D6FB4A7}"/>
          </ac:inkMkLst>
        </pc:inkChg>
        <pc:inkChg chg="add del mod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41" creationId="{8DCC8B43-6C74-A7F0-0996-9597CB663F30}"/>
          </ac:inkMkLst>
        </pc:inkChg>
        <pc:inkChg chg="add del mod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42" creationId="{5617560E-E2E7-1D57-1424-533559A2F7FB}"/>
          </ac:inkMkLst>
        </pc:inkChg>
        <pc:inkChg chg="add del mod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43" creationId="{61CA6210-48F1-BD7C-2833-CF5FD61F07FA}"/>
          </ac:inkMkLst>
        </pc:inkChg>
        <pc:inkChg chg="add del mod topLvl">
          <ac:chgData name="Leônidas Müller de Oliveira" userId="5af9566427f0cd7a" providerId="LiveId" clId="{C235D058-B061-4462-B435-67AC37D15A2A}" dt="2025-06-29T21:30:34.856" v="431" actId="478"/>
          <ac:inkMkLst>
            <pc:docMk/>
            <pc:sldMk cId="1829811407" sldId="290"/>
            <ac:inkMk id="44" creationId="{AB26AD8D-2E8B-8BCC-5419-CCCB25B42497}"/>
          </ac:inkMkLst>
        </pc:inkChg>
      </pc:sldChg>
      <pc:sldChg chg="addSp delSp modSp del mod">
        <pc:chgData name="Leônidas Müller de Oliveira" userId="5af9566427f0cd7a" providerId="LiveId" clId="{C235D058-B061-4462-B435-67AC37D15A2A}" dt="2025-06-30T01:19:44.617" v="540" actId="47"/>
        <pc:sldMkLst>
          <pc:docMk/>
          <pc:sldMk cId="267836333" sldId="291"/>
        </pc:sldMkLst>
        <pc:grpChg chg="del mod">
          <ac:chgData name="Leônidas Müller de Oliveira" userId="5af9566427f0cd7a" providerId="LiveId" clId="{C235D058-B061-4462-B435-67AC37D15A2A}" dt="2025-06-28T12:38:02.094" v="167"/>
          <ac:grpSpMkLst>
            <pc:docMk/>
            <pc:sldMk cId="267836333" sldId="291"/>
            <ac:grpSpMk id="7" creationId="{1147A36A-2416-6324-D86C-F4AA7A7E613C}"/>
          </ac:grpSpMkLst>
        </pc:grpChg>
        <pc:grpChg chg="del mod">
          <ac:chgData name="Leônidas Müller de Oliveira" userId="5af9566427f0cd7a" providerId="LiveId" clId="{C235D058-B061-4462-B435-67AC37D15A2A}" dt="2025-06-29T21:30:39.390" v="432" actId="478"/>
          <ac:grpSpMkLst>
            <pc:docMk/>
            <pc:sldMk cId="267836333" sldId="291"/>
            <ac:grpSpMk id="13" creationId="{4C85443A-22DE-F966-9A82-5C4539EDAE2D}"/>
          </ac:grpSpMkLst>
        </pc:grpChg>
        <pc:grpChg chg="del mod">
          <ac:chgData name="Leônidas Müller de Oliveira" userId="5af9566427f0cd7a" providerId="LiveId" clId="{C235D058-B061-4462-B435-67AC37D15A2A}" dt="2025-06-28T12:38:08.842" v="175"/>
          <ac:grpSpMkLst>
            <pc:docMk/>
            <pc:sldMk cId="267836333" sldId="291"/>
            <ac:grpSpMk id="16" creationId="{248BBE53-9C24-ED5A-00BC-7F4E08AC9497}"/>
          </ac:grpSpMkLst>
        </pc:grpChg>
        <pc:grpChg chg="del mod">
          <ac:chgData name="Leônidas Müller de Oliveira" userId="5af9566427f0cd7a" providerId="LiveId" clId="{C235D058-B061-4462-B435-67AC37D15A2A}" dt="2025-06-28T12:38:21.296" v="178"/>
          <ac:grpSpMkLst>
            <pc:docMk/>
            <pc:sldMk cId="267836333" sldId="291"/>
            <ac:grpSpMk id="21" creationId="{35C28C5B-87B3-86EA-B64A-585B7A5E923B}"/>
          </ac:grpSpMkLst>
        </pc:grpChg>
        <pc:grpChg chg="mod">
          <ac:chgData name="Leônidas Müller de Oliveira" userId="5af9566427f0cd7a" providerId="LiveId" clId="{C235D058-B061-4462-B435-67AC37D15A2A}" dt="2025-06-29T21:31:37.323" v="444"/>
          <ac:grpSpMkLst>
            <pc:docMk/>
            <pc:sldMk cId="267836333" sldId="291"/>
            <ac:grpSpMk id="21" creationId="{379460A0-2A73-589A-75BB-F1341587AF05}"/>
          </ac:grpSpMkLst>
        </pc:grpChg>
        <pc:grpChg chg="del mod">
          <ac:chgData name="Leônidas Müller de Oliveira" userId="5af9566427f0cd7a" providerId="LiveId" clId="{C235D058-B061-4462-B435-67AC37D15A2A}" dt="2025-06-28T12:38:21.296" v="178"/>
          <ac:grpSpMkLst>
            <pc:docMk/>
            <pc:sldMk cId="267836333" sldId="291"/>
            <ac:grpSpMk id="22" creationId="{F707D4D9-61E2-280F-A81F-F719D6A0795B}"/>
          </ac:grpSpMkLst>
        </pc:grpChg>
        <pc:grpChg chg="del mod">
          <ac:chgData name="Leônidas Müller de Oliveira" userId="5af9566427f0cd7a" providerId="LiveId" clId="{C235D058-B061-4462-B435-67AC37D15A2A}" dt="2025-06-28T12:38:25.213" v="181"/>
          <ac:grpSpMkLst>
            <pc:docMk/>
            <pc:sldMk cId="267836333" sldId="291"/>
            <ac:grpSpMk id="25" creationId="{ED6DBAAC-71BD-3611-09FE-5E9DE1A89815}"/>
          </ac:grpSpMkLst>
        </pc:grpChg>
        <pc:grpChg chg="del mod">
          <ac:chgData name="Leônidas Müller de Oliveira" userId="5af9566427f0cd7a" providerId="LiveId" clId="{C235D058-B061-4462-B435-67AC37D15A2A}" dt="2025-06-28T12:38:28.740" v="183"/>
          <ac:grpSpMkLst>
            <pc:docMk/>
            <pc:sldMk cId="267836333" sldId="291"/>
            <ac:grpSpMk id="28" creationId="{984A3D35-386B-2AC3-3D78-677B65647A86}"/>
          </ac:grpSpMkLst>
        </pc:grpChg>
        <pc:grpChg chg="del mod">
          <ac:chgData name="Leônidas Müller de Oliveira" userId="5af9566427f0cd7a" providerId="LiveId" clId="{C235D058-B061-4462-B435-67AC37D15A2A}" dt="2025-06-28T12:38:35.015" v="185"/>
          <ac:grpSpMkLst>
            <pc:docMk/>
            <pc:sldMk cId="267836333" sldId="291"/>
            <ac:grpSpMk id="30" creationId="{F7295E74-5247-A5D0-8B24-F8679FF1B470}"/>
          </ac:grpSpMkLst>
        </pc:grpChg>
        <pc:grpChg chg="del mod">
          <ac:chgData name="Leônidas Müller de Oliveira" userId="5af9566427f0cd7a" providerId="LiveId" clId="{C235D058-B061-4462-B435-67AC37D15A2A}" dt="2025-06-28T12:38:35.874" v="187"/>
          <ac:grpSpMkLst>
            <pc:docMk/>
            <pc:sldMk cId="267836333" sldId="291"/>
            <ac:grpSpMk id="32" creationId="{83915F66-65A2-871E-A62E-48481F998AAD}"/>
          </ac:grpSpMkLst>
        </pc:grpChg>
        <pc:grpChg chg="del mod">
          <ac:chgData name="Leônidas Müller de Oliveira" userId="5af9566427f0cd7a" providerId="LiveId" clId="{C235D058-B061-4462-B435-67AC37D15A2A}" dt="2025-06-28T12:38:54.756" v="190"/>
          <ac:grpSpMkLst>
            <pc:docMk/>
            <pc:sldMk cId="267836333" sldId="291"/>
            <ac:grpSpMk id="34" creationId="{407979D0-64E6-2461-FEAA-51CA9925D4F3}"/>
          </ac:grpSpMkLst>
        </pc:grpChg>
        <pc:grpChg chg="del mod">
          <ac:chgData name="Leônidas Müller de Oliveira" userId="5af9566427f0cd7a" providerId="LiveId" clId="{C235D058-B061-4462-B435-67AC37D15A2A}" dt="2025-06-29T21:30:39.390" v="432" actId="478"/>
          <ac:grpSpMkLst>
            <pc:docMk/>
            <pc:sldMk cId="267836333" sldId="291"/>
            <ac:grpSpMk id="37" creationId="{67CB0940-B4E7-532A-FD34-04DD0D49581E}"/>
          </ac:grpSpMkLst>
        </pc:grpChg>
        <pc:grpChg chg="del mod">
          <ac:chgData name="Leônidas Müller de Oliveira" userId="5af9566427f0cd7a" providerId="LiveId" clId="{C235D058-B061-4462-B435-67AC37D15A2A}" dt="2025-06-28T12:39:13.041" v="198"/>
          <ac:grpSpMkLst>
            <pc:docMk/>
            <pc:sldMk cId="267836333" sldId="291"/>
            <ac:grpSpMk id="43" creationId="{5EF52863-DB57-030C-F42F-B3F9E80F9312}"/>
          </ac:grpSpMkLst>
        </pc:grpChg>
        <pc:grpChg chg="del mod">
          <ac:chgData name="Leônidas Müller de Oliveira" userId="5af9566427f0cd7a" providerId="LiveId" clId="{C235D058-B061-4462-B435-67AC37D15A2A}" dt="2025-06-28T12:39:14.946" v="200"/>
          <ac:grpSpMkLst>
            <pc:docMk/>
            <pc:sldMk cId="267836333" sldId="291"/>
            <ac:grpSpMk id="45" creationId="{601412B6-F460-374F-822F-85FA4F6811AF}"/>
          </ac:grpSpMkLst>
        </pc:grpChg>
        <pc:grpChg chg="del mod">
          <ac:chgData name="Leônidas Müller de Oliveira" userId="5af9566427f0cd7a" providerId="LiveId" clId="{C235D058-B061-4462-B435-67AC37D15A2A}" dt="2025-06-28T12:39:17.906" v="204"/>
          <ac:grpSpMkLst>
            <pc:docMk/>
            <pc:sldMk cId="267836333" sldId="291"/>
            <ac:grpSpMk id="47" creationId="{AFD31D3B-4316-0FC5-3BED-E0215581B92D}"/>
          </ac:grpSpMkLst>
        </pc:grpChg>
        <pc:grpChg chg="del mod">
          <ac:chgData name="Leônidas Müller de Oliveira" userId="5af9566427f0cd7a" providerId="LiveId" clId="{C235D058-B061-4462-B435-67AC37D15A2A}" dt="2025-06-29T21:30:39.390" v="432" actId="478"/>
          <ac:grpSpMkLst>
            <pc:docMk/>
            <pc:sldMk cId="267836333" sldId="291"/>
            <ac:grpSpMk id="51" creationId="{12190372-695D-663F-A28F-CCCA11A7F3D8}"/>
          </ac:grpSpMkLst>
        </pc:grpChg>
        <pc:grpChg chg="del mod">
          <ac:chgData name="Leônidas Müller de Oliveira" userId="5af9566427f0cd7a" providerId="LiveId" clId="{C235D058-B061-4462-B435-67AC37D15A2A}" dt="2025-06-29T21:30:39.390" v="432" actId="478"/>
          <ac:grpSpMkLst>
            <pc:docMk/>
            <pc:sldMk cId="267836333" sldId="291"/>
            <ac:grpSpMk id="129" creationId="{17071E54-57B6-99C6-FDCC-7A44D90AD3EE}"/>
          </ac:grpSpMkLst>
        </pc:grpChg>
        <pc:grpChg chg="del mod">
          <ac:chgData name="Leônidas Müller de Oliveira" userId="5af9566427f0cd7a" providerId="LiveId" clId="{C235D058-B061-4462-B435-67AC37D15A2A}" dt="2025-06-29T21:30:39.390" v="432" actId="478"/>
          <ac:grpSpMkLst>
            <pc:docMk/>
            <pc:sldMk cId="267836333" sldId="291"/>
            <ac:grpSpMk id="130" creationId="{6907D92D-3949-6D37-0B8B-31F09974AA20}"/>
          </ac:grpSpMkLst>
        </pc:grpChg>
        <pc:inkChg chg="add de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2" creationId="{8A86AE40-CB3F-1995-35EB-50A5B23FEC07}"/>
          </ac:inkMkLst>
        </pc:inkChg>
        <pc:inkChg chg="add de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4" creationId="{2DAF4CEA-F230-7B69-5402-3CA9DCE12FE0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5" creationId="{0657CB21-603E-5E40-52F7-C106DA5DC030}"/>
          </ac:inkMkLst>
        </pc:inkChg>
        <pc:inkChg chg="add del mod topLv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6" creationId="{A2E6E0B8-E326-7A8C-F309-69773D89FCA4}"/>
          </ac:inkMkLst>
        </pc:inkChg>
        <pc:inkChg chg="add mod">
          <ac:chgData name="Leônidas Müller de Oliveira" userId="5af9566427f0cd7a" providerId="LiveId" clId="{C235D058-B061-4462-B435-67AC37D15A2A}" dt="2025-06-29T21:31:37.323" v="444"/>
          <ac:inkMkLst>
            <pc:docMk/>
            <pc:sldMk cId="267836333" sldId="291"/>
            <ac:inkMk id="7" creationId="{5AD64ECF-1D70-F9E6-D67B-73FA8569BDA5}"/>
          </ac:inkMkLst>
        </pc:inkChg>
        <pc:inkChg chg="add de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8" creationId="{E04B76D6-ACC4-B7E0-D4F9-33A0706C7957}"/>
          </ac:inkMkLst>
        </pc:inkChg>
        <pc:inkChg chg="add de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9" creationId="{B5EE7215-C2CA-E7FE-A048-89990E329F07}"/>
          </ac:inkMkLst>
        </pc:inkChg>
        <pc:inkChg chg="add de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11" creationId="{77A2F954-FB39-2F9B-9450-44C2EE61EDD0}"/>
          </ac:inkMkLst>
        </pc:inkChg>
        <pc:inkChg chg="add del mod topLv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12" creationId="{87C2D3A9-4593-FD36-F421-D046EA138C97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14" creationId="{81CE0807-AAB8-BB26-07A6-C7B95B24DBF9}"/>
          </ac:inkMkLst>
        </pc:inkChg>
        <pc:inkChg chg="add del mod topLv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15" creationId="{459A31E6-7096-F72E-5616-AC55EDBD4DAA}"/>
          </ac:inkMkLst>
        </pc:inkChg>
        <pc:inkChg chg="add mod">
          <ac:chgData name="Leônidas Müller de Oliveira" userId="5af9566427f0cd7a" providerId="LiveId" clId="{C235D058-B061-4462-B435-67AC37D15A2A}" dt="2025-06-29T21:31:37.323" v="444"/>
          <ac:inkMkLst>
            <pc:docMk/>
            <pc:sldMk cId="267836333" sldId="291"/>
            <ac:inkMk id="16" creationId="{DC023552-9F66-AE57-9714-3B1ECC983D26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17" creationId="{0EAEA89A-E5C4-783B-7753-91ED0897E9A7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18" creationId="{72B40381-90D4-C5FE-F01D-B65169A4E925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19" creationId="{D7B34C83-1A20-20C4-7CBF-470F30423829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20" creationId="{01018B8B-F131-46FF-6A67-9622B3E6CD4C}"/>
          </ac:inkMkLst>
        </pc:inkChg>
        <pc:inkChg chg="add">
          <ac:chgData name="Leônidas Müller de Oliveira" userId="5af9566427f0cd7a" providerId="LiveId" clId="{C235D058-B061-4462-B435-67AC37D15A2A}" dt="2025-06-29T21:31:39.251" v="445" actId="9405"/>
          <ac:inkMkLst>
            <pc:docMk/>
            <pc:sldMk cId="267836333" sldId="291"/>
            <ac:inkMk id="22" creationId="{33177012-747E-DE47-8F95-3EF710FDD4C5}"/>
          </ac:inkMkLst>
        </pc:inkChg>
        <pc:inkChg chg="add de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23" creationId="{72A2245E-C10E-1F41-AA9D-5E9A43462AC9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24" creationId="{C686583F-3C7E-691A-A116-1C5F85F95A07}"/>
          </ac:inkMkLst>
        </pc:inkChg>
        <pc:inkChg chg="add">
          <ac:chgData name="Leônidas Müller de Oliveira" userId="5af9566427f0cd7a" providerId="LiveId" clId="{C235D058-B061-4462-B435-67AC37D15A2A}" dt="2025-06-29T21:31:41.353" v="446" actId="9405"/>
          <ac:inkMkLst>
            <pc:docMk/>
            <pc:sldMk cId="267836333" sldId="291"/>
            <ac:inkMk id="25" creationId="{A84DF44A-5DF9-617B-B6E7-7E25BB875D94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26" creationId="{7C7029CB-1728-9504-E27E-F68435F57EDD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27" creationId="{4C285D1D-A058-C468-F961-6A8745E318DF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29" creationId="{AAFEF496-4DF6-01B8-D266-5723D00BC2B0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31" creationId="{3D0C3CD3-E3F4-9932-E4C8-66FEFC3B49C9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33" creationId="{B15A021A-264F-B3EA-9AB9-A7D9EBB793C4}"/>
          </ac:inkMkLst>
        </pc:inkChg>
        <pc:inkChg chg="add del mod topLv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35" creationId="{78E289CE-5C65-2856-A859-D525367B13C3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36" creationId="{0AC4291C-27BF-2598-49A8-F3484669F4CD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38" creationId="{1A4A9148-E4A0-37AD-2607-1FEB2E164FE4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39" creationId="{1667EDD4-D253-D55B-5046-93BF3787CFBC}"/>
          </ac:inkMkLst>
        </pc:inkChg>
        <pc:inkChg chg="add del mod topLv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40" creationId="{64614192-A735-C6CC-3E79-A859D2142719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41" creationId="{DE22337B-6B59-3291-3F4E-B20A011FFF37}"/>
          </ac:inkMkLst>
        </pc:inkChg>
        <pc:inkChg chg="add del mod topLv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42" creationId="{BAE016FC-9CA5-5B5D-AA08-4CF88EB69F24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44" creationId="{C03AC2C0-B74B-6E4E-E0F5-99D2403EDD01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46" creationId="{D60A0B32-0DA5-D0CB-4039-0214A9438405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48" creationId="{2E74371A-A05D-FED4-06AD-839CFDA58347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49" creationId="{E6E08FEE-573C-65F4-7AB4-0454B0C275C9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50" creationId="{E0490366-DF13-14C0-35B5-2296DECDEE9B}"/>
          </ac:inkMkLst>
        </pc:inkChg>
        <pc:inkChg chg="add de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52" creationId="{D4F7D82B-D0F6-C71E-DC6B-35E47DC38FFA}"/>
          </ac:inkMkLst>
        </pc:inkChg>
        <pc:inkChg chg="add de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53" creationId="{10A2D1E8-FB96-C9D1-E744-AB3CB2D86C50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54" creationId="{E46E95E0-0520-3E01-9481-C894C0196947}"/>
          </ac:inkMkLst>
        </pc:inkChg>
        <pc:inkChg chg="add del mod topLv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55" creationId="{A080DA35-9FA8-3B7F-C971-4ACA5A59F750}"/>
          </ac:inkMkLst>
        </pc:inkChg>
        <pc:inkChg chg="add del mod topLv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56" creationId="{A46427FA-BF96-BC84-F489-5C0511634EC8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57" creationId="{B124ABA8-4B1E-F012-FB64-A3BCE9693159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58" creationId="{3351D040-D945-4CD6-DF01-313129BA7DB5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59" creationId="{47A10F4E-7EBF-A8D0-F185-04D91D552BFB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60" creationId="{4B3D052C-D72D-7AF5-4360-01E6A3B5C979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61" creationId="{15A83AEC-DDA0-55DD-D6E9-0966F900AF2B}"/>
          </ac:inkMkLst>
        </pc:inkChg>
        <pc:inkChg chg="add del mod topLv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62" creationId="{26B1DCDD-D478-A50F-0B44-9EB9D199E0FF}"/>
          </ac:inkMkLst>
        </pc:inkChg>
        <pc:inkChg chg="add del mod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63" creationId="{AE825E90-D57C-2F8F-C5E5-FA8D3D1F0696}"/>
          </ac:inkMkLst>
        </pc:inkChg>
        <pc:inkChg chg="add del mod topLvl">
          <ac:chgData name="Leônidas Müller de Oliveira" userId="5af9566427f0cd7a" providerId="LiveId" clId="{C235D058-B061-4462-B435-67AC37D15A2A}" dt="2025-06-29T21:30:39.390" v="432" actId="478"/>
          <ac:inkMkLst>
            <pc:docMk/>
            <pc:sldMk cId="267836333" sldId="291"/>
            <ac:inkMk id="128" creationId="{548D0BFB-96FC-5364-00EF-EA6E7D210FD3}"/>
          </ac:inkMkLst>
        </pc:inkChg>
      </pc:sldChg>
      <pc:sldChg chg="addSp delSp modSp mod">
        <pc:chgData name="Leônidas Müller de Oliveira" userId="5af9566427f0cd7a" providerId="LiveId" clId="{C235D058-B061-4462-B435-67AC37D15A2A}" dt="2025-06-29T21:30:43.251" v="433" actId="478"/>
        <pc:sldMkLst>
          <pc:docMk/>
          <pc:sldMk cId="3456523691" sldId="292"/>
        </pc:sldMkLst>
        <pc:grpChg chg="del mod">
          <ac:chgData name="Leônidas Müller de Oliveira" userId="5af9566427f0cd7a" providerId="LiveId" clId="{C235D058-B061-4462-B435-67AC37D15A2A}" dt="2025-06-28T12:42:46.480" v="228"/>
          <ac:grpSpMkLst>
            <pc:docMk/>
            <pc:sldMk cId="3456523691" sldId="292"/>
            <ac:grpSpMk id="11" creationId="{28CFE618-F695-0938-DF4C-FCEFC1FFD919}"/>
          </ac:grpSpMkLst>
        </pc:grpChg>
        <pc:grpChg chg="del mod">
          <ac:chgData name="Leônidas Müller de Oliveira" userId="5af9566427f0cd7a" providerId="LiveId" clId="{C235D058-B061-4462-B435-67AC37D15A2A}" dt="2025-06-29T21:30:43.251" v="433" actId="478"/>
          <ac:grpSpMkLst>
            <pc:docMk/>
            <pc:sldMk cId="3456523691" sldId="292"/>
            <ac:grpSpMk id="13" creationId="{56741434-05CA-7009-FFDE-3EAD990B5D29}"/>
          </ac:grpSpMkLst>
        </pc:grpChg>
        <pc:grpChg chg="del mod">
          <ac:chgData name="Leônidas Müller de Oliveira" userId="5af9566427f0cd7a" providerId="LiveId" clId="{C235D058-B061-4462-B435-67AC37D15A2A}" dt="2025-06-28T12:43:18.175" v="244"/>
          <ac:grpSpMkLst>
            <pc:docMk/>
            <pc:sldMk cId="3456523691" sldId="292"/>
            <ac:grpSpMk id="16" creationId="{6DAA8591-6EEE-982B-6B55-5621D5EDC6C5}"/>
          </ac:grpSpMkLst>
        </pc:grpChg>
        <pc:grpChg chg="del mod">
          <ac:chgData name="Leônidas Müller de Oliveira" userId="5af9566427f0cd7a" providerId="LiveId" clId="{C235D058-B061-4462-B435-67AC37D15A2A}" dt="2025-06-28T12:43:14.580" v="242"/>
          <ac:grpSpMkLst>
            <pc:docMk/>
            <pc:sldMk cId="3456523691" sldId="292"/>
            <ac:grpSpMk id="21" creationId="{C77290A3-2D29-AE04-2EF2-DE070DA04213}"/>
          </ac:grpSpMkLst>
        </pc:grpChg>
        <pc:grpChg chg="del mod">
          <ac:chgData name="Leônidas Müller de Oliveira" userId="5af9566427f0cd7a" providerId="LiveId" clId="{C235D058-B061-4462-B435-67AC37D15A2A}" dt="2025-06-28T12:43:21.099" v="248"/>
          <ac:grpSpMkLst>
            <pc:docMk/>
            <pc:sldMk cId="3456523691" sldId="292"/>
            <ac:grpSpMk id="27" creationId="{5591D263-69B9-5911-755D-770E7E7DB414}"/>
          </ac:grpSpMkLst>
        </pc:grpChg>
        <pc:grpChg chg="del mod">
          <ac:chgData name="Leônidas Müller de Oliveira" userId="5af9566427f0cd7a" providerId="LiveId" clId="{C235D058-B061-4462-B435-67AC37D15A2A}" dt="2025-06-29T21:30:43.251" v="433" actId="478"/>
          <ac:grpSpMkLst>
            <pc:docMk/>
            <pc:sldMk cId="3456523691" sldId="292"/>
            <ac:grpSpMk id="28" creationId="{0AAAE841-6BC7-B343-AA6D-3A364B82D24B}"/>
          </ac:grpSpMkLst>
        </pc:grpChg>
        <pc:grpChg chg="del mod">
          <ac:chgData name="Leônidas Müller de Oliveira" userId="5af9566427f0cd7a" providerId="LiveId" clId="{C235D058-B061-4462-B435-67AC37D15A2A}" dt="2025-06-28T12:43:21.099" v="248"/>
          <ac:grpSpMkLst>
            <pc:docMk/>
            <pc:sldMk cId="3456523691" sldId="292"/>
            <ac:grpSpMk id="30" creationId="{B62CB5D3-B65C-9116-A381-D9632333A75F}"/>
          </ac:grpSpMkLst>
        </pc:grpChg>
        <pc:grpChg chg="del mod">
          <ac:chgData name="Leônidas Müller de Oliveira" userId="5af9566427f0cd7a" providerId="LiveId" clId="{C235D058-B061-4462-B435-67AC37D15A2A}" dt="2025-06-28T12:44:54.628" v="310"/>
          <ac:grpSpMkLst>
            <pc:docMk/>
            <pc:sldMk cId="3456523691" sldId="292"/>
            <ac:grpSpMk id="34" creationId="{81D47EC6-19C6-F4DE-58AA-58A482B6B2B7}"/>
          </ac:grpSpMkLst>
        </pc:grpChg>
        <pc:grpChg chg="del mod">
          <ac:chgData name="Leônidas Müller de Oliveira" userId="5af9566427f0cd7a" providerId="LiveId" clId="{C235D058-B061-4462-B435-67AC37D15A2A}" dt="2025-06-28T12:44:01.206" v="266"/>
          <ac:grpSpMkLst>
            <pc:docMk/>
            <pc:sldMk cId="3456523691" sldId="292"/>
            <ac:grpSpMk id="43" creationId="{1E296851-07AD-0882-D9D5-1CC390CFE25A}"/>
          </ac:grpSpMkLst>
        </pc:grpChg>
        <pc:grpChg chg="del mod">
          <ac:chgData name="Leônidas Müller de Oliveira" userId="5af9566427f0cd7a" providerId="LiveId" clId="{C235D058-B061-4462-B435-67AC37D15A2A}" dt="2025-06-28T12:44:14.143" v="281"/>
          <ac:grpSpMkLst>
            <pc:docMk/>
            <pc:sldMk cId="3456523691" sldId="292"/>
            <ac:grpSpMk id="52" creationId="{5754DA6B-4329-1F27-BAD2-DEF95C073BC9}"/>
          </ac:grpSpMkLst>
        </pc:grpChg>
        <pc:grpChg chg="del mod">
          <ac:chgData name="Leônidas Müller de Oliveira" userId="5af9566427f0cd7a" providerId="LiveId" clId="{C235D058-B061-4462-B435-67AC37D15A2A}" dt="2025-06-28T12:44:12.325" v="279"/>
          <ac:grpSpMkLst>
            <pc:docMk/>
            <pc:sldMk cId="3456523691" sldId="292"/>
            <ac:grpSpMk id="59" creationId="{632C122D-07D6-2919-47D3-59A1260B0FFC}"/>
          </ac:grpSpMkLst>
        </pc:grpChg>
        <pc:grpChg chg="del mod">
          <ac:chgData name="Leônidas Müller de Oliveira" userId="5af9566427f0cd7a" providerId="LiveId" clId="{C235D058-B061-4462-B435-67AC37D15A2A}" dt="2025-06-28T12:44:12.325" v="279"/>
          <ac:grpSpMkLst>
            <pc:docMk/>
            <pc:sldMk cId="3456523691" sldId="292"/>
            <ac:grpSpMk id="60" creationId="{A056FCE6-10C4-6722-3F0E-0A57DD434091}"/>
          </ac:grpSpMkLst>
        </pc:grpChg>
        <pc:grpChg chg="del mod">
          <ac:chgData name="Leônidas Müller de Oliveira" userId="5af9566427f0cd7a" providerId="LiveId" clId="{C235D058-B061-4462-B435-67AC37D15A2A}" dt="2025-06-28T12:44:14.143" v="281"/>
          <ac:grpSpMkLst>
            <pc:docMk/>
            <pc:sldMk cId="3456523691" sldId="292"/>
            <ac:grpSpMk id="130" creationId="{CF394F23-0B8A-1819-2A5C-AA123700F113}"/>
          </ac:grpSpMkLst>
        </pc:grpChg>
        <pc:grpChg chg="del mod">
          <ac:chgData name="Leônidas Müller de Oliveira" userId="5af9566427f0cd7a" providerId="LiveId" clId="{C235D058-B061-4462-B435-67AC37D15A2A}" dt="2025-06-28T12:44:14.143" v="281"/>
          <ac:grpSpMkLst>
            <pc:docMk/>
            <pc:sldMk cId="3456523691" sldId="292"/>
            <ac:grpSpMk id="131" creationId="{4DAC54B1-B6C4-28F9-549C-E6511CF0E712}"/>
          </ac:grpSpMkLst>
        </pc:grpChg>
        <pc:grpChg chg="del mod">
          <ac:chgData name="Leônidas Müller de Oliveira" userId="5af9566427f0cd7a" providerId="LiveId" clId="{C235D058-B061-4462-B435-67AC37D15A2A}" dt="2025-06-28T12:44:17.230" v="287"/>
          <ac:grpSpMkLst>
            <pc:docMk/>
            <pc:sldMk cId="3456523691" sldId="292"/>
            <ac:grpSpMk id="133" creationId="{79197B49-34E3-DDF0-FF4D-1AEDAAF9ECDC}"/>
          </ac:grpSpMkLst>
        </pc:grpChg>
        <pc:grpChg chg="del mod">
          <ac:chgData name="Leônidas Müller de Oliveira" userId="5af9566427f0cd7a" providerId="LiveId" clId="{C235D058-B061-4462-B435-67AC37D15A2A}" dt="2025-06-28T12:44:30.914" v="303"/>
          <ac:grpSpMkLst>
            <pc:docMk/>
            <pc:sldMk cId="3456523691" sldId="292"/>
            <ac:grpSpMk id="139" creationId="{1FF9DA40-39A4-AEAB-C5A4-A31DBB8F2738}"/>
          </ac:grpSpMkLst>
        </pc:grpChg>
        <pc:grpChg chg="del mod">
          <ac:chgData name="Leônidas Müller de Oliveira" userId="5af9566427f0cd7a" providerId="LiveId" clId="{C235D058-B061-4462-B435-67AC37D15A2A}" dt="2025-06-28T12:44:24.284" v="294"/>
          <ac:grpSpMkLst>
            <pc:docMk/>
            <pc:sldMk cId="3456523691" sldId="292"/>
            <ac:grpSpMk id="144" creationId="{4261AC45-DD40-F87F-6CA1-F02A885B5BE0}"/>
          </ac:grpSpMkLst>
        </pc:grpChg>
        <pc:grpChg chg="del mod">
          <ac:chgData name="Leônidas Müller de Oliveira" userId="5af9566427f0cd7a" providerId="LiveId" clId="{C235D058-B061-4462-B435-67AC37D15A2A}" dt="2025-06-29T21:30:43.251" v="433" actId="478"/>
          <ac:grpSpMkLst>
            <pc:docMk/>
            <pc:sldMk cId="3456523691" sldId="292"/>
            <ac:grpSpMk id="148" creationId="{4A828D91-F337-5A5B-E5CB-54FDCCF85C13}"/>
          </ac:grpSpMkLst>
        </pc:grpChg>
        <pc:grpChg chg="del mod">
          <ac:chgData name="Leônidas Müller de Oliveira" userId="5af9566427f0cd7a" providerId="LiveId" clId="{C235D058-B061-4462-B435-67AC37D15A2A}" dt="2025-06-29T21:30:43.251" v="433" actId="478"/>
          <ac:grpSpMkLst>
            <pc:docMk/>
            <pc:sldMk cId="3456523691" sldId="292"/>
            <ac:grpSpMk id="151" creationId="{A9ED3A00-E13D-8A94-B2DA-907492A9067B}"/>
          </ac:grpSpMkLst>
        </pc:grpChg>
        <pc:grpChg chg="del mod">
          <ac:chgData name="Leônidas Müller de Oliveira" userId="5af9566427f0cd7a" providerId="LiveId" clId="{C235D058-B061-4462-B435-67AC37D15A2A}" dt="2025-06-29T21:30:43.251" v="433" actId="478"/>
          <ac:grpSpMkLst>
            <pc:docMk/>
            <pc:sldMk cId="3456523691" sldId="292"/>
            <ac:grpSpMk id="157" creationId="{4744CEDA-2DD9-5688-3F59-C3EA595F64BD}"/>
          </ac:grpSpMkLst>
        </pc:grpChg>
        <pc:grpChg chg="del mod">
          <ac:chgData name="Leônidas Müller de Oliveira" userId="5af9566427f0cd7a" providerId="LiveId" clId="{C235D058-B061-4462-B435-67AC37D15A2A}" dt="2025-06-28T12:44:54.628" v="310"/>
          <ac:grpSpMkLst>
            <pc:docMk/>
            <pc:sldMk cId="3456523691" sldId="292"/>
            <ac:grpSpMk id="161" creationId="{0E79FCC3-44D7-5396-78A7-EB9A2F97E425}"/>
          </ac:grpSpMkLst>
        </pc:grpChg>
        <pc:grpChg chg="del mod">
          <ac:chgData name="Leônidas Müller de Oliveira" userId="5af9566427f0cd7a" providerId="LiveId" clId="{C235D058-B061-4462-B435-67AC37D15A2A}" dt="2025-06-29T21:30:43.251" v="433" actId="478"/>
          <ac:grpSpMkLst>
            <pc:docMk/>
            <pc:sldMk cId="3456523691" sldId="292"/>
            <ac:grpSpMk id="164" creationId="{F000FC40-B288-23F8-FE7C-97DCBBF3EF38}"/>
          </ac:grpSpMkLst>
        </pc:grpChg>
        <pc:grpChg chg="del mod">
          <ac:chgData name="Leônidas Müller de Oliveira" userId="5af9566427f0cd7a" providerId="LiveId" clId="{C235D058-B061-4462-B435-67AC37D15A2A}" dt="2025-06-29T21:30:43.251" v="433" actId="478"/>
          <ac:grpSpMkLst>
            <pc:docMk/>
            <pc:sldMk cId="3456523691" sldId="292"/>
            <ac:grpSpMk id="165" creationId="{ACC24DC4-684D-4A4A-856D-93CC82AA4913}"/>
          </ac:grpSpMkLst>
        </pc:grpChg>
        <pc:inkChg chg="add">
          <ac:chgData name="Leônidas Müller de Oliveira" userId="5af9566427f0cd7a" providerId="LiveId" clId="{C235D058-B061-4462-B435-67AC37D15A2A}" dt="2025-06-28T12:40:59.287" v="219" actId="9405"/>
          <ac:inkMkLst>
            <pc:docMk/>
            <pc:sldMk cId="3456523691" sldId="292"/>
            <ac:inkMk id="2" creationId="{A0904874-4884-0515-FE04-40E2003A7F51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3" creationId="{1AF9A794-FDF9-6BC3-E796-3DF26DB78186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5" creationId="{765DF022-8FAB-EC05-B209-7621C5FD0699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6" creationId="{0E61E1FB-8C8D-591E-00B2-3F4D346219AB}"/>
          </ac:inkMkLst>
        </pc:inkChg>
        <pc:inkChg chg="add del mod topLvl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7" creationId="{E3CD1334-148B-C3D5-D744-F50506E62A69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8" creationId="{F489591E-9A6A-D300-6E07-E66265F50208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9" creationId="{77534501-18A6-F462-6E34-B164C6EAAFA9}"/>
          </ac:inkMkLst>
        </pc:inkChg>
        <pc:inkChg chg="add del mod topLvl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2" creationId="{4F405204-9282-05A2-962E-76A9306D97C7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4" creationId="{4E738C1D-DDF8-9659-911E-D202CB0E69BB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5" creationId="{FD512F3E-D245-E65B-911A-A9DA4897B9A5}"/>
          </ac:inkMkLst>
        </pc:inkChg>
        <pc:inkChg chg="add del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7" creationId="{1ED7F660-C5C0-BBF8-3875-73CFB63ACA9A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8" creationId="{9EA9F329-ADF2-B25F-18A4-9FA69DC7F3CD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9" creationId="{DBD5F04E-F1D5-37FE-8462-F7DF34E7B114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20" creationId="{68E72F77-4C78-BDF9-5F1F-9C6598111CA6}"/>
          </ac:inkMkLst>
        </pc:inkChg>
        <pc:inkChg chg="add del mod topLvl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22" creationId="{E59E2EDE-5E38-26BF-BBD4-171DD44769F2}"/>
          </ac:inkMkLst>
        </pc:inkChg>
        <pc:inkChg chg="add del mod topLvl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23" creationId="{E84E4428-A18B-33EA-8F51-E202D4D1AEE1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24" creationId="{C0818258-8BD3-68F7-22E3-F0DA734C758F}"/>
          </ac:inkMkLst>
        </pc:inkChg>
        <pc:inkChg chg="add del mod topLvl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25" creationId="{F2C10590-775E-C1BB-BCA2-33BF4F2F7575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26" creationId="{C3832745-56D4-E4B1-C1D1-7D0FA7311B52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29" creationId="{A313DACB-C2FE-A57C-3B13-6AD349E3346C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31" creationId="{30F67383-F810-C974-AA94-8210BCE517BE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32" creationId="{A816E520-0E23-DA26-72C4-B8954F185322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33" creationId="{EC21A247-6A4F-C2AE-E65F-70B1B94C091F}"/>
          </ac:inkMkLst>
        </pc:inkChg>
        <pc:inkChg chg="add del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35" creationId="{54748EEC-26E3-21B7-D90D-A8ADA5912A8B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36" creationId="{E8A948A8-216C-6DC8-30E4-98918C95F5E0}"/>
          </ac:inkMkLst>
        </pc:inkChg>
        <pc:inkChg chg="add del mod topLvl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37" creationId="{4713F460-3A3C-B68B-6B83-BDB0C27E2CE4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38" creationId="{2C4E9C0E-0294-DAED-4DD9-DB0CFB17B725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39" creationId="{8E5C56A5-9BC1-B80D-5B19-57A07847A9F3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40" creationId="{89116D25-6175-CCCA-75C1-879B33A4CE29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41" creationId="{6731107A-AC9E-BE20-F1C2-DAA77D7040CE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42" creationId="{91B64B94-D815-4009-39FB-1B47063CE4F0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44" creationId="{28395455-4414-53EF-A63C-11A38C7BB951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45" creationId="{303B54B4-D0F1-500F-872F-C955B947F2CC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46" creationId="{466726D7-468C-5DB2-6EF6-35810673A5E6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47" creationId="{DA4EEBE4-6120-E339-BC5D-0B99999E08DD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48" creationId="{631B9968-4098-F895-DA45-F694D1EA538D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49" creationId="{9B659EA0-BD7B-88B9-DCEA-2847E0342C76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50" creationId="{5DAC2B6D-7491-5897-DA88-4ADE2528DC44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51" creationId="{C0131D4C-AF42-408C-245B-AA90CA6AA246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53" creationId="{5A6DB463-4E3A-CDC3-FB91-FA8CBFD0695C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54" creationId="{4BB37838-B0F9-17BD-6CC3-578E5C8E3328}"/>
          </ac:inkMkLst>
        </pc:inkChg>
        <pc:inkChg chg="add del mod topLvl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55" creationId="{C3D106C1-6853-9CB4-F793-7646C0F8DC0E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56" creationId="{8306AA34-FDB1-960C-B6A7-98196F57D3C0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57" creationId="{A8386B5A-16EA-9C66-A86C-E75F1E4BCDA3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58" creationId="{B86CFF87-62B8-88C0-68B4-8778603BBB01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61" creationId="{2E241F6F-5543-EC41-E1A5-D69E88961805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62" creationId="{48336BBD-94EA-A1B6-6EAC-63791027A601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63" creationId="{9E452A3F-9B35-94EA-98A2-BC38F33DED07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28" creationId="{411B91FD-64A8-03B7-E353-8D36C4FA0EF0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29" creationId="{DA48494F-E802-C52E-0FDC-4553980CDA8B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32" creationId="{B5613026-2FC1-4ED2-7DCF-8CB9FE3D284B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34" creationId="{0FA6B981-C5D3-FDBD-6057-F7CF222AC501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35" creationId="{EC91C830-7532-A216-4944-FA14074143B8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36" creationId="{C4C08A3A-1905-9128-DB27-C2EA12F09A47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37" creationId="{B8650C56-1B40-F6B4-AFA7-EC66E1FCE444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38" creationId="{DD6D3B87-565F-DE05-4BD9-1946DB7F4082}"/>
          </ac:inkMkLst>
        </pc:inkChg>
        <pc:inkChg chg="add del mod topLvl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42" creationId="{BDCEF5A1-0302-0246-9A62-3886291365CC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43" creationId="{8635111F-CC9D-DB7D-1AC5-BC90FD5A89E1}"/>
          </ac:inkMkLst>
        </pc:inkChg>
        <pc:inkChg chg="add del mod topLvl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45" creationId="{6D683B64-2A6B-9FB0-0311-7CAD674F280A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46" creationId="{00D57163-CCB0-E224-28D9-1A4A946F8680}"/>
          </ac:inkMkLst>
        </pc:inkChg>
        <pc:inkChg chg="add del mod topLvl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47" creationId="{4755AA04-C95C-DDFF-06BC-3F6F4986A450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49" creationId="{863E8E4B-6656-DCA9-B5D6-48D23281764A}"/>
          </ac:inkMkLst>
        </pc:inkChg>
        <pc:inkChg chg="add del mod topLvl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50" creationId="{B2C9307F-A3D8-9598-BE8C-56CDA9147DD9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52" creationId="{5DDE5552-88D8-4D94-AAE5-24765A58D00A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53" creationId="{1EA165E9-E929-AF27-FE4E-52EA5A5BDD73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54" creationId="{8F074C6E-B3A6-B137-0D1D-71FF6E5C8849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55" creationId="{F1F78747-6CCE-CC2F-3DD5-7F1FDE4AF817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56" creationId="{99F9185D-898A-54E2-E56D-3DEAD57296E3}"/>
          </ac:inkMkLst>
        </pc:inkChg>
        <pc:inkChg chg="add del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58" creationId="{B47C4632-C454-2499-51B8-12A4859846EA}"/>
          </ac:inkMkLst>
        </pc:inkChg>
        <pc:inkChg chg="add del mod topLvl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59" creationId="{38DEE610-471A-9695-7AB5-05CE2E0C9D4E}"/>
          </ac:inkMkLst>
        </pc:inkChg>
        <pc:inkChg chg="add del mod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60" creationId="{F395B8C6-5C8B-5655-CF89-3E4D31319D28}"/>
          </ac:inkMkLst>
        </pc:inkChg>
        <pc:inkChg chg="add del mod topLvl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62" creationId="{73AE8FC2-0830-75AF-9AB7-7189170F2806}"/>
          </ac:inkMkLst>
        </pc:inkChg>
        <pc:inkChg chg="add del mod topLvl">
          <ac:chgData name="Leônidas Müller de Oliveira" userId="5af9566427f0cd7a" providerId="LiveId" clId="{C235D058-B061-4462-B435-67AC37D15A2A}" dt="2025-06-29T21:30:43.251" v="433" actId="478"/>
          <ac:inkMkLst>
            <pc:docMk/>
            <pc:sldMk cId="3456523691" sldId="292"/>
            <ac:inkMk id="163" creationId="{90F4A96D-EF44-778F-C4CE-648488A91803}"/>
          </ac:inkMkLst>
        </pc:inkChg>
      </pc:sldChg>
      <pc:sldChg chg="addSp delSp modSp mod">
        <pc:chgData name="Leônidas Müller de Oliveira" userId="5af9566427f0cd7a" providerId="LiveId" clId="{C235D058-B061-4462-B435-67AC37D15A2A}" dt="2025-06-29T21:30:52.382" v="435" actId="478"/>
        <pc:sldMkLst>
          <pc:docMk/>
          <pc:sldMk cId="1899186830" sldId="293"/>
        </pc:sldMkLst>
        <pc:grpChg chg="del mod">
          <ac:chgData name="Leônidas Müller de Oliveira" userId="5af9566427f0cd7a" providerId="LiveId" clId="{C235D058-B061-4462-B435-67AC37D15A2A}" dt="2025-06-29T21:30:52.382" v="435" actId="478"/>
          <ac:grpSpMkLst>
            <pc:docMk/>
            <pc:sldMk cId="1899186830" sldId="293"/>
            <ac:grpSpMk id="7" creationId="{26434D50-3F30-5EE8-0808-E9C60A5E60E6}"/>
          </ac:grpSpMkLst>
        </pc:grpChg>
        <pc:grpChg chg="del mod">
          <ac:chgData name="Leônidas Müller de Oliveira" userId="5af9566427f0cd7a" providerId="LiveId" clId="{C235D058-B061-4462-B435-67AC37D15A2A}" dt="2025-06-29T21:30:52.382" v="435" actId="478"/>
          <ac:grpSpMkLst>
            <pc:docMk/>
            <pc:sldMk cId="1899186830" sldId="293"/>
            <ac:grpSpMk id="14" creationId="{DB66C6FC-439C-31E8-FF52-267F695E507B}"/>
          </ac:grpSpMkLst>
        </pc:grpChg>
        <pc:inkChg chg="add del">
          <ac:chgData name="Leônidas Müller de Oliveira" userId="5af9566427f0cd7a" providerId="LiveId" clId="{C235D058-B061-4462-B435-67AC37D15A2A}" dt="2025-06-29T21:30:52.382" v="435" actId="478"/>
          <ac:inkMkLst>
            <pc:docMk/>
            <pc:sldMk cId="1899186830" sldId="293"/>
            <ac:inkMk id="2" creationId="{FFF283AA-6E21-7DA8-6E62-E65C99254E76}"/>
          </ac:inkMkLst>
        </pc:inkChg>
        <pc:inkChg chg="add del mod topLvl">
          <ac:chgData name="Leônidas Müller de Oliveira" userId="5af9566427f0cd7a" providerId="LiveId" clId="{C235D058-B061-4462-B435-67AC37D15A2A}" dt="2025-06-29T21:30:52.382" v="435" actId="478"/>
          <ac:inkMkLst>
            <pc:docMk/>
            <pc:sldMk cId="1899186830" sldId="293"/>
            <ac:inkMk id="4" creationId="{5015380E-78CF-F591-1CD1-DF8D7EC8234E}"/>
          </ac:inkMkLst>
        </pc:inkChg>
        <pc:inkChg chg="add del mod">
          <ac:chgData name="Leônidas Müller de Oliveira" userId="5af9566427f0cd7a" providerId="LiveId" clId="{C235D058-B061-4462-B435-67AC37D15A2A}" dt="2025-06-29T21:30:52.382" v="435" actId="478"/>
          <ac:inkMkLst>
            <pc:docMk/>
            <pc:sldMk cId="1899186830" sldId="293"/>
            <ac:inkMk id="5" creationId="{807FDCD4-BC5B-D4FF-D8C2-9ED4AAD5A84A}"/>
          </ac:inkMkLst>
        </pc:inkChg>
        <pc:inkChg chg="add del mod topLvl">
          <ac:chgData name="Leônidas Müller de Oliveira" userId="5af9566427f0cd7a" providerId="LiveId" clId="{C235D058-B061-4462-B435-67AC37D15A2A}" dt="2025-06-29T21:30:52.382" v="435" actId="478"/>
          <ac:inkMkLst>
            <pc:docMk/>
            <pc:sldMk cId="1899186830" sldId="293"/>
            <ac:inkMk id="6" creationId="{DC6BAA74-C2E0-90E0-7799-697EE2B5BAF7}"/>
          </ac:inkMkLst>
        </pc:inkChg>
        <pc:inkChg chg="add del mod">
          <ac:chgData name="Leônidas Müller de Oliveira" userId="5af9566427f0cd7a" providerId="LiveId" clId="{C235D058-B061-4462-B435-67AC37D15A2A}" dt="2025-06-29T21:30:52.382" v="435" actId="478"/>
          <ac:inkMkLst>
            <pc:docMk/>
            <pc:sldMk cId="1899186830" sldId="293"/>
            <ac:inkMk id="8" creationId="{4562B334-CD52-2971-302B-E49A2BEC61D2}"/>
          </ac:inkMkLst>
        </pc:inkChg>
        <pc:inkChg chg="add del mod">
          <ac:chgData name="Leônidas Müller de Oliveira" userId="5af9566427f0cd7a" providerId="LiveId" clId="{C235D058-B061-4462-B435-67AC37D15A2A}" dt="2025-06-29T21:30:52.382" v="435" actId="478"/>
          <ac:inkMkLst>
            <pc:docMk/>
            <pc:sldMk cId="1899186830" sldId="293"/>
            <ac:inkMk id="9" creationId="{0315341B-5258-C218-2156-6CA1B9C8218C}"/>
          </ac:inkMkLst>
        </pc:inkChg>
        <pc:inkChg chg="add del mod topLvl">
          <ac:chgData name="Leônidas Müller de Oliveira" userId="5af9566427f0cd7a" providerId="LiveId" clId="{C235D058-B061-4462-B435-67AC37D15A2A}" dt="2025-06-29T21:30:52.382" v="435" actId="478"/>
          <ac:inkMkLst>
            <pc:docMk/>
            <pc:sldMk cId="1899186830" sldId="293"/>
            <ac:inkMk id="11" creationId="{A964FC72-45EC-CCA6-D712-77C50DFB34EB}"/>
          </ac:inkMkLst>
        </pc:inkChg>
        <pc:inkChg chg="add del mod">
          <ac:chgData name="Leônidas Müller de Oliveira" userId="5af9566427f0cd7a" providerId="LiveId" clId="{C235D058-B061-4462-B435-67AC37D15A2A}" dt="2025-06-29T21:30:52.382" v="435" actId="478"/>
          <ac:inkMkLst>
            <pc:docMk/>
            <pc:sldMk cId="1899186830" sldId="293"/>
            <ac:inkMk id="12" creationId="{B4E4E8AF-C23C-919D-BC1E-B5C3D7CF8A72}"/>
          </ac:inkMkLst>
        </pc:inkChg>
        <pc:inkChg chg="add del mod topLvl">
          <ac:chgData name="Leônidas Müller de Oliveira" userId="5af9566427f0cd7a" providerId="LiveId" clId="{C235D058-B061-4462-B435-67AC37D15A2A}" dt="2025-06-29T21:30:52.382" v="435" actId="478"/>
          <ac:inkMkLst>
            <pc:docMk/>
            <pc:sldMk cId="1899186830" sldId="293"/>
            <ac:inkMk id="13" creationId="{67FE4A38-E544-2103-684D-E9FDA78F6880}"/>
          </ac:inkMkLst>
        </pc:inkChg>
        <pc:inkChg chg="add del">
          <ac:chgData name="Leônidas Müller de Oliveira" userId="5af9566427f0cd7a" providerId="LiveId" clId="{C235D058-B061-4462-B435-67AC37D15A2A}" dt="2025-06-29T21:30:52.382" v="435" actId="478"/>
          <ac:inkMkLst>
            <pc:docMk/>
            <pc:sldMk cId="1899186830" sldId="293"/>
            <ac:inkMk id="15" creationId="{87F7E3A1-C4C9-023D-912F-C675154A35A2}"/>
          </ac:inkMkLst>
        </pc:inkChg>
      </pc:sldChg>
      <pc:sldChg chg="addSp delSp modSp del mod">
        <pc:chgData name="Leônidas Müller de Oliveira" userId="5af9566427f0cd7a" providerId="LiveId" clId="{C235D058-B061-4462-B435-67AC37D15A2A}" dt="2025-06-30T01:19:46.994" v="541" actId="47"/>
        <pc:sldMkLst>
          <pc:docMk/>
          <pc:sldMk cId="2234483959" sldId="294"/>
        </pc:sldMkLst>
        <pc:grpChg chg="del">
          <ac:chgData name="Leônidas Müller de Oliveira" userId="5af9566427f0cd7a" providerId="LiveId" clId="{C235D058-B061-4462-B435-67AC37D15A2A}" dt="2025-06-29T21:30:47.437" v="434" actId="478"/>
          <ac:grpSpMkLst>
            <pc:docMk/>
            <pc:sldMk cId="2234483959" sldId="294"/>
            <ac:grpSpMk id="32" creationId="{263845DC-9147-B0C0-C139-F0F5990FF337}"/>
          </ac:grpSpMkLst>
        </pc:grpChg>
        <pc:grpChg chg="del mod">
          <ac:chgData name="Leônidas Müller de Oliveira" userId="5af9566427f0cd7a" providerId="LiveId" clId="{C235D058-B061-4462-B435-67AC37D15A2A}" dt="2025-06-28T12:45:45.765" v="333"/>
          <ac:grpSpMkLst>
            <pc:docMk/>
            <pc:sldMk cId="2234483959" sldId="294"/>
            <ac:grpSpMk id="36" creationId="{7D46BC07-D7F4-F835-0C3C-DC789A6B288C}"/>
          </ac:grpSpMkLst>
        </pc:grpChg>
        <pc:grpChg chg="del mod">
          <ac:chgData name="Leônidas Müller de Oliveira" userId="5af9566427f0cd7a" providerId="LiveId" clId="{C235D058-B061-4462-B435-67AC37D15A2A}" dt="2025-06-29T21:30:47.437" v="434" actId="478"/>
          <ac:grpSpMkLst>
            <pc:docMk/>
            <pc:sldMk cId="2234483959" sldId="294"/>
            <ac:grpSpMk id="41" creationId="{D8D61836-3D95-3FC5-4E5A-C74AE5A94B96}"/>
          </ac:grpSpMkLst>
        </pc:grpChg>
        <pc:grpChg chg="mod">
          <ac:chgData name="Leônidas Müller de Oliveira" userId="5af9566427f0cd7a" providerId="LiveId" clId="{C235D058-B061-4462-B435-67AC37D15A2A}" dt="2025-06-29T21:31:23.664" v="440"/>
          <ac:grpSpMkLst>
            <pc:docMk/>
            <pc:sldMk cId="2234483959" sldId="294"/>
            <ac:grpSpMk id="47" creationId="{0D6B5DBC-5297-FE5E-E049-856924764CC5}"/>
          </ac:grpSpMkLst>
        </pc:grpChg>
        <pc:grpChg chg="del mod">
          <ac:chgData name="Leônidas Müller de Oliveira" userId="5af9566427f0cd7a" providerId="LiveId" clId="{C235D058-B061-4462-B435-67AC37D15A2A}" dt="2025-06-29T21:32:37.130" v="470"/>
          <ac:grpSpMkLst>
            <pc:docMk/>
            <pc:sldMk cId="2234483959" sldId="294"/>
            <ac:grpSpMk id="57" creationId="{F9B20CF2-32FA-B408-7128-649554A053B4}"/>
          </ac:grpSpMkLst>
        </pc:grpChg>
        <pc:grpChg chg="del mod">
          <ac:chgData name="Leônidas Müller de Oliveira" userId="5af9566427f0cd7a" providerId="LiveId" clId="{C235D058-B061-4462-B435-67AC37D15A2A}" dt="2025-06-29T21:32:18.779" v="461"/>
          <ac:grpSpMkLst>
            <pc:docMk/>
            <pc:sldMk cId="2234483959" sldId="294"/>
            <ac:grpSpMk id="61" creationId="{02FA17D5-412C-EBE5-7AE2-6E769759EE64}"/>
          </ac:grpSpMkLst>
        </pc:grpChg>
        <pc:grpChg chg="del mod">
          <ac:chgData name="Leônidas Müller de Oliveira" userId="5af9566427f0cd7a" providerId="LiveId" clId="{C235D058-B061-4462-B435-67AC37D15A2A}" dt="2025-06-29T21:32:21.356" v="463"/>
          <ac:grpSpMkLst>
            <pc:docMk/>
            <pc:sldMk cId="2234483959" sldId="294"/>
            <ac:grpSpMk id="63" creationId="{8980ED85-193A-095D-4982-2FBD5EAFAF66}"/>
          </ac:grpSpMkLst>
        </pc:grpChg>
        <pc:grpChg chg="del mod">
          <ac:chgData name="Leônidas Müller de Oliveira" userId="5af9566427f0cd7a" providerId="LiveId" clId="{C235D058-B061-4462-B435-67AC37D15A2A}" dt="2025-06-29T21:32:31.290" v="466"/>
          <ac:grpSpMkLst>
            <pc:docMk/>
            <pc:sldMk cId="2234483959" sldId="294"/>
            <ac:grpSpMk id="129" creationId="{65FB1DBF-1FA1-7354-F9B6-6921561EF74C}"/>
          </ac:grpSpMkLst>
        </pc:grpChg>
        <pc:grpChg chg="del mod">
          <ac:chgData name="Leônidas Müller de Oliveira" userId="5af9566427f0cd7a" providerId="LiveId" clId="{C235D058-B061-4462-B435-67AC37D15A2A}" dt="2025-06-29T21:36:04.248" v="514"/>
          <ac:grpSpMkLst>
            <pc:docMk/>
            <pc:sldMk cId="2234483959" sldId="294"/>
            <ac:grpSpMk id="132" creationId="{9E3049CB-2ABD-C2D6-5F8B-A80351BC62CE}"/>
          </ac:grpSpMkLst>
        </pc:grpChg>
        <pc:grpChg chg="del mod">
          <ac:chgData name="Leônidas Müller de Oliveira" userId="5af9566427f0cd7a" providerId="LiveId" clId="{C235D058-B061-4462-B435-67AC37D15A2A}" dt="2025-06-29T21:32:44.471" v="476"/>
          <ac:grpSpMkLst>
            <pc:docMk/>
            <pc:sldMk cId="2234483959" sldId="294"/>
            <ac:grpSpMk id="136" creationId="{79F216A9-4763-E032-59FD-CFD0254EFC98}"/>
          </ac:grpSpMkLst>
        </pc:grpChg>
        <pc:grpChg chg="mod">
          <ac:chgData name="Leônidas Müller de Oliveira" userId="5af9566427f0cd7a" providerId="LiveId" clId="{C235D058-B061-4462-B435-67AC37D15A2A}" dt="2025-06-29T21:32:44.471" v="476"/>
          <ac:grpSpMkLst>
            <pc:docMk/>
            <pc:sldMk cId="2234483959" sldId="294"/>
            <ac:grpSpMk id="144" creationId="{4D62F46A-61F3-4264-9808-DDBB557336EF}"/>
          </ac:grpSpMkLst>
        </pc:grpChg>
        <pc:grpChg chg="del mod">
          <ac:chgData name="Leônidas Müller de Oliveira" userId="5af9566427f0cd7a" providerId="LiveId" clId="{C235D058-B061-4462-B435-67AC37D15A2A}" dt="2025-06-29T21:36:12.222" v="524"/>
          <ac:grpSpMkLst>
            <pc:docMk/>
            <pc:sldMk cId="2234483959" sldId="294"/>
            <ac:grpSpMk id="146" creationId="{70F060BA-51B3-00FA-5D43-E53A8EB70877}"/>
          </ac:grpSpMkLst>
        </pc:grpChg>
        <pc:grpChg chg="mod">
          <ac:chgData name="Leônidas Müller de Oliveira" userId="5af9566427f0cd7a" providerId="LiveId" clId="{C235D058-B061-4462-B435-67AC37D15A2A}" dt="2025-06-29T21:36:12.222" v="524"/>
          <ac:grpSpMkLst>
            <pc:docMk/>
            <pc:sldMk cId="2234483959" sldId="294"/>
            <ac:grpSpMk id="156" creationId="{744AF6FD-ADEF-B924-8373-4F131E320C7C}"/>
          </ac:grpSpMkLst>
        </pc:grpChg>
        <pc:grpChg chg="del mod">
          <ac:chgData name="Leônidas Müller de Oliveira" userId="5af9566427f0cd7a" providerId="LiveId" clId="{C235D058-B061-4462-B435-67AC37D15A2A}" dt="2025-06-29T21:36:20.797" v="534"/>
          <ac:grpSpMkLst>
            <pc:docMk/>
            <pc:sldMk cId="2234483959" sldId="294"/>
            <ac:grpSpMk id="160" creationId="{1A9CBF26-42B9-9BC6-1928-216145DBBD3B}"/>
          </ac:grpSpMkLst>
        </pc:grpChg>
        <pc:grpChg chg="del mod">
          <ac:chgData name="Leônidas Müller de Oliveira" userId="5af9566427f0cd7a" providerId="LiveId" clId="{C235D058-B061-4462-B435-67AC37D15A2A}" dt="2025-06-29T21:36:24.950" v="537"/>
          <ac:grpSpMkLst>
            <pc:docMk/>
            <pc:sldMk cId="2234483959" sldId="294"/>
            <ac:grpSpMk id="166" creationId="{44D2439B-49B5-7555-B2BB-9FAD6F5ECDFE}"/>
          </ac:grpSpMkLst>
        </pc:grpChg>
        <pc:grpChg chg="del mod">
          <ac:chgData name="Leônidas Müller de Oliveira" userId="5af9566427f0cd7a" providerId="LiveId" clId="{C235D058-B061-4462-B435-67AC37D15A2A}" dt="2025-06-29T21:36:25.899" v="539"/>
          <ac:grpSpMkLst>
            <pc:docMk/>
            <pc:sldMk cId="2234483959" sldId="294"/>
            <ac:grpSpMk id="169" creationId="{381C67CF-7CCE-6726-2DCF-2F18731C9B25}"/>
          </ac:grpSpMkLst>
        </pc:grpChg>
        <pc:grpChg chg="mod">
          <ac:chgData name="Leônidas Müller de Oliveira" userId="5af9566427f0cd7a" providerId="LiveId" clId="{C235D058-B061-4462-B435-67AC37D15A2A}" dt="2025-06-29T21:36:25.899" v="539"/>
          <ac:grpSpMkLst>
            <pc:docMk/>
            <pc:sldMk cId="2234483959" sldId="294"/>
            <ac:grpSpMk id="171" creationId="{AED02662-08B7-F9EB-99ED-FD0827A4CEFE}"/>
          </ac:grpSpMkLst>
        </pc:grpChg>
        <pc:inkChg chg="del topLv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2" creationId="{8F869417-4A21-657A-E2A9-B1148C00B2E4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3" creationId="{E6E71206-2BDE-0E85-4558-B5850AA4D52C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5" creationId="{C04257E2-6A6C-0673-F930-4BC780E4FEA9}"/>
          </ac:inkMkLst>
        </pc:inkChg>
        <pc:inkChg chg="add 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6" creationId="{FCA108E0-930F-0422-0694-2063864A54E4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7" creationId="{3D2D50C1-A7E2-B7FD-9EC2-D478F35F3A97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8" creationId="{4AB3944F-F14E-1287-2933-938D2C3E79A1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9" creationId="{595AB589-FB1A-D230-85B2-A88909E31485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11" creationId="{CFB078BD-4B21-38CC-5F6F-E60F901D86BA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12" creationId="{54077409-C3B0-A0C3-5B4B-A9673139F1A7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13" creationId="{BE77929D-AB5F-46CE-A37E-5F73DF64447B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14" creationId="{E48AFBCE-2B93-190C-1173-30E8C0ECBC44}"/>
          </ac:inkMkLst>
        </pc:inkChg>
        <pc:inkChg chg="add del mod topLv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15" creationId="{4345D930-6D58-DCF3-7701-D357D503AE71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16" creationId="{EA679BB3-1669-379B-F585-82E8D63B02E3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17" creationId="{364B7103-E403-A8ED-65B5-76602DE23088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18" creationId="{1D0A0A5D-877A-75CD-95C5-C217A9D0E901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19" creationId="{EDF1A3D0-CF9C-E95C-C6D6-5D09D9D49BEF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20" creationId="{A26A0613-FBE8-776E-4B91-8BACBF3B4985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21" creationId="{FC469653-813B-220A-58F2-D15CFD16A4B8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22" creationId="{127469BA-D2CE-6055-3562-4442A7910765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23" creationId="{BD237E6D-085E-17C5-A3F5-E8540A83DF24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24" creationId="{B59A37E8-8664-E60A-6AD7-A1E4DC9C1530}"/>
          </ac:inkMkLst>
        </pc:inkChg>
        <pc:inkChg chg="add del mod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25" creationId="{729038CD-FF06-2E0F-9F56-A8808310D079}"/>
          </ac:inkMkLst>
        </pc:inkChg>
        <pc:inkChg chg="del topLv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26" creationId="{306AAD0C-A811-42C9-5970-6FEE471B2382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27" creationId="{0DF20DD7-114F-305F-98E1-529EEF3357D5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28" creationId="{E07EDADC-F091-55ED-DA0F-1D361F84A275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29" creationId="{EB23ECF9-E96C-811E-250E-767C5D9230AD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30" creationId="{9C195142-F098-9A9F-F00C-53A9F47E2B97}"/>
          </ac:inkMkLst>
        </pc:inkChg>
        <pc:inkChg chg="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31" creationId="{B5333271-CDF6-7644-E615-8F996FC9BE6F}"/>
          </ac:inkMkLst>
        </pc:inkChg>
        <pc:inkChg chg="add del mod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33" creationId="{E785BCF1-1E38-95EB-35BB-EEF9A6433A5E}"/>
          </ac:inkMkLst>
        </pc:inkChg>
        <pc:inkChg chg="add del mod topLv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34" creationId="{C8AF0828-A54C-8DA3-4F3D-EEB2B0C08386}"/>
          </ac:inkMkLst>
        </pc:inkChg>
        <pc:inkChg chg="add del mod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35" creationId="{C8CE328A-3B03-B969-10E3-9065CECE0D09}"/>
          </ac:inkMkLst>
        </pc:inkChg>
        <pc:inkChg chg="add">
          <ac:chgData name="Leônidas Müller de Oliveira" userId="5af9566427f0cd7a" providerId="LiveId" clId="{C235D058-B061-4462-B435-67AC37D15A2A}" dt="2025-06-29T21:31:11.938" v="436" actId="9405"/>
          <ac:inkMkLst>
            <pc:docMk/>
            <pc:sldMk cId="2234483959" sldId="294"/>
            <ac:inkMk id="36" creationId="{9CA7ACA0-89CA-45EE-A112-CF3313ECEBDE}"/>
          </ac:inkMkLst>
        </pc:inkChg>
        <pc:inkChg chg="add 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37" creationId="{8A28FC9A-61C5-0B2F-2971-79985FCD8174}"/>
          </ac:inkMkLst>
        </pc:inkChg>
        <pc:inkChg chg="add 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38" creationId="{D32F7C39-4CA3-0E97-3FAC-5FE95811A70C}"/>
          </ac:inkMkLst>
        </pc:inkChg>
        <pc:inkChg chg="add del mod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39" creationId="{7071E865-6310-EB81-7BF4-0E5F32AE9FC0}"/>
          </ac:inkMkLst>
        </pc:inkChg>
        <pc:inkChg chg="add del mod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40" creationId="{A00D97C2-C440-3B80-B1F1-3348A51888B9}"/>
          </ac:inkMkLst>
        </pc:inkChg>
        <pc:inkChg chg="add 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42" creationId="{4ADA66F0-8579-A43A-E7B9-BCFB6CF3ACCD}"/>
          </ac:inkMkLst>
        </pc:inkChg>
        <pc:inkChg chg="add del">
          <ac:chgData name="Leônidas Müller de Oliveira" userId="5af9566427f0cd7a" providerId="LiveId" clId="{C235D058-B061-4462-B435-67AC37D15A2A}" dt="2025-06-29T21:30:47.437" v="434" actId="478"/>
          <ac:inkMkLst>
            <pc:docMk/>
            <pc:sldMk cId="2234483959" sldId="294"/>
            <ac:inkMk id="43" creationId="{50EE8801-EBC4-1EA7-9A42-EE38BEA999D6}"/>
          </ac:inkMkLst>
        </pc:inkChg>
        <pc:inkChg chg="add">
          <ac:chgData name="Leônidas Müller de Oliveira" userId="5af9566427f0cd7a" providerId="LiveId" clId="{C235D058-B061-4462-B435-67AC37D15A2A}" dt="2025-06-29T21:31:15.005" v="437" actId="9405"/>
          <ac:inkMkLst>
            <pc:docMk/>
            <pc:sldMk cId="2234483959" sldId="294"/>
            <ac:inkMk id="44" creationId="{A06A7C0C-625B-6CBE-03DC-34F44DCFEA78}"/>
          </ac:inkMkLst>
        </pc:inkChg>
        <pc:inkChg chg="add mod">
          <ac:chgData name="Leônidas Müller de Oliveira" userId="5af9566427f0cd7a" providerId="LiveId" clId="{C235D058-B061-4462-B435-67AC37D15A2A}" dt="2025-06-29T21:31:23.664" v="440"/>
          <ac:inkMkLst>
            <pc:docMk/>
            <pc:sldMk cId="2234483959" sldId="294"/>
            <ac:inkMk id="45" creationId="{1774B884-6741-0575-8F63-092923212C8B}"/>
          </ac:inkMkLst>
        </pc:inkChg>
        <pc:inkChg chg="add mod">
          <ac:chgData name="Leônidas Müller de Oliveira" userId="5af9566427f0cd7a" providerId="LiveId" clId="{C235D058-B061-4462-B435-67AC37D15A2A}" dt="2025-06-29T21:31:23.664" v="440"/>
          <ac:inkMkLst>
            <pc:docMk/>
            <pc:sldMk cId="2234483959" sldId="294"/>
            <ac:inkMk id="46" creationId="{DF135825-6E1C-E5CB-EA60-5C7A629F73C6}"/>
          </ac:inkMkLst>
        </pc:inkChg>
        <pc:inkChg chg="add">
          <ac:chgData name="Leônidas Müller de Oliveira" userId="5af9566427f0cd7a" providerId="LiveId" clId="{C235D058-B061-4462-B435-67AC37D15A2A}" dt="2025-06-29T21:31:29.438" v="441" actId="9405"/>
          <ac:inkMkLst>
            <pc:docMk/>
            <pc:sldMk cId="2234483959" sldId="294"/>
            <ac:inkMk id="48" creationId="{92C9C900-63FD-7859-A5A7-439BD4228C6F}"/>
          </ac:inkMkLst>
        </pc:inkChg>
        <pc:inkChg chg="add">
          <ac:chgData name="Leônidas Müller de Oliveira" userId="5af9566427f0cd7a" providerId="LiveId" clId="{C235D058-B061-4462-B435-67AC37D15A2A}" dt="2025-06-29T21:32:02.602" v="447" actId="9405"/>
          <ac:inkMkLst>
            <pc:docMk/>
            <pc:sldMk cId="2234483959" sldId="294"/>
            <ac:inkMk id="49" creationId="{620357AC-7F48-0A43-96AB-E7ED3C142531}"/>
          </ac:inkMkLst>
        </pc:inkChg>
        <pc:inkChg chg="add mod">
          <ac:chgData name="Leônidas Müller de Oliveira" userId="5af9566427f0cd7a" providerId="LiveId" clId="{C235D058-B061-4462-B435-67AC37D15A2A}" dt="2025-06-29T21:32:44.471" v="476"/>
          <ac:inkMkLst>
            <pc:docMk/>
            <pc:sldMk cId="2234483959" sldId="294"/>
            <ac:inkMk id="50" creationId="{2F21C5EA-79B4-7A68-2A7E-31964CE9054D}"/>
          </ac:inkMkLst>
        </pc:inkChg>
        <pc:inkChg chg="add mod">
          <ac:chgData name="Leônidas Müller de Oliveira" userId="5af9566427f0cd7a" providerId="LiveId" clId="{C235D058-B061-4462-B435-67AC37D15A2A}" dt="2025-06-29T21:32:44.471" v="476"/>
          <ac:inkMkLst>
            <pc:docMk/>
            <pc:sldMk cId="2234483959" sldId="294"/>
            <ac:inkMk id="51" creationId="{12EE2FD7-6635-4DA1-8F73-989824E9A850}"/>
          </ac:inkMkLst>
        </pc:inkChg>
        <pc:inkChg chg="add mod">
          <ac:chgData name="Leônidas Müller de Oliveira" userId="5af9566427f0cd7a" providerId="LiveId" clId="{C235D058-B061-4462-B435-67AC37D15A2A}" dt="2025-06-29T21:32:44.471" v="476"/>
          <ac:inkMkLst>
            <pc:docMk/>
            <pc:sldMk cId="2234483959" sldId="294"/>
            <ac:inkMk id="52" creationId="{D2FB9548-3AEC-C8EF-EFEC-9EAEA1DC7737}"/>
          </ac:inkMkLst>
        </pc:inkChg>
        <pc:inkChg chg="add">
          <ac:chgData name="Leônidas Müller de Oliveira" userId="5af9566427f0cd7a" providerId="LiveId" clId="{C235D058-B061-4462-B435-67AC37D15A2A}" dt="2025-06-29T21:32:08.994" v="451" actId="9405"/>
          <ac:inkMkLst>
            <pc:docMk/>
            <pc:sldMk cId="2234483959" sldId="294"/>
            <ac:inkMk id="53" creationId="{1FAC2D7D-30E5-4E02-9168-2DAF47A49825}"/>
          </ac:inkMkLst>
        </pc:inkChg>
        <pc:inkChg chg="add mod">
          <ac:chgData name="Leônidas Müller de Oliveira" userId="5af9566427f0cd7a" providerId="LiveId" clId="{C235D058-B061-4462-B435-67AC37D15A2A}" dt="2025-06-29T21:32:44.471" v="476"/>
          <ac:inkMkLst>
            <pc:docMk/>
            <pc:sldMk cId="2234483959" sldId="294"/>
            <ac:inkMk id="54" creationId="{65487124-7C10-1308-2848-E1BD8E24EB50}"/>
          </ac:inkMkLst>
        </pc:inkChg>
        <pc:inkChg chg="add mod">
          <ac:chgData name="Leônidas Müller de Oliveira" userId="5af9566427f0cd7a" providerId="LiveId" clId="{C235D058-B061-4462-B435-67AC37D15A2A}" dt="2025-06-29T21:32:44.471" v="476"/>
          <ac:inkMkLst>
            <pc:docMk/>
            <pc:sldMk cId="2234483959" sldId="294"/>
            <ac:inkMk id="55" creationId="{2B74CB4A-05EE-714F-09B7-3F4DED1E4087}"/>
          </ac:inkMkLst>
        </pc:inkChg>
        <pc:inkChg chg="add mod">
          <ac:chgData name="Leônidas Müller de Oliveira" userId="5af9566427f0cd7a" providerId="LiveId" clId="{C235D058-B061-4462-B435-67AC37D15A2A}" dt="2025-06-29T21:32:44.471" v="476"/>
          <ac:inkMkLst>
            <pc:docMk/>
            <pc:sldMk cId="2234483959" sldId="294"/>
            <ac:inkMk id="56" creationId="{A70051FE-A71D-D0EA-7854-BFB4C43FA299}"/>
          </ac:inkMkLst>
        </pc:inkChg>
        <pc:inkChg chg="add mod">
          <ac:chgData name="Leônidas Müller de Oliveira" userId="5af9566427f0cd7a" providerId="LiveId" clId="{C235D058-B061-4462-B435-67AC37D15A2A}" dt="2025-06-29T21:36:12.222" v="524"/>
          <ac:inkMkLst>
            <pc:docMk/>
            <pc:sldMk cId="2234483959" sldId="294"/>
            <ac:inkMk id="58" creationId="{14DDEAD8-CF97-2C5F-E76C-F7F39C9C6A64}"/>
          </ac:inkMkLst>
        </pc:inkChg>
        <pc:inkChg chg="add mod">
          <ac:chgData name="Leônidas Müller de Oliveira" userId="5af9566427f0cd7a" providerId="LiveId" clId="{C235D058-B061-4462-B435-67AC37D15A2A}" dt="2025-06-29T21:36:12.222" v="524"/>
          <ac:inkMkLst>
            <pc:docMk/>
            <pc:sldMk cId="2234483959" sldId="294"/>
            <ac:inkMk id="59" creationId="{6763D894-C9E2-E1FC-6244-D23B811A85E4}"/>
          </ac:inkMkLst>
        </pc:inkChg>
        <pc:inkChg chg="add mod">
          <ac:chgData name="Leônidas Müller de Oliveira" userId="5af9566427f0cd7a" providerId="LiveId" clId="{C235D058-B061-4462-B435-67AC37D15A2A}" dt="2025-06-29T21:36:12.222" v="524"/>
          <ac:inkMkLst>
            <pc:docMk/>
            <pc:sldMk cId="2234483959" sldId="294"/>
            <ac:inkMk id="60" creationId="{B232FCDD-62F0-2BC9-C126-774DAF19ACB5}"/>
          </ac:inkMkLst>
        </pc:inkChg>
        <pc:inkChg chg="add mod">
          <ac:chgData name="Leônidas Müller de Oliveira" userId="5af9566427f0cd7a" providerId="LiveId" clId="{C235D058-B061-4462-B435-67AC37D15A2A}" dt="2025-06-29T21:36:12.222" v="524"/>
          <ac:inkMkLst>
            <pc:docMk/>
            <pc:sldMk cId="2234483959" sldId="294"/>
            <ac:inkMk id="62" creationId="{4C9B123E-8311-BBE8-CA01-6A9DFD70088F}"/>
          </ac:inkMkLst>
        </pc:inkChg>
        <pc:inkChg chg="add mod">
          <ac:chgData name="Leônidas Müller de Oliveira" userId="5af9566427f0cd7a" providerId="LiveId" clId="{C235D058-B061-4462-B435-67AC37D15A2A}" dt="2025-06-29T21:36:12.222" v="524"/>
          <ac:inkMkLst>
            <pc:docMk/>
            <pc:sldMk cId="2234483959" sldId="294"/>
            <ac:inkMk id="128" creationId="{1BE3954B-4659-D42D-525B-FC98BA04F7F8}"/>
          </ac:inkMkLst>
        </pc:inkChg>
        <pc:inkChg chg="add mod">
          <ac:chgData name="Leônidas Müller de Oliveira" userId="5af9566427f0cd7a" providerId="LiveId" clId="{C235D058-B061-4462-B435-67AC37D15A2A}" dt="2025-06-29T21:36:12.222" v="524"/>
          <ac:inkMkLst>
            <pc:docMk/>
            <pc:sldMk cId="2234483959" sldId="294"/>
            <ac:inkMk id="130" creationId="{60FBC0C5-651D-9A78-5C30-B23478B6ACA1}"/>
          </ac:inkMkLst>
        </pc:inkChg>
        <pc:inkChg chg="add mod">
          <ac:chgData name="Leônidas Müller de Oliveira" userId="5af9566427f0cd7a" providerId="LiveId" clId="{C235D058-B061-4462-B435-67AC37D15A2A}" dt="2025-06-29T21:36:12.222" v="524"/>
          <ac:inkMkLst>
            <pc:docMk/>
            <pc:sldMk cId="2234483959" sldId="294"/>
            <ac:inkMk id="131" creationId="{74B20070-2303-FD84-B9CB-278A880074A6}"/>
          </ac:inkMkLst>
        </pc:inkChg>
        <pc:inkChg chg="add mod">
          <ac:chgData name="Leônidas Müller de Oliveira" userId="5af9566427f0cd7a" providerId="LiveId" clId="{C235D058-B061-4462-B435-67AC37D15A2A}" dt="2025-06-29T21:32:44.471" v="476"/>
          <ac:inkMkLst>
            <pc:docMk/>
            <pc:sldMk cId="2234483959" sldId="294"/>
            <ac:inkMk id="133" creationId="{0E5733D1-195F-A972-FE31-648C9B639A9B}"/>
          </ac:inkMkLst>
        </pc:inkChg>
        <pc:inkChg chg="add mod">
          <ac:chgData name="Leônidas Müller de Oliveira" userId="5af9566427f0cd7a" providerId="LiveId" clId="{C235D058-B061-4462-B435-67AC37D15A2A}" dt="2025-06-29T21:32:44.471" v="476"/>
          <ac:inkMkLst>
            <pc:docMk/>
            <pc:sldMk cId="2234483959" sldId="294"/>
            <ac:inkMk id="134" creationId="{AA31B271-2E13-BBD3-2A55-65D10C8CDCA9}"/>
          </ac:inkMkLst>
        </pc:inkChg>
        <pc:inkChg chg="add mod">
          <ac:chgData name="Leônidas Müller de Oliveira" userId="5af9566427f0cd7a" providerId="LiveId" clId="{C235D058-B061-4462-B435-67AC37D15A2A}" dt="2025-06-29T21:32:44.471" v="476"/>
          <ac:inkMkLst>
            <pc:docMk/>
            <pc:sldMk cId="2234483959" sldId="294"/>
            <ac:inkMk id="135" creationId="{361C169A-6B12-2F73-726F-B9872B572117}"/>
          </ac:inkMkLst>
        </pc:inkChg>
        <pc:inkChg chg="add">
          <ac:chgData name="Leônidas Müller de Oliveira" userId="5af9566427f0cd7a" providerId="LiveId" clId="{C235D058-B061-4462-B435-67AC37D15A2A}" dt="2025-06-29T21:32:38.997" v="471" actId="9405"/>
          <ac:inkMkLst>
            <pc:docMk/>
            <pc:sldMk cId="2234483959" sldId="294"/>
            <ac:inkMk id="137" creationId="{CC634784-A029-FF99-16AA-407623E05B98}"/>
          </ac:inkMkLst>
        </pc:inkChg>
        <pc:inkChg chg="add">
          <ac:chgData name="Leônidas Müller de Oliveira" userId="5af9566427f0cd7a" providerId="LiveId" clId="{C235D058-B061-4462-B435-67AC37D15A2A}" dt="2025-06-29T21:32:40.619" v="472" actId="9405"/>
          <ac:inkMkLst>
            <pc:docMk/>
            <pc:sldMk cId="2234483959" sldId="294"/>
            <ac:inkMk id="138" creationId="{DFC021A3-93EA-221B-175D-1C93CFA7C018}"/>
          </ac:inkMkLst>
        </pc:inkChg>
        <pc:inkChg chg="add">
          <ac:chgData name="Leônidas Müller de Oliveira" userId="5af9566427f0cd7a" providerId="LiveId" clId="{C235D058-B061-4462-B435-67AC37D15A2A}" dt="2025-06-29T21:32:41.492" v="473" actId="9405"/>
          <ac:inkMkLst>
            <pc:docMk/>
            <pc:sldMk cId="2234483959" sldId="294"/>
            <ac:inkMk id="139" creationId="{CB677920-5798-DAE1-0336-C4215E4BD75E}"/>
          </ac:inkMkLst>
        </pc:inkChg>
        <pc:inkChg chg="add mod">
          <ac:chgData name="Leônidas Müller de Oliveira" userId="5af9566427f0cd7a" providerId="LiveId" clId="{C235D058-B061-4462-B435-67AC37D15A2A}" dt="2025-06-29T21:32:44.471" v="476"/>
          <ac:inkMkLst>
            <pc:docMk/>
            <pc:sldMk cId="2234483959" sldId="294"/>
            <ac:inkMk id="142" creationId="{98E777B9-8BDF-4B6C-59FD-86995CF5C646}"/>
          </ac:inkMkLst>
        </pc:inkChg>
        <pc:inkChg chg="add mod">
          <ac:chgData name="Leônidas Müller de Oliveira" userId="5af9566427f0cd7a" providerId="LiveId" clId="{C235D058-B061-4462-B435-67AC37D15A2A}" dt="2025-06-29T21:32:44.471" v="476"/>
          <ac:inkMkLst>
            <pc:docMk/>
            <pc:sldMk cId="2234483959" sldId="294"/>
            <ac:inkMk id="143" creationId="{4A19F9B1-2AE8-D56B-0958-B101D69FC529}"/>
          </ac:inkMkLst>
        </pc:inkChg>
        <pc:inkChg chg="add mod">
          <ac:chgData name="Leônidas Müller de Oliveira" userId="5af9566427f0cd7a" providerId="LiveId" clId="{C235D058-B061-4462-B435-67AC37D15A2A}" dt="2025-06-29T21:36:12.222" v="524"/>
          <ac:inkMkLst>
            <pc:docMk/>
            <pc:sldMk cId="2234483959" sldId="294"/>
            <ac:inkMk id="145" creationId="{D806527F-1872-C0A3-86A9-C918868974A0}"/>
          </ac:inkMkLst>
        </pc:inkChg>
        <pc:inkChg chg="add mod">
          <ac:chgData name="Leônidas Müller de Oliveira" userId="5af9566427f0cd7a" providerId="LiveId" clId="{C235D058-B061-4462-B435-67AC37D15A2A}" dt="2025-06-29T21:36:12.222" v="524"/>
          <ac:inkMkLst>
            <pc:docMk/>
            <pc:sldMk cId="2234483959" sldId="294"/>
            <ac:inkMk id="147" creationId="{16A27CB1-A430-AF37-78C3-2897D9519354}"/>
          </ac:inkMkLst>
        </pc:inkChg>
        <pc:inkChg chg="add mod">
          <ac:chgData name="Leônidas Müller de Oliveira" userId="5af9566427f0cd7a" providerId="LiveId" clId="{C235D058-B061-4462-B435-67AC37D15A2A}" dt="2025-06-29T21:36:12.222" v="524"/>
          <ac:inkMkLst>
            <pc:docMk/>
            <pc:sldMk cId="2234483959" sldId="294"/>
            <ac:inkMk id="148" creationId="{C38FEC91-FA74-C17C-A478-526DF579F5B7}"/>
          </ac:inkMkLst>
        </pc:inkChg>
        <pc:inkChg chg="add mod">
          <ac:chgData name="Leônidas Müller de Oliveira" userId="5af9566427f0cd7a" providerId="LiveId" clId="{C235D058-B061-4462-B435-67AC37D15A2A}" dt="2025-06-29T21:36:12.222" v="524"/>
          <ac:inkMkLst>
            <pc:docMk/>
            <pc:sldMk cId="2234483959" sldId="294"/>
            <ac:inkMk id="149" creationId="{CD67BA74-F332-FE53-0BE9-5D9186D04828}"/>
          </ac:inkMkLst>
        </pc:inkChg>
        <pc:inkChg chg="add mod">
          <ac:chgData name="Leônidas Müller de Oliveira" userId="5af9566427f0cd7a" providerId="LiveId" clId="{C235D058-B061-4462-B435-67AC37D15A2A}" dt="2025-06-29T21:36:12.222" v="524"/>
          <ac:inkMkLst>
            <pc:docMk/>
            <pc:sldMk cId="2234483959" sldId="294"/>
            <ac:inkMk id="150" creationId="{FD1C931E-BB1D-BFB4-7A7F-B8EF178DDD9E}"/>
          </ac:inkMkLst>
        </pc:inkChg>
        <pc:inkChg chg="add mod">
          <ac:chgData name="Leônidas Müller de Oliveira" userId="5af9566427f0cd7a" providerId="LiveId" clId="{C235D058-B061-4462-B435-67AC37D15A2A}" dt="2025-06-29T21:36:12.222" v="524"/>
          <ac:inkMkLst>
            <pc:docMk/>
            <pc:sldMk cId="2234483959" sldId="294"/>
            <ac:inkMk id="151" creationId="{8DD5251B-A0B6-A39F-8420-B8F3BAB73BDE}"/>
          </ac:inkMkLst>
        </pc:inkChg>
        <pc:inkChg chg="add mod">
          <ac:chgData name="Leônidas Müller de Oliveira" userId="5af9566427f0cd7a" providerId="LiveId" clId="{C235D058-B061-4462-B435-67AC37D15A2A}" dt="2025-06-29T21:36:12.222" v="524"/>
          <ac:inkMkLst>
            <pc:docMk/>
            <pc:sldMk cId="2234483959" sldId="294"/>
            <ac:inkMk id="152" creationId="{B2FE17BC-AE4C-516C-FEAC-CA682BF3E097}"/>
          </ac:inkMkLst>
        </pc:inkChg>
        <pc:inkChg chg="add mod">
          <ac:chgData name="Leônidas Müller de Oliveira" userId="5af9566427f0cd7a" providerId="LiveId" clId="{C235D058-B061-4462-B435-67AC37D15A2A}" dt="2025-06-29T21:36:12.222" v="524"/>
          <ac:inkMkLst>
            <pc:docMk/>
            <pc:sldMk cId="2234483959" sldId="294"/>
            <ac:inkMk id="153" creationId="{2F991E2D-9CC4-F2AB-791F-6D83E15697F2}"/>
          </ac:inkMkLst>
        </pc:inkChg>
        <pc:inkChg chg="add mod">
          <ac:chgData name="Leônidas Müller de Oliveira" userId="5af9566427f0cd7a" providerId="LiveId" clId="{C235D058-B061-4462-B435-67AC37D15A2A}" dt="2025-06-29T21:36:12.222" v="524"/>
          <ac:inkMkLst>
            <pc:docMk/>
            <pc:sldMk cId="2234483959" sldId="294"/>
            <ac:inkMk id="154" creationId="{B69F9070-6119-1D27-DE5A-00EB44773C9B}"/>
          </ac:inkMkLst>
        </pc:inkChg>
        <pc:inkChg chg="add mod">
          <ac:chgData name="Leônidas Müller de Oliveira" userId="5af9566427f0cd7a" providerId="LiveId" clId="{C235D058-B061-4462-B435-67AC37D15A2A}" dt="2025-06-29T21:36:12.222" v="524"/>
          <ac:inkMkLst>
            <pc:docMk/>
            <pc:sldMk cId="2234483959" sldId="294"/>
            <ac:inkMk id="155" creationId="{8E4FDD00-156D-C61B-1636-BBFB8CCEABC3}"/>
          </ac:inkMkLst>
        </pc:inkChg>
        <pc:inkChg chg="add mod">
          <ac:chgData name="Leônidas Müller de Oliveira" userId="5af9566427f0cd7a" providerId="LiveId" clId="{C235D058-B061-4462-B435-67AC37D15A2A}" dt="2025-06-29T21:36:25.899" v="539"/>
          <ac:inkMkLst>
            <pc:docMk/>
            <pc:sldMk cId="2234483959" sldId="294"/>
            <ac:inkMk id="157" creationId="{B5293974-2A9A-A0ED-6437-88D16B05AAFD}"/>
          </ac:inkMkLst>
        </pc:inkChg>
        <pc:inkChg chg="add mod">
          <ac:chgData name="Leônidas Müller de Oliveira" userId="5af9566427f0cd7a" providerId="LiveId" clId="{C235D058-B061-4462-B435-67AC37D15A2A}" dt="2025-06-29T21:36:25.899" v="539"/>
          <ac:inkMkLst>
            <pc:docMk/>
            <pc:sldMk cId="2234483959" sldId="294"/>
            <ac:inkMk id="158" creationId="{C6998D2F-F754-0095-43AD-8CDB93B43760}"/>
          </ac:inkMkLst>
        </pc:inkChg>
        <pc:inkChg chg="add mod">
          <ac:chgData name="Leônidas Müller de Oliveira" userId="5af9566427f0cd7a" providerId="LiveId" clId="{C235D058-B061-4462-B435-67AC37D15A2A}" dt="2025-06-29T21:36:25.899" v="539"/>
          <ac:inkMkLst>
            <pc:docMk/>
            <pc:sldMk cId="2234483959" sldId="294"/>
            <ac:inkMk id="159" creationId="{160ADE18-F1C5-CEC8-350D-04A7246A4D61}"/>
          </ac:inkMkLst>
        </pc:inkChg>
        <pc:inkChg chg="add mod">
          <ac:chgData name="Leônidas Müller de Oliveira" userId="5af9566427f0cd7a" providerId="LiveId" clId="{C235D058-B061-4462-B435-67AC37D15A2A}" dt="2025-06-29T21:36:25.899" v="539"/>
          <ac:inkMkLst>
            <pc:docMk/>
            <pc:sldMk cId="2234483959" sldId="294"/>
            <ac:inkMk id="161" creationId="{0A1F8C4B-05F2-67DD-974B-0AB36354A54C}"/>
          </ac:inkMkLst>
        </pc:inkChg>
        <pc:inkChg chg="add mod">
          <ac:chgData name="Leônidas Müller de Oliveira" userId="5af9566427f0cd7a" providerId="LiveId" clId="{C235D058-B061-4462-B435-67AC37D15A2A}" dt="2025-06-29T21:36:25.899" v="539"/>
          <ac:inkMkLst>
            <pc:docMk/>
            <pc:sldMk cId="2234483959" sldId="294"/>
            <ac:inkMk id="162" creationId="{29B9875A-B426-217C-4931-27D4058F7BCD}"/>
          </ac:inkMkLst>
        </pc:inkChg>
        <pc:inkChg chg="add mod">
          <ac:chgData name="Leônidas Müller de Oliveira" userId="5af9566427f0cd7a" providerId="LiveId" clId="{C235D058-B061-4462-B435-67AC37D15A2A}" dt="2025-06-29T21:36:25.899" v="539"/>
          <ac:inkMkLst>
            <pc:docMk/>
            <pc:sldMk cId="2234483959" sldId="294"/>
            <ac:inkMk id="163" creationId="{03A36857-C324-D192-3F01-83AC47F50180}"/>
          </ac:inkMkLst>
        </pc:inkChg>
        <pc:inkChg chg="add mod">
          <ac:chgData name="Leônidas Müller de Oliveira" userId="5af9566427f0cd7a" providerId="LiveId" clId="{C235D058-B061-4462-B435-67AC37D15A2A}" dt="2025-06-29T21:36:25.899" v="539"/>
          <ac:inkMkLst>
            <pc:docMk/>
            <pc:sldMk cId="2234483959" sldId="294"/>
            <ac:inkMk id="164" creationId="{CEC382F7-8C2F-6718-09EE-41EC4A35D0E0}"/>
          </ac:inkMkLst>
        </pc:inkChg>
        <pc:inkChg chg="add mod">
          <ac:chgData name="Leônidas Müller de Oliveira" userId="5af9566427f0cd7a" providerId="LiveId" clId="{C235D058-B061-4462-B435-67AC37D15A2A}" dt="2025-06-29T21:36:25.899" v="539"/>
          <ac:inkMkLst>
            <pc:docMk/>
            <pc:sldMk cId="2234483959" sldId="294"/>
            <ac:inkMk id="165" creationId="{48A13F97-21B9-11FC-09E0-62480E770296}"/>
          </ac:inkMkLst>
        </pc:inkChg>
        <pc:inkChg chg="add mod">
          <ac:chgData name="Leônidas Müller de Oliveira" userId="5af9566427f0cd7a" providerId="LiveId" clId="{C235D058-B061-4462-B435-67AC37D15A2A}" dt="2025-06-29T21:36:25.899" v="539"/>
          <ac:inkMkLst>
            <pc:docMk/>
            <pc:sldMk cId="2234483959" sldId="294"/>
            <ac:inkMk id="167" creationId="{E6875B5C-3001-AEA7-88FB-9CDB3DEB4AD6}"/>
          </ac:inkMkLst>
        </pc:inkChg>
        <pc:inkChg chg="add mod">
          <ac:chgData name="Leônidas Müller de Oliveira" userId="5af9566427f0cd7a" providerId="LiveId" clId="{C235D058-B061-4462-B435-67AC37D15A2A}" dt="2025-06-29T21:36:25.899" v="539"/>
          <ac:inkMkLst>
            <pc:docMk/>
            <pc:sldMk cId="2234483959" sldId="294"/>
            <ac:inkMk id="168" creationId="{5610B20B-D95E-9E7A-EC2D-93BC6967A3DA}"/>
          </ac:inkMkLst>
        </pc:inkChg>
        <pc:inkChg chg="add mod">
          <ac:chgData name="Leônidas Müller de Oliveira" userId="5af9566427f0cd7a" providerId="LiveId" clId="{C235D058-B061-4462-B435-67AC37D15A2A}" dt="2025-06-29T21:36:25.899" v="539"/>
          <ac:inkMkLst>
            <pc:docMk/>
            <pc:sldMk cId="2234483959" sldId="294"/>
            <ac:inkMk id="170" creationId="{505A375E-F6EE-FA1B-0939-21857CEC41D5}"/>
          </ac:inkMkLst>
        </pc:inkChg>
      </pc:sldChg>
      <pc:sldChg chg="addSp delSp modSp add mod ord">
        <pc:chgData name="Leônidas Müller de Oliveira" userId="5af9566427f0cd7a" providerId="LiveId" clId="{C235D058-B061-4462-B435-67AC37D15A2A}" dt="2025-06-29T21:33:32.014" v="482" actId="1076"/>
        <pc:sldMkLst>
          <pc:docMk/>
          <pc:sldMk cId="1271179851" sldId="295"/>
        </pc:sldMkLst>
        <pc:picChg chg="del">
          <ac:chgData name="Leônidas Müller de Oliveira" userId="5af9566427f0cd7a" providerId="LiveId" clId="{C235D058-B061-4462-B435-67AC37D15A2A}" dt="2025-06-29T21:33:29.541" v="480" actId="478"/>
          <ac:picMkLst>
            <pc:docMk/>
            <pc:sldMk cId="1271179851" sldId="295"/>
            <ac:picMk id="4" creationId="{688D0160-BEAF-2825-F2BB-1ACBECF641EB}"/>
          </ac:picMkLst>
        </pc:picChg>
        <pc:picChg chg="add mod">
          <ac:chgData name="Leônidas Müller de Oliveira" userId="5af9566427f0cd7a" providerId="LiveId" clId="{C235D058-B061-4462-B435-67AC37D15A2A}" dt="2025-06-29T21:33:32.014" v="482" actId="1076"/>
          <ac:picMkLst>
            <pc:docMk/>
            <pc:sldMk cId="1271179851" sldId="295"/>
            <ac:picMk id="5" creationId="{D2B84B41-ED69-E341-7735-1F03F602C092}"/>
          </ac:picMkLst>
        </pc:picChg>
      </pc:sldChg>
      <pc:sldChg chg="addSp delSp modSp add del mod">
        <pc:chgData name="Leônidas Müller de Oliveira" userId="5af9566427f0cd7a" providerId="LiveId" clId="{C235D058-B061-4462-B435-67AC37D15A2A}" dt="2025-06-30T01:19:49.911" v="542" actId="47"/>
        <pc:sldMkLst>
          <pc:docMk/>
          <pc:sldMk cId="2224705950" sldId="296"/>
        </pc:sldMkLst>
        <pc:grpChg chg="del mod">
          <ac:chgData name="Leônidas Müller de Oliveira" userId="5af9566427f0cd7a" providerId="LiveId" clId="{C235D058-B061-4462-B435-67AC37D15A2A}" dt="2025-06-29T21:33:39.827" v="488"/>
          <ac:grpSpMkLst>
            <pc:docMk/>
            <pc:sldMk cId="2224705950" sldId="296"/>
            <ac:grpSpMk id="6" creationId="{FFCA15E8-4A49-3222-1AEF-6AF6FF56FF20}"/>
          </ac:grpSpMkLst>
        </pc:grpChg>
        <pc:grpChg chg="del mod">
          <ac:chgData name="Leônidas Müller de Oliveira" userId="5af9566427f0cd7a" providerId="LiveId" clId="{C235D058-B061-4462-B435-67AC37D15A2A}" dt="2025-06-29T21:33:44.732" v="493"/>
          <ac:grpSpMkLst>
            <pc:docMk/>
            <pc:sldMk cId="2224705950" sldId="296"/>
            <ac:grpSpMk id="8" creationId="{7C139DA2-3B28-078C-2990-3FD49854371C}"/>
          </ac:grpSpMkLst>
        </pc:grpChg>
        <pc:grpChg chg="add del mod">
          <ac:chgData name="Leônidas Müller de Oliveira" userId="5af9566427f0cd7a" providerId="LiveId" clId="{C235D058-B061-4462-B435-67AC37D15A2A}" dt="2025-06-29T21:35:33.903" v="507"/>
          <ac:grpSpMkLst>
            <pc:docMk/>
            <pc:sldMk cId="2224705950" sldId="296"/>
            <ac:grpSpMk id="14" creationId="{7D6413F4-821A-8D9F-528E-B293F3D80F73}"/>
          </ac:grpSpMkLst>
        </pc:grpChg>
        <pc:grpChg chg="add del mod">
          <ac:chgData name="Leônidas Müller de Oliveira" userId="5af9566427f0cd7a" providerId="LiveId" clId="{C235D058-B061-4462-B435-67AC37D15A2A}" dt="2025-06-29T21:35:33.903" v="507"/>
          <ac:grpSpMkLst>
            <pc:docMk/>
            <pc:sldMk cId="2224705950" sldId="296"/>
            <ac:grpSpMk id="20" creationId="{9264FA5C-932C-A77A-D9BF-09583C86B69A}"/>
          </ac:grpSpMkLst>
        </pc:grpChg>
        <pc:grpChg chg="mod">
          <ac:chgData name="Leônidas Müller de Oliveira" userId="5af9566427f0cd7a" providerId="LiveId" clId="{C235D058-B061-4462-B435-67AC37D15A2A}" dt="2025-06-29T21:35:33.903" v="507"/>
          <ac:grpSpMkLst>
            <pc:docMk/>
            <pc:sldMk cId="2224705950" sldId="296"/>
            <ac:grpSpMk id="25" creationId="{11A4FB9D-4125-41E7-9CCF-3CEC18D92310}"/>
          </ac:grpSpMkLst>
        </pc:grpChg>
        <pc:grpChg chg="mod">
          <ac:chgData name="Leônidas Müller de Oliveira" userId="5af9566427f0cd7a" providerId="LiveId" clId="{C235D058-B061-4462-B435-67AC37D15A2A}" dt="2025-06-29T21:35:38.844" v="512"/>
          <ac:grpSpMkLst>
            <pc:docMk/>
            <pc:sldMk cId="2224705950" sldId="296"/>
            <ac:grpSpMk id="30" creationId="{D12C0F6A-2A12-8936-E138-B8DF3CA770B1}"/>
          </ac:grpSpMkLst>
        </pc:grpChg>
        <pc:inkChg chg="add mod">
          <ac:chgData name="Leônidas Müller de Oliveira" userId="5af9566427f0cd7a" providerId="LiveId" clId="{C235D058-B061-4462-B435-67AC37D15A2A}" dt="2025-06-29T21:35:33.903" v="507"/>
          <ac:inkMkLst>
            <pc:docMk/>
            <pc:sldMk cId="2224705950" sldId="296"/>
            <ac:inkMk id="3" creationId="{246B9D82-943D-4281-D347-E13CF3A3DD16}"/>
          </ac:inkMkLst>
        </pc:inkChg>
        <pc:inkChg chg="add mod">
          <ac:chgData name="Leônidas Müller de Oliveira" userId="5af9566427f0cd7a" providerId="LiveId" clId="{C235D058-B061-4462-B435-67AC37D15A2A}" dt="2025-06-29T21:35:33.903" v="507"/>
          <ac:inkMkLst>
            <pc:docMk/>
            <pc:sldMk cId="2224705950" sldId="296"/>
            <ac:inkMk id="4" creationId="{56C68C95-2988-1C0B-9035-57F99579DAD0}"/>
          </ac:inkMkLst>
        </pc:inkChg>
        <pc:inkChg chg="add mod">
          <ac:chgData name="Leônidas Müller de Oliveira" userId="5af9566427f0cd7a" providerId="LiveId" clId="{C235D058-B061-4462-B435-67AC37D15A2A}" dt="2025-06-29T21:35:33.903" v="507"/>
          <ac:inkMkLst>
            <pc:docMk/>
            <pc:sldMk cId="2224705950" sldId="296"/>
            <ac:inkMk id="7" creationId="{BE857CB5-1BD1-1440-5863-E17F601E00CE}"/>
          </ac:inkMkLst>
        </pc:inkChg>
        <pc:inkChg chg="add mod">
          <ac:chgData name="Leônidas Müller de Oliveira" userId="5af9566427f0cd7a" providerId="LiveId" clId="{C235D058-B061-4462-B435-67AC37D15A2A}" dt="2025-06-29T21:35:33.903" v="507"/>
          <ac:inkMkLst>
            <pc:docMk/>
            <pc:sldMk cId="2224705950" sldId="296"/>
            <ac:inkMk id="9" creationId="{98168969-5632-2863-410E-CE7D5E23E2EC}"/>
          </ac:inkMkLst>
        </pc:inkChg>
        <pc:inkChg chg="add mod">
          <ac:chgData name="Leônidas Müller de Oliveira" userId="5af9566427f0cd7a" providerId="LiveId" clId="{C235D058-B061-4462-B435-67AC37D15A2A}" dt="2025-06-29T21:35:33.903" v="507"/>
          <ac:inkMkLst>
            <pc:docMk/>
            <pc:sldMk cId="2224705950" sldId="296"/>
            <ac:inkMk id="11" creationId="{FA461C9E-5453-2219-C483-79893A4C69D8}"/>
          </ac:inkMkLst>
        </pc:inkChg>
        <pc:inkChg chg="add mod">
          <ac:chgData name="Leônidas Müller de Oliveira" userId="5af9566427f0cd7a" providerId="LiveId" clId="{C235D058-B061-4462-B435-67AC37D15A2A}" dt="2025-06-29T21:35:33.903" v="507"/>
          <ac:inkMkLst>
            <pc:docMk/>
            <pc:sldMk cId="2224705950" sldId="296"/>
            <ac:inkMk id="12" creationId="{00C28B8C-6736-6E3A-AA6D-448996DC72AF}"/>
          </ac:inkMkLst>
        </pc:inkChg>
        <pc:inkChg chg="add mod">
          <ac:chgData name="Leônidas Müller de Oliveira" userId="5af9566427f0cd7a" providerId="LiveId" clId="{C235D058-B061-4462-B435-67AC37D15A2A}" dt="2025-06-29T21:35:33.903" v="507"/>
          <ac:inkMkLst>
            <pc:docMk/>
            <pc:sldMk cId="2224705950" sldId="296"/>
            <ac:inkMk id="13" creationId="{BE619A51-823B-0F91-F912-B463073F092C}"/>
          </ac:inkMkLst>
        </pc:inkChg>
        <pc:inkChg chg="add mod">
          <ac:chgData name="Leônidas Müller de Oliveira" userId="5af9566427f0cd7a" providerId="LiveId" clId="{C235D058-B061-4462-B435-67AC37D15A2A}" dt="2025-06-29T21:35:33.903" v="507"/>
          <ac:inkMkLst>
            <pc:docMk/>
            <pc:sldMk cId="2224705950" sldId="296"/>
            <ac:inkMk id="15" creationId="{B7CE538F-4463-74F2-14B1-3E1872829E2C}"/>
          </ac:inkMkLst>
        </pc:inkChg>
        <pc:inkChg chg="add mod">
          <ac:chgData name="Leônidas Müller de Oliveira" userId="5af9566427f0cd7a" providerId="LiveId" clId="{C235D058-B061-4462-B435-67AC37D15A2A}" dt="2025-06-29T21:35:33.903" v="507"/>
          <ac:inkMkLst>
            <pc:docMk/>
            <pc:sldMk cId="2224705950" sldId="296"/>
            <ac:inkMk id="16" creationId="{81EB6223-E118-0210-0760-D4EFB1115D61}"/>
          </ac:inkMkLst>
        </pc:inkChg>
        <pc:inkChg chg="add mod">
          <ac:chgData name="Leônidas Müller de Oliveira" userId="5af9566427f0cd7a" providerId="LiveId" clId="{C235D058-B061-4462-B435-67AC37D15A2A}" dt="2025-06-29T21:35:33.903" v="507"/>
          <ac:inkMkLst>
            <pc:docMk/>
            <pc:sldMk cId="2224705950" sldId="296"/>
            <ac:inkMk id="17" creationId="{F19E5188-25FE-2532-C14A-4D2A5B72A914}"/>
          </ac:inkMkLst>
        </pc:inkChg>
        <pc:inkChg chg="add mod">
          <ac:chgData name="Leônidas Müller de Oliveira" userId="5af9566427f0cd7a" providerId="LiveId" clId="{C235D058-B061-4462-B435-67AC37D15A2A}" dt="2025-06-29T21:35:33.903" v="507"/>
          <ac:inkMkLst>
            <pc:docMk/>
            <pc:sldMk cId="2224705950" sldId="296"/>
            <ac:inkMk id="18" creationId="{E0CEACD8-A04D-7375-40F0-F51A19DF7A4B}"/>
          </ac:inkMkLst>
        </pc:inkChg>
        <pc:inkChg chg="add mod">
          <ac:chgData name="Leônidas Müller de Oliveira" userId="5af9566427f0cd7a" providerId="LiveId" clId="{C235D058-B061-4462-B435-67AC37D15A2A}" dt="2025-06-29T21:35:33.903" v="507"/>
          <ac:inkMkLst>
            <pc:docMk/>
            <pc:sldMk cId="2224705950" sldId="296"/>
            <ac:inkMk id="19" creationId="{F7CAA8E7-36FF-9167-2E69-B3724F7EEB5A}"/>
          </ac:inkMkLst>
        </pc:inkChg>
        <pc:inkChg chg="add del">
          <ac:chgData name="Leônidas Müller de Oliveira" userId="5af9566427f0cd7a" providerId="LiveId" clId="{C235D058-B061-4462-B435-67AC37D15A2A}" dt="2025-06-29T21:35:26.917" v="501" actId="9405"/>
          <ac:inkMkLst>
            <pc:docMk/>
            <pc:sldMk cId="2224705950" sldId="296"/>
            <ac:inkMk id="21" creationId="{8F403E70-1623-8CB0-19F7-3DC94B59C1CC}"/>
          </ac:inkMkLst>
        </pc:inkChg>
        <pc:inkChg chg="add mod">
          <ac:chgData name="Leônidas Müller de Oliveira" userId="5af9566427f0cd7a" providerId="LiveId" clId="{C235D058-B061-4462-B435-67AC37D15A2A}" dt="2025-06-29T21:35:33.903" v="507"/>
          <ac:inkMkLst>
            <pc:docMk/>
            <pc:sldMk cId="2224705950" sldId="296"/>
            <ac:inkMk id="22" creationId="{081C9B5B-734E-28EA-A265-7E47428C564C}"/>
          </ac:inkMkLst>
        </pc:inkChg>
        <pc:inkChg chg="add mod">
          <ac:chgData name="Leônidas Müller de Oliveira" userId="5af9566427f0cd7a" providerId="LiveId" clId="{C235D058-B061-4462-B435-67AC37D15A2A}" dt="2025-06-29T21:35:33.903" v="507"/>
          <ac:inkMkLst>
            <pc:docMk/>
            <pc:sldMk cId="2224705950" sldId="296"/>
            <ac:inkMk id="23" creationId="{1E1A6F90-AE59-19F0-D410-6D491A943F9B}"/>
          </ac:inkMkLst>
        </pc:inkChg>
        <pc:inkChg chg="add del mod">
          <ac:chgData name="Leônidas Müller de Oliveira" userId="5af9566427f0cd7a" providerId="LiveId" clId="{C235D058-B061-4462-B435-67AC37D15A2A}" dt="2025-06-29T21:35:33.903" v="507"/>
          <ac:inkMkLst>
            <pc:docMk/>
            <pc:sldMk cId="2224705950" sldId="296"/>
            <ac:inkMk id="24" creationId="{74A54DA1-EFD4-43F9-A61B-CEAF77DB95CF}"/>
          </ac:inkMkLst>
        </pc:inkChg>
        <pc:inkChg chg="add mod">
          <ac:chgData name="Leônidas Müller de Oliveira" userId="5af9566427f0cd7a" providerId="LiveId" clId="{C235D058-B061-4462-B435-67AC37D15A2A}" dt="2025-06-29T21:35:38.844" v="512"/>
          <ac:inkMkLst>
            <pc:docMk/>
            <pc:sldMk cId="2224705950" sldId="296"/>
            <ac:inkMk id="26" creationId="{A3BC8F9D-3396-3789-F43E-323092A141A6}"/>
          </ac:inkMkLst>
        </pc:inkChg>
        <pc:inkChg chg="add mod">
          <ac:chgData name="Leônidas Müller de Oliveira" userId="5af9566427f0cd7a" providerId="LiveId" clId="{C235D058-B061-4462-B435-67AC37D15A2A}" dt="2025-06-29T21:35:38.844" v="512"/>
          <ac:inkMkLst>
            <pc:docMk/>
            <pc:sldMk cId="2224705950" sldId="296"/>
            <ac:inkMk id="27" creationId="{12360F9D-2FA8-39C4-9677-4AAD087F01FA}"/>
          </ac:inkMkLst>
        </pc:inkChg>
        <pc:inkChg chg="add mod">
          <ac:chgData name="Leônidas Müller de Oliveira" userId="5af9566427f0cd7a" providerId="LiveId" clId="{C235D058-B061-4462-B435-67AC37D15A2A}" dt="2025-06-29T21:35:38.844" v="512"/>
          <ac:inkMkLst>
            <pc:docMk/>
            <pc:sldMk cId="2224705950" sldId="296"/>
            <ac:inkMk id="28" creationId="{0A0281CC-3178-E718-1A73-7439672771F1}"/>
          </ac:inkMkLst>
        </pc:inkChg>
        <pc:inkChg chg="add mod">
          <ac:chgData name="Leônidas Müller de Oliveira" userId="5af9566427f0cd7a" providerId="LiveId" clId="{C235D058-B061-4462-B435-67AC37D15A2A}" dt="2025-06-29T21:35:38.844" v="512"/>
          <ac:inkMkLst>
            <pc:docMk/>
            <pc:sldMk cId="2224705950" sldId="296"/>
            <ac:inkMk id="29" creationId="{40F49BC4-6B9E-C5F7-43AC-B58DAD1D969A}"/>
          </ac:inkMkLst>
        </pc:inkChg>
      </pc:sldChg>
    </pc:docChg>
  </pc:docChgLst>
  <pc:docChgLst>
    <pc:chgData name="Leônidas Müller de Oliveira" userId="5af9566427f0cd7a" providerId="LiveId" clId="{D49B06D2-AB48-4160-B09E-8709E4BBF467}"/>
    <pc:docChg chg="undo custSel addSld delSld modSld sldOrd">
      <pc:chgData name="Leônidas Müller de Oliveira" userId="5af9566427f0cd7a" providerId="LiveId" clId="{D49B06D2-AB48-4160-B09E-8709E4BBF467}" dt="2021-01-27T17:46:21.983" v="1303" actId="47"/>
      <pc:docMkLst>
        <pc:docMk/>
      </pc:docMkLst>
      <pc:sldChg chg="modSp mod">
        <pc:chgData name="Leônidas Müller de Oliveira" userId="5af9566427f0cd7a" providerId="LiveId" clId="{D49B06D2-AB48-4160-B09E-8709E4BBF467}" dt="2021-01-27T17:34:54.516" v="1242" actId="21"/>
        <pc:sldMkLst>
          <pc:docMk/>
          <pc:sldMk cId="0" sldId="257"/>
        </pc:sldMkLst>
        <pc:spChg chg="mod">
          <ac:chgData name="Leônidas Müller de Oliveira" userId="5af9566427f0cd7a" providerId="LiveId" clId="{D49B06D2-AB48-4160-B09E-8709E4BBF467}" dt="2021-01-27T17:28:50.534" v="1201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34:54.516" v="1242" actId="21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5:36:00.695" v="54" actId="47"/>
        <pc:sldMkLst>
          <pc:docMk/>
          <pc:sldMk cId="0" sldId="258"/>
        </pc:sldMkLst>
      </pc:sldChg>
      <pc:sldChg chg="delSp modSp mod ord">
        <pc:chgData name="Leônidas Müller de Oliveira" userId="5af9566427f0cd7a" providerId="LiveId" clId="{D49B06D2-AB48-4160-B09E-8709E4BBF467}" dt="2021-01-27T17:20:23.831" v="1045"/>
        <pc:sldMkLst>
          <pc:docMk/>
          <pc:sldMk cId="0" sldId="262"/>
        </pc:sldMkLst>
        <pc:spChg chg="del">
          <ac:chgData name="Leônidas Müller de Oliveira" userId="5af9566427f0cd7a" providerId="LiveId" clId="{D49B06D2-AB48-4160-B09E-8709E4BBF467}" dt="2021-01-27T17:18:41.745" v="830" actId="478"/>
          <ac:spMkLst>
            <pc:docMk/>
            <pc:sldMk cId="0" sldId="262"/>
            <ac:spMk id="7" creationId="{89A6ED73-2DEB-4C28-B281-140763718763}"/>
          </ac:spMkLst>
        </pc:spChg>
        <pc:spChg chg="mod">
          <ac:chgData name="Leônidas Müller de Oliveira" userId="5af9566427f0cd7a" providerId="LiveId" clId="{D49B06D2-AB48-4160-B09E-8709E4BBF467}" dt="2021-01-27T17:16:24.446" v="361" actId="20577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20:07.995" v="1041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19:21.264" v="885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3"/>
        </pc:sldMkLst>
      </pc:sldChg>
      <pc:sldChg chg="delSp modSp mod">
        <pc:chgData name="Leônidas Müller de Oliveira" userId="5af9566427f0cd7a" providerId="LiveId" clId="{D49B06D2-AB48-4160-B09E-8709E4BBF467}" dt="2021-01-27T15:39:05.223" v="303" actId="6549"/>
        <pc:sldMkLst>
          <pc:docMk/>
          <pc:sldMk cId="0" sldId="264"/>
        </pc:sldMkLst>
        <pc:spChg chg="del">
          <ac:chgData name="Leônidas Müller de Oliveira" userId="5af9566427f0cd7a" providerId="LiveId" clId="{D49B06D2-AB48-4160-B09E-8709E4BBF467}" dt="2021-01-27T15:36:52.210" v="56" actId="478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D49B06D2-AB48-4160-B09E-8709E4BBF467}" dt="2021-01-27T15:38:20.111" v="291" actId="14100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5:39:05.223" v="303" actId="6549"/>
          <ac:spMkLst>
            <pc:docMk/>
            <pc:sldMk cId="0" sldId="264"/>
            <ac:spMk id="158" creationId="{00000000-0000-0000-0000-000000000000}"/>
          </ac:spMkLst>
        </pc:spChg>
        <pc:picChg chg="mod">
          <ac:chgData name="Leônidas Müller de Oliveira" userId="5af9566427f0cd7a" providerId="LiveId" clId="{D49B06D2-AB48-4160-B09E-8709E4BBF467}" dt="2021-01-27T15:38:41.437" v="296" actId="1076"/>
          <ac:picMkLst>
            <pc:docMk/>
            <pc:sldMk cId="0" sldId="264"/>
            <ac:picMk id="7" creationId="{90A7E0AD-ABBC-4E3A-95FB-0F31B77E3FD6}"/>
          </ac:picMkLst>
        </pc:picChg>
      </pc:sldChg>
      <pc:sldChg chg="del">
        <pc:chgData name="Leônidas Müller de Oliveira" userId="5af9566427f0cd7a" providerId="LiveId" clId="{D49B06D2-AB48-4160-B09E-8709E4BBF467}" dt="2021-01-27T17:26:17.542" v="1050" actId="47"/>
        <pc:sldMkLst>
          <pc:docMk/>
          <pc:sldMk cId="0" sldId="266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7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2"/>
        </pc:sldMkLst>
      </pc:sldChg>
      <pc:sldChg chg="delSp modSp add del mod">
        <pc:chgData name="Leônidas Müller de Oliveira" userId="5af9566427f0cd7a" providerId="LiveId" clId="{D49B06D2-AB48-4160-B09E-8709E4BBF467}" dt="2021-01-27T17:46:21.983" v="1303" actId="47"/>
        <pc:sldMkLst>
          <pc:docMk/>
          <pc:sldMk cId="0" sldId="274"/>
        </pc:sldMkLst>
        <pc:spChg chg="del">
          <ac:chgData name="Leônidas Müller de Oliveira" userId="5af9566427f0cd7a" providerId="LiveId" clId="{D49B06D2-AB48-4160-B09E-8709E4BBF467}" dt="2021-01-27T17:46:17.220" v="1302" actId="478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D49B06D2-AB48-4160-B09E-8709E4BBF467}" dt="2021-01-27T17:45:55.381" v="1301" actId="20577"/>
          <ac:spMkLst>
            <pc:docMk/>
            <pc:sldMk cId="0" sldId="274"/>
            <ac:spMk id="251" creationId="{00000000-0000-0000-0000-000000000000}"/>
          </ac:spMkLst>
        </pc:spChg>
      </pc:sldChg>
      <pc:sldChg chg="delSp modSp mod">
        <pc:chgData name="Leônidas Müller de Oliveira" userId="5af9566427f0cd7a" providerId="LiveId" clId="{D49B06D2-AB48-4160-B09E-8709E4BBF467}" dt="2021-01-27T17:28:22.390" v="1168" actId="20577"/>
        <pc:sldMkLst>
          <pc:docMk/>
          <pc:sldMk cId="0" sldId="281"/>
        </pc:sldMkLst>
        <pc:spChg chg="del">
          <ac:chgData name="Leônidas Müller de Oliveira" userId="5af9566427f0cd7a" providerId="LiveId" clId="{D49B06D2-AB48-4160-B09E-8709E4BBF467}" dt="2021-01-27T17:27:14.353" v="1070" actId="478"/>
          <ac:spMkLst>
            <pc:docMk/>
            <pc:sldMk cId="0" sldId="281"/>
            <ac:spMk id="6" creationId="{E13DB553-13BB-41C1-8D73-D4CF2AC42EA7}"/>
          </ac:spMkLst>
        </pc:spChg>
        <pc:spChg chg="del">
          <ac:chgData name="Leônidas Müller de Oliveira" userId="5af9566427f0cd7a" providerId="LiveId" clId="{D49B06D2-AB48-4160-B09E-8709E4BBF467}" dt="2021-01-27T17:27:13.123" v="1069" actId="478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D49B06D2-AB48-4160-B09E-8709E4BBF467}" dt="2021-01-27T17:28:22.390" v="1168" actId="20577"/>
          <ac:spMkLst>
            <pc:docMk/>
            <pc:sldMk cId="0" sldId="281"/>
            <ac:spMk id="337" creationId="{00000000-0000-0000-0000-000000000000}"/>
          </ac:spMkLst>
        </pc:spChg>
        <pc:spChg chg="del mod">
          <ac:chgData name="Leônidas Müller de Oliveira" userId="5af9566427f0cd7a" providerId="LiveId" clId="{D49B06D2-AB48-4160-B09E-8709E4BBF467}" dt="2021-01-27T17:27:49.521" v="1100" actId="478"/>
          <ac:spMkLst>
            <pc:docMk/>
            <pc:sldMk cId="0" sldId="281"/>
            <ac:spMk id="338" creationId="{00000000-0000-0000-0000-000000000000}"/>
          </ac:spMkLst>
        </pc:spChg>
        <pc:picChg chg="del">
          <ac:chgData name="Leônidas Müller de Oliveira" userId="5af9566427f0cd7a" providerId="LiveId" clId="{D49B06D2-AB48-4160-B09E-8709E4BBF467}" dt="2021-01-27T17:26:53.526" v="1052" actId="478"/>
          <ac:picMkLst>
            <pc:docMk/>
            <pc:sldMk cId="0" sldId="281"/>
            <ac:picMk id="5" creationId="{B5D4AE09-62A7-4F55-8392-1C90A5E86B25}"/>
          </ac:picMkLst>
        </pc:picChg>
      </pc:sldChg>
      <pc:sldChg chg="delSp del mod">
        <pc:chgData name="Leônidas Müller de Oliveira" userId="5af9566427f0cd7a" providerId="LiveId" clId="{D49B06D2-AB48-4160-B09E-8709E4BBF467}" dt="2021-01-27T17:28:35.660" v="1169" actId="47"/>
        <pc:sldMkLst>
          <pc:docMk/>
          <pc:sldMk cId="569711459" sldId="283"/>
        </pc:sldMkLst>
        <pc:spChg chg="del">
          <ac:chgData name="Leônidas Müller de Oliveira" userId="5af9566427f0cd7a" providerId="LiveId" clId="{D49B06D2-AB48-4160-B09E-8709E4BBF467}" dt="2021-01-27T15:36:44.721" v="55" actId="478"/>
          <ac:spMkLst>
            <pc:docMk/>
            <pc:sldMk cId="569711459" sldId="283"/>
            <ac:spMk id="6" creationId="{8773F3A6-AB81-492A-9E25-5D2FE5C24475}"/>
          </ac:spMkLst>
        </pc:spChg>
      </pc:sldChg>
      <pc:sldChg chg="del">
        <pc:chgData name="Leônidas Müller de Oliveira" userId="5af9566427f0cd7a" providerId="LiveId" clId="{D49B06D2-AB48-4160-B09E-8709E4BBF467}" dt="2021-01-27T17:20:53.278" v="1046" actId="47"/>
        <pc:sldMkLst>
          <pc:docMk/>
          <pc:sldMk cId="1437011287" sldId="284"/>
        </pc:sldMkLst>
      </pc:sldChg>
      <pc:sldChg chg="del">
        <pc:chgData name="Leônidas Müller de Oliveira" userId="5af9566427f0cd7a" providerId="LiveId" clId="{D49B06D2-AB48-4160-B09E-8709E4BBF467}" dt="2021-01-27T17:20:54.903" v="1047" actId="47"/>
        <pc:sldMkLst>
          <pc:docMk/>
          <pc:sldMk cId="2813838532" sldId="285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946061715" sldId="28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4038552212" sldId="28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908053148" sldId="290"/>
        </pc:sldMkLst>
      </pc:sldChg>
      <pc:sldChg chg="del">
        <pc:chgData name="Leônidas Müller de Oliveira" userId="5af9566427f0cd7a" providerId="LiveId" clId="{D49B06D2-AB48-4160-B09E-8709E4BBF467}" dt="2021-01-27T15:32:49.346" v="0" actId="47"/>
        <pc:sldMkLst>
          <pc:docMk/>
          <pc:sldMk cId="2491790395" sldId="29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768986171" sldId="292"/>
        </pc:sldMkLst>
      </pc:sldChg>
      <pc:sldChg chg="del">
        <pc:chgData name="Leônidas Müller de Oliveira" userId="5af9566427f0cd7a" providerId="LiveId" clId="{D49B06D2-AB48-4160-B09E-8709E4BBF467}" dt="2021-01-27T17:25:58.237" v="1048" actId="47"/>
        <pc:sldMkLst>
          <pc:docMk/>
          <pc:sldMk cId="1542352846" sldId="297"/>
        </pc:sldMkLst>
      </pc:sldChg>
      <pc:sldChg chg="del">
        <pc:chgData name="Leônidas Müller de Oliveira" userId="5af9566427f0cd7a" providerId="LiveId" clId="{D49B06D2-AB48-4160-B09E-8709E4BBF467}" dt="2021-01-27T17:26:15.220" v="1049" actId="47"/>
        <pc:sldMkLst>
          <pc:docMk/>
          <pc:sldMk cId="126974504" sldId="29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452318423" sldId="29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580050991" sldId="300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1031171993" sldId="301"/>
        </pc:sldMkLst>
      </pc:sldChg>
      <pc:sldMasterChg chg="delSldLayout">
        <pc:chgData name="Leônidas Müller de Oliveira" userId="5af9566427f0cd7a" providerId="LiveId" clId="{D49B06D2-AB48-4160-B09E-8709E4BBF467}" dt="2021-01-27T17:46:21.983" v="1303" actId="47"/>
        <pc:sldMasterMkLst>
          <pc:docMk/>
          <pc:sldMasterMk cId="0" sldId="2147483648"/>
        </pc:sldMasterMkLst>
        <pc:sldLayoutChg chg="del">
          <pc:chgData name="Leônidas Müller de Oliveira" userId="5af9566427f0cd7a" providerId="LiveId" clId="{D49B06D2-AB48-4160-B09E-8709E4BBF467}" dt="2021-01-27T17:26:49.890" v="1051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ônidas Müller de Oliveira" userId="5af9566427f0cd7a" providerId="LiveId" clId="{D49B06D2-AB48-4160-B09E-8709E4BBF467}" dt="2021-01-27T17:46:21.983" v="1303" actId="47"/>
          <pc:sldLayoutMkLst>
            <pc:docMk/>
            <pc:sldMasterMk cId="0" sldId="2147483648"/>
            <pc:sldLayoutMk cId="2743432905" sldId="2147483660"/>
          </pc:sldLayoutMkLst>
        </pc:sldLayoutChg>
      </pc:sldMasterChg>
    </pc:docChg>
  </pc:docChgLst>
  <pc:docChgLst>
    <pc:chgData name="Leônidas Müller de Oliveira" userId="5af9566427f0cd7a" providerId="LiveId" clId="{7D4E58CA-203B-4BC9-8C6F-3B47474525D0}"/>
    <pc:docChg chg="custSel modSld">
      <pc:chgData name="Leônidas Müller de Oliveira" userId="5af9566427f0cd7a" providerId="LiveId" clId="{7D4E58CA-203B-4BC9-8C6F-3B47474525D0}" dt="2022-10-21T19:39:27.981" v="34" actId="20577"/>
      <pc:docMkLst>
        <pc:docMk/>
      </pc:docMkLst>
      <pc:sldChg chg="modSp mod">
        <pc:chgData name="Leônidas Müller de Oliveira" userId="5af9566427f0cd7a" providerId="LiveId" clId="{7D4E58CA-203B-4BC9-8C6F-3B47474525D0}" dt="2022-10-21T19:39:27.981" v="34" actId="20577"/>
        <pc:sldMkLst>
          <pc:docMk/>
          <pc:sldMk cId="4004384132" sldId="286"/>
        </pc:sldMkLst>
        <pc:spChg chg="mod">
          <ac:chgData name="Leônidas Müller de Oliveira" userId="5af9566427f0cd7a" providerId="LiveId" clId="{7D4E58CA-203B-4BC9-8C6F-3B47474525D0}" dt="2022-10-21T19:39:27.981" v="34" actId="20577"/>
          <ac:spMkLst>
            <pc:docMk/>
            <pc:sldMk cId="4004384132" sldId="286"/>
            <ac:spMk id="9" creationId="{9C81958B-AE4B-43C9-BC2C-2CBADE7FE55A}"/>
          </ac:spMkLst>
        </pc:spChg>
      </pc:sldChg>
    </pc:docChg>
  </pc:docChgLst>
  <pc:docChgLst>
    <pc:chgData name="Leônidas Müller de Oliveira" userId="5af9566427f0cd7a" providerId="LiveId" clId="{9CEBAD42-B415-46AD-8527-E1F9C7EE6655}"/>
    <pc:docChg chg="undo custSel addSld delSld modSld sldOrd">
      <pc:chgData name="Leônidas Müller de Oliveira" userId="5af9566427f0cd7a" providerId="LiveId" clId="{9CEBAD42-B415-46AD-8527-E1F9C7EE6655}" dt="2022-09-01T18:24:52.608" v="944" actId="20577"/>
      <pc:docMkLst>
        <pc:docMk/>
      </pc:docMkLst>
      <pc:sldChg chg="modSp mod">
        <pc:chgData name="Leônidas Müller de Oliveira" userId="5af9566427f0cd7a" providerId="LiveId" clId="{9CEBAD42-B415-46AD-8527-E1F9C7EE6655}" dt="2022-09-01T18:24:52.608" v="944" actId="20577"/>
        <pc:sldMkLst>
          <pc:docMk/>
          <pc:sldMk cId="0" sldId="257"/>
        </pc:sldMkLst>
        <pc:spChg chg="mod">
          <ac:chgData name="Leônidas Müller de Oliveira" userId="5af9566427f0cd7a" providerId="LiveId" clId="{9CEBAD42-B415-46AD-8527-E1F9C7EE6655}" dt="2022-09-01T18:24:52.608" v="944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CEBAD42-B415-46AD-8527-E1F9C7EE6655}" dt="2022-08-29T14:05:54.369" v="488" actId="1076"/>
        <pc:sldMkLst>
          <pc:docMk/>
          <pc:sldMk cId="0" sldId="281"/>
        </pc:sldMkLst>
        <pc:spChg chg="mod">
          <ac:chgData name="Leônidas Müller de Oliveira" userId="5af9566427f0cd7a" providerId="LiveId" clId="{9CEBAD42-B415-46AD-8527-E1F9C7EE6655}" dt="2022-08-29T14:05:54.369" v="488" actId="1076"/>
          <ac:spMkLst>
            <pc:docMk/>
            <pc:sldMk cId="0" sldId="281"/>
            <ac:spMk id="337" creationId="{00000000-0000-0000-0000-000000000000}"/>
          </ac:spMkLst>
        </pc:spChg>
      </pc:sldChg>
      <pc:sldChg chg="addSp delSp modSp del mod ord">
        <pc:chgData name="Leônidas Müller de Oliveira" userId="5af9566427f0cd7a" providerId="LiveId" clId="{9CEBAD42-B415-46AD-8527-E1F9C7EE6655}" dt="2022-08-30T13:18:13.881" v="617" actId="47"/>
        <pc:sldMkLst>
          <pc:docMk/>
          <pc:sldMk cId="3187776213" sldId="282"/>
        </pc:sldMkLst>
        <pc:spChg chg="del mod">
          <ac:chgData name="Leônidas Müller de Oliveira" userId="5af9566427f0cd7a" providerId="LiveId" clId="{9CEBAD42-B415-46AD-8527-E1F9C7EE6655}" dt="2022-08-29T15:00:03.560" v="513" actId="478"/>
          <ac:spMkLst>
            <pc:docMk/>
            <pc:sldMk cId="3187776213" sldId="282"/>
            <ac:spMk id="9" creationId="{9C81958B-AE4B-43C9-BC2C-2CBADE7FE55A}"/>
          </ac:spMkLst>
        </pc:spChg>
        <pc:spChg chg="del mod">
          <ac:chgData name="Leônidas Müller de Oliveira" userId="5af9566427f0cd7a" providerId="LiveId" clId="{9CEBAD42-B415-46AD-8527-E1F9C7EE6655}" dt="2022-08-29T15:00:17.115" v="529" actId="478"/>
          <ac:spMkLst>
            <pc:docMk/>
            <pc:sldMk cId="3187776213" sldId="282"/>
            <ac:spMk id="10" creationId="{D7001BA3-CB80-4627-9BF8-F969EC7D3809}"/>
          </ac:spMkLst>
        </pc:spChg>
        <pc:spChg chg="del">
          <ac:chgData name="Leônidas Müller de Oliveira" userId="5af9566427f0cd7a" providerId="LiveId" clId="{9CEBAD42-B415-46AD-8527-E1F9C7EE6655}" dt="2022-08-29T14:06:20.881" v="490" actId="478"/>
          <ac:spMkLst>
            <pc:docMk/>
            <pc:sldMk cId="3187776213" sldId="282"/>
            <ac:spMk id="11" creationId="{96FE473C-D562-44AA-8027-DF747996706D}"/>
          </ac:spMkLst>
        </pc:spChg>
        <pc:spChg chg="mod">
          <ac:chgData name="Leônidas Müller de Oliveira" userId="5af9566427f0cd7a" providerId="LiveId" clId="{9CEBAD42-B415-46AD-8527-E1F9C7EE6655}" dt="2022-08-29T15:00:21.709" v="530" actId="14100"/>
          <ac:spMkLst>
            <pc:docMk/>
            <pc:sldMk cId="3187776213" sldId="282"/>
            <ac:spMk id="140" creationId="{00000000-0000-0000-0000-000000000000}"/>
          </ac:spMkLst>
        </pc:spChg>
        <pc:spChg chg="mod">
          <ac:chgData name="Leônidas Müller de Oliveira" userId="5af9566427f0cd7a" providerId="LiveId" clId="{9CEBAD42-B415-46AD-8527-E1F9C7EE6655}" dt="2022-08-29T15:00:14.637" v="528" actId="20577"/>
          <ac:spMkLst>
            <pc:docMk/>
            <pc:sldMk cId="3187776213" sldId="282"/>
            <ac:spMk id="141" creationId="{00000000-0000-0000-0000-000000000000}"/>
          </ac:spMkLst>
        </pc:spChg>
        <pc:picChg chg="add mod">
          <ac:chgData name="Leônidas Müller de Oliveira" userId="5af9566427f0cd7a" providerId="LiveId" clId="{9CEBAD42-B415-46AD-8527-E1F9C7EE6655}" dt="2022-08-29T15:17:30.382" v="551" actId="1076"/>
          <ac:picMkLst>
            <pc:docMk/>
            <pc:sldMk cId="3187776213" sldId="282"/>
            <ac:picMk id="3" creationId="{14BF5BD9-2F15-9321-92A7-51CAD07C8887}"/>
          </ac:picMkLst>
        </pc:picChg>
      </pc:sldChg>
      <pc:sldChg chg="delSp modSp del mod ord">
        <pc:chgData name="Leônidas Müller de Oliveira" userId="5af9566427f0cd7a" providerId="LiveId" clId="{9CEBAD42-B415-46AD-8527-E1F9C7EE6655}" dt="2022-08-30T13:45:19.041" v="870" actId="47"/>
        <pc:sldMkLst>
          <pc:docMk/>
          <pc:sldMk cId="2510226186" sldId="285"/>
        </pc:sldMkLst>
        <pc:spChg chg="mod">
          <ac:chgData name="Leônidas Müller de Oliveira" userId="5af9566427f0cd7a" providerId="LiveId" clId="{9CEBAD42-B415-46AD-8527-E1F9C7EE6655}" dt="2022-08-29T14:00:24.288" v="422" actId="14100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9CEBAD42-B415-46AD-8527-E1F9C7EE6655}" dt="2022-08-29T13:56:18.045" v="260" actId="20577"/>
          <ac:spMkLst>
            <pc:docMk/>
            <pc:sldMk cId="2510226186" sldId="285"/>
            <ac:spMk id="10" creationId="{D7001BA3-CB80-4627-9BF8-F969EC7D3809}"/>
          </ac:spMkLst>
        </pc:spChg>
        <pc:spChg chg="del">
          <ac:chgData name="Leônidas Müller de Oliveira" userId="5af9566427f0cd7a" providerId="LiveId" clId="{9CEBAD42-B415-46AD-8527-E1F9C7EE6655}" dt="2022-08-29T14:06:18.019" v="489" actId="478"/>
          <ac:spMkLst>
            <pc:docMk/>
            <pc:sldMk cId="2510226186" sldId="285"/>
            <ac:spMk id="11" creationId="{96FE473C-D562-44AA-8027-DF747996706D}"/>
          </ac:spMkLst>
        </pc:spChg>
        <pc:spChg chg="mod">
          <ac:chgData name="Leônidas Müller de Oliveira" userId="5af9566427f0cd7a" providerId="LiveId" clId="{9CEBAD42-B415-46AD-8527-E1F9C7EE6655}" dt="2022-08-29T13:56:11.804" v="235" actId="20577"/>
          <ac:spMkLst>
            <pc:docMk/>
            <pc:sldMk cId="2510226186" sldId="285"/>
            <ac:spMk id="141" creationId="{00000000-0000-0000-0000-000000000000}"/>
          </ac:spMkLst>
        </pc:spChg>
      </pc:sldChg>
      <pc:sldChg chg="del">
        <pc:chgData name="Leônidas Müller de Oliveira" userId="5af9566427f0cd7a" providerId="LiveId" clId="{9CEBAD42-B415-46AD-8527-E1F9C7EE6655}" dt="2022-08-29T14:05:33.251" v="425" actId="2696"/>
        <pc:sldMkLst>
          <pc:docMk/>
          <pc:sldMk cId="3008501193" sldId="286"/>
        </pc:sldMkLst>
      </pc:sldChg>
      <pc:sldChg chg="add">
        <pc:chgData name="Leônidas Müller de Oliveira" userId="5af9566427f0cd7a" providerId="LiveId" clId="{9CEBAD42-B415-46AD-8527-E1F9C7EE6655}" dt="2022-08-29T14:59:49.352" v="491" actId="2890"/>
        <pc:sldMkLst>
          <pc:docMk/>
          <pc:sldMk cId="4004384132" sldId="286"/>
        </pc:sldMkLst>
      </pc:sldChg>
      <pc:sldChg chg="addSp delSp modSp add del mod">
        <pc:chgData name="Leônidas Müller de Oliveira" userId="5af9566427f0cd7a" providerId="LiveId" clId="{9CEBAD42-B415-46AD-8527-E1F9C7EE6655}" dt="2022-08-30T13:18:17.551" v="618" actId="47"/>
        <pc:sldMkLst>
          <pc:docMk/>
          <pc:sldMk cId="1554863389" sldId="287"/>
        </pc:sldMkLst>
        <pc:spChg chg="mod">
          <ac:chgData name="Leônidas Müller de Oliveira" userId="5af9566427f0cd7a" providerId="LiveId" clId="{9CEBAD42-B415-46AD-8527-E1F9C7EE6655}" dt="2022-08-29T15:06:16.487" v="543" actId="20577"/>
          <ac:spMkLst>
            <pc:docMk/>
            <pc:sldMk cId="1554863389" sldId="287"/>
            <ac:spMk id="141" creationId="{00000000-0000-0000-0000-000000000000}"/>
          </ac:spMkLst>
        </pc:spChg>
        <pc:picChg chg="del">
          <ac:chgData name="Leônidas Müller de Oliveira" userId="5af9566427f0cd7a" providerId="LiveId" clId="{9CEBAD42-B415-46AD-8527-E1F9C7EE6655}" dt="2022-08-29T15:08:59.134" v="544" actId="478"/>
          <ac:picMkLst>
            <pc:docMk/>
            <pc:sldMk cId="1554863389" sldId="287"/>
            <ac:picMk id="3" creationId="{14BF5BD9-2F15-9321-92A7-51CAD07C8887}"/>
          </ac:picMkLst>
        </pc:picChg>
        <pc:picChg chg="add mod">
          <ac:chgData name="Leônidas Müller de Oliveira" userId="5af9566427f0cd7a" providerId="LiveId" clId="{9CEBAD42-B415-46AD-8527-E1F9C7EE6655}" dt="2022-08-29T15:09:10.139" v="549" actId="1076"/>
          <ac:picMkLst>
            <pc:docMk/>
            <pc:sldMk cId="1554863389" sldId="287"/>
            <ac:picMk id="4" creationId="{9EDA415D-D006-2F9A-5020-56193F99FAD4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29T15:17:45.063" v="567"/>
        <pc:sldMkLst>
          <pc:docMk/>
          <pc:sldMk cId="196204676" sldId="288"/>
        </pc:sldMkLst>
        <pc:spChg chg="del">
          <ac:chgData name="Leônidas Müller de Oliveira" userId="5af9566427f0cd7a" providerId="LiveId" clId="{9CEBAD42-B415-46AD-8527-E1F9C7EE6655}" dt="2022-08-29T15:17:41.983" v="566" actId="478"/>
          <ac:spMkLst>
            <pc:docMk/>
            <pc:sldMk cId="196204676" sldId="288"/>
            <ac:spMk id="9" creationId="{9C81958B-AE4B-43C9-BC2C-2CBADE7FE55A}"/>
          </ac:spMkLst>
        </pc:spChg>
        <pc:spChg chg="mod">
          <ac:chgData name="Leônidas Müller de Oliveira" userId="5af9566427f0cd7a" providerId="LiveId" clId="{9CEBAD42-B415-46AD-8527-E1F9C7EE6655}" dt="2022-08-29T15:17:39.382" v="565" actId="20577"/>
          <ac:spMkLst>
            <pc:docMk/>
            <pc:sldMk cId="196204676" sldId="288"/>
            <ac:spMk id="10" creationId="{D7001BA3-CB80-4627-9BF8-F969EC7D3809}"/>
          </ac:spMkLst>
        </pc:spChg>
        <pc:picChg chg="add mod">
          <ac:chgData name="Leônidas Müller de Oliveira" userId="5af9566427f0cd7a" providerId="LiveId" clId="{9CEBAD42-B415-46AD-8527-E1F9C7EE6655}" dt="2022-08-29T15:17:45.063" v="567"/>
          <ac:picMkLst>
            <pc:docMk/>
            <pc:sldMk cId="196204676" sldId="288"/>
            <ac:picMk id="2" creationId="{4F55D875-ACB0-2AA7-3E8F-2CDA0A571B40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29T15:18:36.933" v="615" actId="20577"/>
        <pc:sldMkLst>
          <pc:docMk/>
          <pc:sldMk cId="3083649940" sldId="289"/>
        </pc:sldMkLst>
        <pc:spChg chg="mod">
          <ac:chgData name="Leônidas Müller de Oliveira" userId="5af9566427f0cd7a" providerId="LiveId" clId="{9CEBAD42-B415-46AD-8527-E1F9C7EE6655}" dt="2022-08-29T15:18:36.933" v="615" actId="20577"/>
          <ac:spMkLst>
            <pc:docMk/>
            <pc:sldMk cId="3083649940" sldId="289"/>
            <ac:spMk id="10" creationId="{D7001BA3-CB80-4627-9BF8-F969EC7D3809}"/>
          </ac:spMkLst>
        </pc:spChg>
        <pc:picChg chg="del mod">
          <ac:chgData name="Leônidas Müller de Oliveira" userId="5af9566427f0cd7a" providerId="LiveId" clId="{9CEBAD42-B415-46AD-8527-E1F9C7EE6655}" dt="2022-08-29T15:17:55.592" v="580" actId="478"/>
          <ac:picMkLst>
            <pc:docMk/>
            <pc:sldMk cId="3083649940" sldId="289"/>
            <ac:picMk id="2" creationId="{4F55D875-ACB0-2AA7-3E8F-2CDA0A571B40}"/>
          </ac:picMkLst>
        </pc:picChg>
        <pc:picChg chg="add mod">
          <ac:chgData name="Leônidas Müller de Oliveira" userId="5af9566427f0cd7a" providerId="LiveId" clId="{9CEBAD42-B415-46AD-8527-E1F9C7EE6655}" dt="2022-08-29T15:18:08.377" v="584" actId="1076"/>
          <ac:picMkLst>
            <pc:docMk/>
            <pc:sldMk cId="3083649940" sldId="289"/>
            <ac:picMk id="3" creationId="{376D601F-5728-49B5-EF36-21A9A51CAEDA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30T13:23:31.922" v="729" actId="20577"/>
        <pc:sldMkLst>
          <pc:docMk/>
          <pc:sldMk cId="1829811407" sldId="290"/>
        </pc:sldMkLst>
        <pc:spChg chg="mod">
          <ac:chgData name="Leônidas Müller de Oliveira" userId="5af9566427f0cd7a" providerId="LiveId" clId="{9CEBAD42-B415-46AD-8527-E1F9C7EE6655}" dt="2022-08-30T13:23:31.922" v="729" actId="20577"/>
          <ac:spMkLst>
            <pc:docMk/>
            <pc:sldMk cId="1829811407" sldId="290"/>
            <ac:spMk id="10" creationId="{D7001BA3-CB80-4627-9BF8-F969EC7D3809}"/>
          </ac:spMkLst>
        </pc:spChg>
        <pc:picChg chg="del">
          <ac:chgData name="Leônidas Müller de Oliveira" userId="5af9566427f0cd7a" providerId="LiveId" clId="{9CEBAD42-B415-46AD-8527-E1F9C7EE6655}" dt="2022-08-30T13:19:51.931" v="650" actId="478"/>
          <ac:picMkLst>
            <pc:docMk/>
            <pc:sldMk cId="1829811407" sldId="290"/>
            <ac:picMk id="3" creationId="{376D601F-5728-49B5-EF36-21A9A51CAEDA}"/>
          </ac:picMkLst>
        </pc:picChg>
        <pc:picChg chg="add del mod">
          <ac:chgData name="Leônidas Müller de Oliveira" userId="5af9566427f0cd7a" providerId="LiveId" clId="{9CEBAD42-B415-46AD-8527-E1F9C7EE6655}" dt="2022-08-30T13:20:07.231" v="654" actId="478"/>
          <ac:picMkLst>
            <pc:docMk/>
            <pc:sldMk cId="1829811407" sldId="290"/>
            <ac:picMk id="4" creationId="{B307C6C5-E755-C801-2177-86FC37490F91}"/>
          </ac:picMkLst>
        </pc:picChg>
        <pc:picChg chg="add mod">
          <ac:chgData name="Leônidas Müller de Oliveira" userId="5af9566427f0cd7a" providerId="LiveId" clId="{9CEBAD42-B415-46AD-8527-E1F9C7EE6655}" dt="2022-08-30T13:20:17.971" v="658" actId="1076"/>
          <ac:picMkLst>
            <pc:docMk/>
            <pc:sldMk cId="1829811407" sldId="290"/>
            <ac:picMk id="6" creationId="{8256C0C9-A9CD-B910-6159-F7B0697E39A8}"/>
          </ac:picMkLst>
        </pc:picChg>
      </pc:sldChg>
      <pc:sldChg chg="add del">
        <pc:chgData name="Leônidas Müller de Oliveira" userId="5af9566427f0cd7a" providerId="LiveId" clId="{9CEBAD42-B415-46AD-8527-E1F9C7EE6655}" dt="2022-08-30T13:18:19.821" v="619" actId="47"/>
        <pc:sldMkLst>
          <pc:docMk/>
          <pc:sldMk cId="2909319333" sldId="290"/>
        </pc:sldMkLst>
      </pc:sldChg>
      <pc:sldChg chg="addSp delSp modSp add mod">
        <pc:chgData name="Leônidas Müller de Oliveira" userId="5af9566427f0cd7a" providerId="LiveId" clId="{9CEBAD42-B415-46AD-8527-E1F9C7EE6655}" dt="2022-08-30T13:23:41.571" v="731"/>
        <pc:sldMkLst>
          <pc:docMk/>
          <pc:sldMk cId="267836333" sldId="291"/>
        </pc:sldMkLst>
        <pc:spChg chg="mod">
          <ac:chgData name="Leônidas Müller de Oliveira" userId="5af9566427f0cd7a" providerId="LiveId" clId="{9CEBAD42-B415-46AD-8527-E1F9C7EE6655}" dt="2022-08-30T13:23:41.571" v="731"/>
          <ac:spMkLst>
            <pc:docMk/>
            <pc:sldMk cId="267836333" sldId="291"/>
            <ac:spMk id="10" creationId="{D7001BA3-CB80-4627-9BF8-F969EC7D3809}"/>
          </ac:spMkLst>
        </pc:spChg>
        <pc:picChg chg="add mod">
          <ac:chgData name="Leônidas Müller de Oliveira" userId="5af9566427f0cd7a" providerId="LiveId" clId="{9CEBAD42-B415-46AD-8527-E1F9C7EE6655}" dt="2022-08-30T13:22:53.961" v="666" actId="1076"/>
          <ac:picMkLst>
            <pc:docMk/>
            <pc:sldMk cId="267836333" sldId="291"/>
            <ac:picMk id="3" creationId="{F1B4F703-42BA-8E03-65F1-9FE2188BB9D4}"/>
          </ac:picMkLst>
        </pc:picChg>
        <pc:picChg chg="del">
          <ac:chgData name="Leônidas Müller de Oliveira" userId="5af9566427f0cd7a" providerId="LiveId" clId="{9CEBAD42-B415-46AD-8527-E1F9C7EE6655}" dt="2022-08-30T13:22:45.421" v="660" actId="478"/>
          <ac:picMkLst>
            <pc:docMk/>
            <pc:sldMk cId="267836333" sldId="291"/>
            <ac:picMk id="6" creationId="{8256C0C9-A9CD-B910-6159-F7B0697E39A8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30T13:44:09.491" v="869" actId="14100"/>
        <pc:sldMkLst>
          <pc:docMk/>
          <pc:sldMk cId="3456523691" sldId="292"/>
        </pc:sldMkLst>
        <pc:picChg chg="del">
          <ac:chgData name="Leônidas Müller de Oliveira" userId="5af9566427f0cd7a" providerId="LiveId" clId="{9CEBAD42-B415-46AD-8527-E1F9C7EE6655}" dt="2022-08-30T13:24:34.291" v="732" actId="478"/>
          <ac:picMkLst>
            <pc:docMk/>
            <pc:sldMk cId="3456523691" sldId="292"/>
            <ac:picMk id="3" creationId="{F1B4F703-42BA-8E03-65F1-9FE2188BB9D4}"/>
          </ac:picMkLst>
        </pc:picChg>
        <pc:picChg chg="add mod">
          <ac:chgData name="Leônidas Müller de Oliveira" userId="5af9566427f0cd7a" providerId="LiveId" clId="{9CEBAD42-B415-46AD-8527-E1F9C7EE6655}" dt="2022-08-30T13:44:09.491" v="869" actId="14100"/>
          <ac:picMkLst>
            <pc:docMk/>
            <pc:sldMk cId="3456523691" sldId="292"/>
            <ac:picMk id="4" creationId="{688D0160-BEAF-2825-F2BB-1ACBECF641EB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30T14:38:03.525" v="887" actId="20577"/>
        <pc:sldMkLst>
          <pc:docMk/>
          <pc:sldMk cId="1899186830" sldId="293"/>
        </pc:sldMkLst>
        <pc:spChg chg="mod">
          <ac:chgData name="Leônidas Müller de Oliveira" userId="5af9566427f0cd7a" providerId="LiveId" clId="{9CEBAD42-B415-46AD-8527-E1F9C7EE6655}" dt="2022-08-30T14:38:03.525" v="887" actId="20577"/>
          <ac:spMkLst>
            <pc:docMk/>
            <pc:sldMk cId="1899186830" sldId="293"/>
            <ac:spMk id="10" creationId="{D7001BA3-CB80-4627-9BF8-F969EC7D3809}"/>
          </ac:spMkLst>
        </pc:spChg>
        <pc:picChg chg="add mod">
          <ac:chgData name="Leônidas Müller de Oliveira" userId="5af9566427f0cd7a" providerId="LiveId" clId="{9CEBAD42-B415-46AD-8527-E1F9C7EE6655}" dt="2022-08-30T14:37:58.888" v="876" actId="1076"/>
          <ac:picMkLst>
            <pc:docMk/>
            <pc:sldMk cId="1899186830" sldId="293"/>
            <ac:picMk id="3" creationId="{3AFD1E0F-8CA0-66BC-2438-12AFCB3DCCE5}"/>
          </ac:picMkLst>
        </pc:picChg>
        <pc:picChg chg="del">
          <ac:chgData name="Leônidas Müller de Oliveira" userId="5af9566427f0cd7a" providerId="LiveId" clId="{9CEBAD42-B415-46AD-8527-E1F9C7EE6655}" dt="2022-08-30T14:37:52.333" v="872" actId="478"/>
          <ac:picMkLst>
            <pc:docMk/>
            <pc:sldMk cId="1899186830" sldId="293"/>
            <ac:picMk id="4" creationId="{688D0160-BEAF-2825-F2BB-1ACBECF641EB}"/>
          </ac:picMkLst>
        </pc:picChg>
      </pc:sldChg>
    </pc:docChg>
  </pc:docChgLst>
  <pc:docChgLst>
    <pc:chgData name="Leônidas Müller de Oliveira" userId="5af9566427f0cd7a" providerId="LiveId" clId="{9019649D-9316-4696-B8B1-7A6B341347C0}"/>
    <pc:docChg chg="undo custSel addSld delSld modSld">
      <pc:chgData name="Leônidas Müller de Oliveira" userId="5af9566427f0cd7a" providerId="LiveId" clId="{9019649D-9316-4696-B8B1-7A6B341347C0}" dt="2021-01-24T01:17:13.452" v="4386" actId="20577"/>
      <pc:docMkLst>
        <pc:docMk/>
      </pc:docMkLst>
      <pc:sldChg chg="modSp mod">
        <pc:chgData name="Leônidas Müller de Oliveira" userId="5af9566427f0cd7a" providerId="LiveId" clId="{9019649D-9316-4696-B8B1-7A6B341347C0}" dt="2021-01-15T16:08:29.159" v="42" actId="20577"/>
        <pc:sldMkLst>
          <pc:docMk/>
          <pc:sldMk cId="0" sldId="257"/>
        </pc:sldMkLst>
        <pc:spChg chg="mod">
          <ac:chgData name="Leônidas Müller de Oliveira" userId="5af9566427f0cd7a" providerId="LiveId" clId="{9019649D-9316-4696-B8B1-7A6B341347C0}" dt="2021-01-15T16:08:29.159" v="42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0:25.821" v="4306" actId="1076"/>
        <pc:sldMkLst>
          <pc:docMk/>
          <pc:sldMk cId="0" sldId="262"/>
        </pc:sldMkLst>
        <pc:spChg chg="mod">
          <ac:chgData name="Leônidas Müller de Oliveira" userId="5af9566427f0cd7a" providerId="LiveId" clId="{9019649D-9316-4696-B8B1-7A6B341347C0}" dt="2021-01-16T00:20:17.434" v="4303" actId="1076"/>
          <ac:spMkLst>
            <pc:docMk/>
            <pc:sldMk cId="0" sldId="262"/>
            <ac:spMk id="140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5.821" v="4306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2.912" v="4305" actId="1076"/>
          <ac:spMkLst>
            <pc:docMk/>
            <pc:sldMk cId="0" sldId="262"/>
            <ac:spMk id="142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25:11.550" v="1379" actId="14100"/>
        <pc:sldMkLst>
          <pc:docMk/>
          <pc:sldMk cId="0" sldId="263"/>
        </pc:sldMkLst>
        <pc:spChg chg="mod">
          <ac:chgData name="Leônidas Müller de Oliveira" userId="5af9566427f0cd7a" providerId="LiveId" clId="{9019649D-9316-4696-B8B1-7A6B341347C0}" dt="2021-01-15T16:15:13.162" v="325" actId="20577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5:11.550" v="1379" actId="14100"/>
          <ac:spMkLst>
            <pc:docMk/>
            <pc:sldMk cId="0" sldId="263"/>
            <ac:spMk id="150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0:12.667" v="175" actId="20577"/>
        <pc:sldMkLst>
          <pc:docMk/>
          <pc:sldMk cId="0" sldId="264"/>
        </pc:sldMkLst>
        <pc:spChg chg="mod">
          <ac:chgData name="Leônidas Müller de Oliveira" userId="5af9566427f0cd7a" providerId="LiveId" clId="{9019649D-9316-4696-B8B1-7A6B341347C0}" dt="2021-01-15T16:08:36.948" v="48" actId="20577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0:12.667" v="175" actId="20577"/>
          <ac:spMkLst>
            <pc:docMk/>
            <pc:sldMk cId="0" sldId="264"/>
            <ac:spMk id="158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5T16:49:05.707" v="1445"/>
        <pc:sldMkLst>
          <pc:docMk/>
          <pc:sldMk cId="0" sldId="266"/>
        </pc:sldMkLst>
        <pc:spChg chg="mod">
          <ac:chgData name="Leônidas Müller de Oliveira" userId="5af9566427f0cd7a" providerId="LiveId" clId="{9019649D-9316-4696-B8B1-7A6B341347C0}" dt="2021-01-15T16:48:43.600" v="1426" actId="1076"/>
          <ac:spMkLst>
            <pc:docMk/>
            <pc:sldMk cId="0" sldId="266"/>
            <ac:spMk id="17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42:36.268" v="1413" actId="478"/>
          <ac:picMkLst>
            <pc:docMk/>
            <pc:sldMk cId="0" sldId="266"/>
            <ac:picMk id="3" creationId="{D49D602C-14D4-4255-96F6-879127A2D5F7}"/>
          </ac:picMkLst>
        </pc:picChg>
        <pc:picChg chg="add mod ord modCrop">
          <ac:chgData name="Leônidas Müller de Oliveira" userId="5af9566427f0cd7a" providerId="LiveId" clId="{9019649D-9316-4696-B8B1-7A6B341347C0}" dt="2021-01-15T16:49:05.707" v="1445"/>
          <ac:picMkLst>
            <pc:docMk/>
            <pc:sldMk cId="0" sldId="266"/>
            <ac:picMk id="4" creationId="{03E2685C-B3D9-4AC2-A687-440EA3EE13E0}"/>
          </ac:picMkLst>
        </pc:picChg>
      </pc:sldChg>
      <pc:sldChg chg="delSp modSp mod">
        <pc:chgData name="Leônidas Müller de Oliveira" userId="5af9566427f0cd7a" providerId="LiveId" clId="{9019649D-9316-4696-B8B1-7A6B341347C0}" dt="2021-01-15T16:26:35.798" v="1384" actId="1076"/>
        <pc:sldMkLst>
          <pc:docMk/>
          <pc:sldMk cId="0" sldId="267"/>
        </pc:sldMkLst>
        <pc:spChg chg="mod">
          <ac:chgData name="Leônidas Müller de Oliveira" userId="5af9566427f0cd7a" providerId="LiveId" clId="{9019649D-9316-4696-B8B1-7A6B341347C0}" dt="2021-01-15T16:21:48.674" v="1064" actId="313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6:35.798" v="1384" actId="1076"/>
          <ac:spMkLst>
            <pc:docMk/>
            <pc:sldMk cId="0" sldId="267"/>
            <ac:spMk id="18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20:00.862" v="1062" actId="478"/>
          <ac:picMkLst>
            <pc:docMk/>
            <pc:sldMk cId="0" sldId="267"/>
            <ac:picMk id="3" creationId="{A3581759-E91F-498F-8593-5AB5BE2A7D7F}"/>
          </ac:picMkLst>
        </pc:picChg>
        <pc:picChg chg="del">
          <ac:chgData name="Leônidas Müller de Oliveira" userId="5af9566427f0cd7a" providerId="LiveId" clId="{9019649D-9316-4696-B8B1-7A6B341347C0}" dt="2021-01-15T16:20:00.439" v="1061" actId="478"/>
          <ac:picMkLst>
            <pc:docMk/>
            <pc:sldMk cId="0" sldId="267"/>
            <ac:picMk id="5" creationId="{BCAE28CB-178C-4B12-AD6E-43FE3D206AB9}"/>
          </ac:picMkLst>
        </pc:picChg>
      </pc:sldChg>
      <pc:sldChg chg="del">
        <pc:chgData name="Leônidas Müller de Oliveira" userId="5af9566427f0cd7a" providerId="LiveId" clId="{9019649D-9316-4696-B8B1-7A6B341347C0}" dt="2021-01-15T21:28:40.764" v="3991" actId="47"/>
        <pc:sldMkLst>
          <pc:docMk/>
          <pc:sldMk cId="0" sldId="268"/>
        </pc:sldMkLst>
      </pc:sldChg>
      <pc:sldChg chg="addSp delSp modSp mod">
        <pc:chgData name="Leônidas Müller de Oliveira" userId="5af9566427f0cd7a" providerId="LiveId" clId="{9019649D-9316-4696-B8B1-7A6B341347C0}" dt="2021-01-16T01:02:12.143" v="4364" actId="1076"/>
        <pc:sldMkLst>
          <pc:docMk/>
          <pc:sldMk cId="0" sldId="271"/>
        </pc:sldMkLst>
        <pc:spChg chg="mod">
          <ac:chgData name="Leônidas Müller de Oliveira" userId="5af9566427f0cd7a" providerId="LiveId" clId="{9019649D-9316-4696-B8B1-7A6B341347C0}" dt="2021-01-15T21:35:58.382" v="4291" actId="20577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9019649D-9316-4696-B8B1-7A6B341347C0}" dt="2021-01-16T01:02:12.143" v="4364" actId="1076"/>
          <ac:picMkLst>
            <pc:docMk/>
            <pc:sldMk cId="0" sldId="271"/>
            <ac:picMk id="3" creationId="{89047C8D-79DF-4279-92A0-7ED57F210BDD}"/>
          </ac:picMkLst>
        </pc:picChg>
        <pc:picChg chg="del">
          <ac:chgData name="Leônidas Müller de Oliveira" userId="5af9566427f0cd7a" providerId="LiveId" clId="{9019649D-9316-4696-B8B1-7A6B341347C0}" dt="2021-01-15T21:35:18.358" v="4180" actId="478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019649D-9316-4696-B8B1-7A6B341347C0}" dt="2021-01-16T01:06:23.265" v="4380" actId="20577"/>
        <pc:sldMkLst>
          <pc:docMk/>
          <pc:sldMk cId="0" sldId="272"/>
        </pc:sldMkLst>
        <pc:spChg chg="mod">
          <ac:chgData name="Leônidas Müller de Oliveira" userId="5af9566427f0cd7a" providerId="LiveId" clId="{9019649D-9316-4696-B8B1-7A6B341347C0}" dt="2021-01-16T01:06:23.265" v="4380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21:31:01.363" v="4179" actId="20577"/>
        <pc:sldMkLst>
          <pc:docMk/>
          <pc:sldMk cId="0" sldId="274"/>
        </pc:sldMkLst>
        <pc:spChg chg="mod">
          <ac:chgData name="Leônidas Müller de Oliveira" userId="5af9566427f0cd7a" providerId="LiveId" clId="{9019649D-9316-4696-B8B1-7A6B341347C0}" dt="2021-01-15T21:31:01.363" v="4179" actId="20577"/>
          <ac:spMkLst>
            <pc:docMk/>
            <pc:sldMk cId="0" sldId="274"/>
            <ac:spMk id="251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2:58.598" v="315" actId="12"/>
        <pc:sldMkLst>
          <pc:docMk/>
          <pc:sldMk cId="569711459" sldId="283"/>
        </pc:sldMkLst>
        <pc:spChg chg="mod">
          <ac:chgData name="Leônidas Müller de Oliveira" userId="5af9566427f0cd7a" providerId="LiveId" clId="{9019649D-9316-4696-B8B1-7A6B341347C0}" dt="2021-01-15T16:12:11.791" v="218" actId="14100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2:58.598" v="315" actId="12"/>
          <ac:spMkLst>
            <pc:docMk/>
            <pc:sldMk cId="569711459" sldId="283"/>
            <ac:spMk id="158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2:47.655" v="4311" actId="1076"/>
        <pc:sldMkLst>
          <pc:docMk/>
          <pc:sldMk cId="1437011287" sldId="284"/>
        </pc:sldMkLst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2" creationId="{B5FAAC12-83B7-4468-968E-BD39CFBF23F8}"/>
          </ac:spMkLst>
        </pc:spChg>
        <pc:spChg chg="mod">
          <ac:chgData name="Leônidas Müller de Oliveira" userId="5af9566427f0cd7a" providerId="LiveId" clId="{9019649D-9316-4696-B8B1-7A6B341347C0}" dt="2021-01-16T00:22:47.655" v="4311" actId="1076"/>
          <ac:spMkLst>
            <pc:docMk/>
            <pc:sldMk cId="1437011287" sldId="284"/>
            <ac:spMk id="3" creationId="{5A9CA915-CCB3-442A-9489-70F111D48946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5" creationId="{694E9661-0DA9-4439-A260-5A55C84F518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7" creationId="{A4DD453D-BBF4-4D35-BEA3-93C8AFDFAD2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9" creationId="{C42EB859-19E8-4973-97DF-EF93B5B2D845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0" creationId="{D85E2755-D8D3-49BC-BE27-FFE170CCCC2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50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6T00:02:48.371" v="4302" actId="732"/>
        <pc:sldMkLst>
          <pc:docMk/>
          <pc:sldMk cId="2491790395" sldId="291"/>
        </pc:sldMkLst>
        <pc:picChg chg="del">
          <ac:chgData name="Leônidas Müller de Oliveira" userId="5af9566427f0cd7a" providerId="LiveId" clId="{9019649D-9316-4696-B8B1-7A6B341347C0}" dt="2021-01-16T00:02:31.938" v="4295" actId="478"/>
          <ac:picMkLst>
            <pc:docMk/>
            <pc:sldMk cId="2491790395" sldId="291"/>
            <ac:picMk id="3" creationId="{658F5653-86D8-46D9-A4A1-46BDFF7889AA}"/>
          </ac:picMkLst>
        </pc:picChg>
        <pc:picChg chg="add mod modCrop">
          <ac:chgData name="Leônidas Müller de Oliveira" userId="5af9566427f0cd7a" providerId="LiveId" clId="{9019649D-9316-4696-B8B1-7A6B341347C0}" dt="2021-01-16T00:02:48.371" v="4302" actId="732"/>
          <ac:picMkLst>
            <pc:docMk/>
            <pc:sldMk cId="2491790395" sldId="291"/>
            <ac:picMk id="4" creationId="{72A81FC7-272A-4F5D-884E-4C8B71D21CE8}"/>
          </ac:picMkLst>
        </pc:picChg>
      </pc:sldChg>
      <pc:sldChg chg="addSp delSp modSp mod">
        <pc:chgData name="Leônidas Müller de Oliveira" userId="5af9566427f0cd7a" providerId="LiveId" clId="{9019649D-9316-4696-B8B1-7A6B341347C0}" dt="2021-01-16T00:38:53.669" v="4351" actId="20577"/>
        <pc:sldMkLst>
          <pc:docMk/>
          <pc:sldMk cId="2768986171" sldId="292"/>
        </pc:sldMkLst>
        <pc:spChg chg="add mod">
          <ac:chgData name="Leônidas Müller de Oliveira" userId="5af9566427f0cd7a" providerId="LiveId" clId="{9019649D-9316-4696-B8B1-7A6B341347C0}" dt="2021-01-16T00:38:53.669" v="4351" actId="20577"/>
          <ac:spMkLst>
            <pc:docMk/>
            <pc:sldMk cId="2768986171" sldId="292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16:52:57.548" v="1497" actId="20577"/>
          <ac:spMkLst>
            <pc:docMk/>
            <pc:sldMk cId="2768986171" sldId="292"/>
            <ac:spMk id="149" creationId="{00000000-0000-0000-0000-000000000000}"/>
          </ac:spMkLst>
        </pc:spChg>
        <pc:spChg chg="del mod">
          <ac:chgData name="Leônidas Müller de Oliveira" userId="5af9566427f0cd7a" providerId="LiveId" clId="{9019649D-9316-4696-B8B1-7A6B341347C0}" dt="2021-01-15T16:55:49.787" v="1499" actId="478"/>
          <ac:spMkLst>
            <pc:docMk/>
            <pc:sldMk cId="2768986171" sldId="292"/>
            <ac:spMk id="150" creationId="{00000000-0000-0000-0000-000000000000}"/>
          </ac:spMkLst>
        </pc:spChg>
      </pc:sldChg>
      <pc:sldChg chg="del">
        <pc:chgData name="Leônidas Müller de Oliveira" userId="5af9566427f0cd7a" providerId="LiveId" clId="{9019649D-9316-4696-B8B1-7A6B341347C0}" dt="2021-01-15T20:35:28.025" v="3137" actId="47"/>
        <pc:sldMkLst>
          <pc:docMk/>
          <pc:sldMk cId="641020710" sldId="293"/>
        </pc:sldMkLst>
      </pc:sldChg>
      <pc:sldChg chg="del">
        <pc:chgData name="Leônidas Müller de Oliveira" userId="5af9566427f0cd7a" providerId="LiveId" clId="{9019649D-9316-4696-B8B1-7A6B341347C0}" dt="2021-01-15T20:35:29.103" v="3138" actId="47"/>
        <pc:sldMkLst>
          <pc:docMk/>
          <pc:sldMk cId="2522898300" sldId="294"/>
        </pc:sldMkLst>
      </pc:sldChg>
      <pc:sldChg chg="del">
        <pc:chgData name="Leônidas Müller de Oliveira" userId="5af9566427f0cd7a" providerId="LiveId" clId="{9019649D-9316-4696-B8B1-7A6B341347C0}" dt="2021-01-15T16:31:14.585" v="1385" actId="47"/>
        <pc:sldMkLst>
          <pc:docMk/>
          <pc:sldMk cId="1695839730" sldId="295"/>
        </pc:sldMkLst>
      </pc:sldChg>
      <pc:sldChg chg="del">
        <pc:chgData name="Leônidas Müller de Oliveira" userId="5af9566427f0cd7a" providerId="LiveId" clId="{9019649D-9316-4696-B8B1-7A6B341347C0}" dt="2021-01-15T21:28:42.107" v="3992" actId="47"/>
        <pc:sldMkLst>
          <pc:docMk/>
          <pc:sldMk cId="743515703" sldId="296"/>
        </pc:sldMkLst>
      </pc:sldChg>
      <pc:sldChg chg="modSp mod">
        <pc:chgData name="Leônidas Müller de Oliveira" userId="5af9566427f0cd7a" providerId="LiveId" clId="{9019649D-9316-4696-B8B1-7A6B341347C0}" dt="2021-01-16T00:26:33.767" v="4319" actId="20577"/>
        <pc:sldMkLst>
          <pc:docMk/>
          <pc:sldMk cId="1542352846" sldId="297"/>
        </pc:sldMkLst>
        <pc:spChg chg="mod">
          <ac:chgData name="Leônidas Müller de Oliveira" userId="5af9566427f0cd7a" providerId="LiveId" clId="{9019649D-9316-4696-B8B1-7A6B341347C0}" dt="2021-01-16T00:26:33.767" v="4319" actId="20577"/>
          <ac:spMkLst>
            <pc:docMk/>
            <pc:sldMk cId="1542352846" sldId="297"/>
            <ac:spMk id="249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019649D-9316-4696-B8B1-7A6B341347C0}" dt="2021-01-15T16:40:50.790" v="1405"/>
        <pc:sldMkLst>
          <pc:docMk/>
          <pc:sldMk cId="126974504" sldId="298"/>
        </pc:sldMkLst>
        <pc:spChg chg="add mod">
          <ac:chgData name="Leônidas Müller de Oliveira" userId="5af9566427f0cd7a" providerId="LiveId" clId="{9019649D-9316-4696-B8B1-7A6B341347C0}" dt="2021-01-15T16:40:50.790" v="1405"/>
          <ac:spMkLst>
            <pc:docMk/>
            <pc:sldMk cId="126974504" sldId="298"/>
            <ac:spMk id="5" creationId="{7226F076-0204-4AE0-BF41-ED22F82C1B26}"/>
          </ac:spMkLst>
        </pc:spChg>
        <pc:spChg chg="del">
          <ac:chgData name="Leônidas Müller de Oliveira" userId="5af9566427f0cd7a" providerId="LiveId" clId="{9019649D-9316-4696-B8B1-7A6B341347C0}" dt="2021-01-15T16:40:50.495" v="1404" actId="478"/>
          <ac:spMkLst>
            <pc:docMk/>
            <pc:sldMk cId="126974504" sldId="298"/>
            <ac:spMk id="249" creationId="{00000000-0000-0000-0000-000000000000}"/>
          </ac:spMkLst>
        </pc:spChg>
      </pc:sldChg>
      <pc:sldChg chg="modSp add mod">
        <pc:chgData name="Leônidas Müller de Oliveira" userId="5af9566427f0cd7a" providerId="LiveId" clId="{9019649D-9316-4696-B8B1-7A6B341347C0}" dt="2021-01-24T01:17:13.452" v="4386" actId="20577"/>
        <pc:sldMkLst>
          <pc:docMk/>
          <pc:sldMk cId="2452318423" sldId="299"/>
        </pc:sldMkLst>
        <pc:spChg chg="mod">
          <ac:chgData name="Leônidas Müller de Oliveira" userId="5af9566427f0cd7a" providerId="LiveId" clId="{9019649D-9316-4696-B8B1-7A6B341347C0}" dt="2021-01-24T01:17:13.452" v="4386" actId="20577"/>
          <ac:spMkLst>
            <pc:docMk/>
            <pc:sldMk cId="2452318423" sldId="299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05:39.248" v="2067" actId="20577"/>
          <ac:spMkLst>
            <pc:docMk/>
            <pc:sldMk cId="2452318423" sldId="299"/>
            <ac:spMk id="149" creationId="{00000000-0000-0000-0000-000000000000}"/>
          </ac:spMkLst>
        </pc:spChg>
      </pc:sldChg>
      <pc:sldChg chg="addSp modSp add mod">
        <pc:chgData name="Leônidas Müller de Oliveira" userId="5af9566427f0cd7a" providerId="LiveId" clId="{9019649D-9316-4696-B8B1-7A6B341347C0}" dt="2021-01-16T00:51:26.417" v="4352" actId="20577"/>
        <pc:sldMkLst>
          <pc:docMk/>
          <pc:sldMk cId="580050991" sldId="300"/>
        </pc:sldMkLst>
        <pc:spChg chg="mod">
          <ac:chgData name="Leônidas Müller de Oliveira" userId="5af9566427f0cd7a" providerId="LiveId" clId="{9019649D-9316-4696-B8B1-7A6B341347C0}" dt="2021-01-16T00:51:26.417" v="4352" actId="20577"/>
          <ac:spMkLst>
            <pc:docMk/>
            <pc:sldMk cId="580050991" sldId="300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26:10.043" v="3124" actId="404"/>
          <ac:spMkLst>
            <pc:docMk/>
            <pc:sldMk cId="580050991" sldId="300"/>
            <ac:spMk id="149" creationId="{00000000-0000-0000-0000-000000000000}"/>
          </ac:spMkLst>
        </pc:spChg>
        <pc:picChg chg="add mod ord">
          <ac:chgData name="Leônidas Müller de Oliveira" userId="5af9566427f0cd7a" providerId="LiveId" clId="{9019649D-9316-4696-B8B1-7A6B341347C0}" dt="2021-01-15T20:25:59.587" v="3121" actId="14100"/>
          <ac:picMkLst>
            <pc:docMk/>
            <pc:sldMk cId="580050991" sldId="300"/>
            <ac:picMk id="7" creationId="{F3EEF685-A009-4E74-A44F-A040B3F69CCD}"/>
          </ac:picMkLst>
        </pc:picChg>
      </pc:sldChg>
      <pc:sldChg chg="modSp add mod">
        <pc:chgData name="Leônidas Müller de Oliveira" userId="5af9566427f0cd7a" providerId="LiveId" clId="{9019649D-9316-4696-B8B1-7A6B341347C0}" dt="2021-01-16T00:56:18.245" v="4363" actId="20577"/>
        <pc:sldMkLst>
          <pc:docMk/>
          <pc:sldMk cId="1031171993" sldId="301"/>
        </pc:sldMkLst>
        <pc:spChg chg="mod">
          <ac:chgData name="Leônidas Müller de Oliveira" userId="5af9566427f0cd7a" providerId="LiveId" clId="{9019649D-9316-4696-B8B1-7A6B341347C0}" dt="2021-01-16T00:56:18.245" v="4363" actId="20577"/>
          <ac:spMkLst>
            <pc:docMk/>
            <pc:sldMk cId="1031171993" sldId="301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36:45.567" v="3193" actId="20577"/>
          <ac:spMkLst>
            <pc:docMk/>
            <pc:sldMk cId="1031171993" sldId="301"/>
            <ac:spMk id="149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8T12:40:59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8T12:40:59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228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9515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4079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4161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419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1472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2296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/>
        </p:nvSpPr>
        <p:spPr>
          <a:xfrm>
            <a:off x="2602348" y="972425"/>
            <a:ext cx="39393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BEM VINDO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835373" y="1789903"/>
            <a:ext cx="7473245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DIMENSIONAMENTO DE LIGAÇÕES</a:t>
            </a:r>
            <a:endParaRPr sz="2400" b="1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218080" y="2607872"/>
            <a:ext cx="6707833" cy="221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Na aula você vai ver: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i="0" u="none" strike="noStrike" cap="none" dirty="0">
                <a:solidFill>
                  <a:srgbClr val="FFC000"/>
                </a:solidFill>
                <a:latin typeface="Roboto Light"/>
                <a:ea typeface="Roboto Light"/>
                <a:cs typeface="Roboto Light"/>
                <a:sym typeface="Roboto Light"/>
              </a:rPr>
              <a:t>Parafusos – Tipos, </a:t>
            </a:r>
            <a:r>
              <a:rPr lang="pt-BR" sz="2800" b="1" dirty="0">
                <a:solidFill>
                  <a:srgbClr val="FFC000"/>
                </a:solidFill>
                <a:latin typeface="Roboto Light"/>
                <a:ea typeface="Roboto Light"/>
                <a:cs typeface="Roboto Light"/>
                <a:sym typeface="Roboto Light"/>
              </a:rPr>
              <a:t>Resistência</a:t>
            </a:r>
            <a:r>
              <a:rPr lang="pt-BR" sz="2800" b="1">
                <a:solidFill>
                  <a:srgbClr val="FFC000"/>
                </a:solidFill>
                <a:latin typeface="Roboto Light"/>
                <a:ea typeface="Roboto Light"/>
                <a:cs typeface="Roboto Light"/>
                <a:sym typeface="Roboto Light"/>
              </a:rPr>
              <a:t>, e Dimensões</a:t>
            </a:r>
            <a:endParaRPr lang="pt-BR" sz="2800" b="1" i="0" u="none" strike="noStrike" cap="none" dirty="0">
              <a:solidFill>
                <a:srgbClr val="FFC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Parafusos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07371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8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Comuns (ASTM A 307)</a:t>
            </a:r>
          </a:p>
          <a:p>
            <a:pPr marL="438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38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Alta Resistência (ASTM A 325 e A 490) - polegada</a:t>
            </a:r>
          </a:p>
          <a:p>
            <a:pPr marL="438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38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Alta Resistência (Padrão ISO 8.8) </a:t>
            </a:r>
            <a:r>
              <a:rPr lang="pt-BR" sz="1600" b="1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- métrica</a:t>
            </a: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38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38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Sem Qualificação Estr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utural (SAE 1010 e 1020)</a:t>
            </a: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Tipos de Parafusos</a:t>
            </a:r>
          </a:p>
        </p:txBody>
      </p:sp>
    </p:spTree>
    <p:extLst>
      <p:ext uri="{BB962C8B-B14F-4D97-AF65-F5344CB8AC3E}">
        <p14:creationId xmlns:p14="http://schemas.microsoft.com/office/powerpoint/2010/main" val="4004384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Parafusos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Resistência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F55D875-ACB0-2AA7-3E8F-2CDA0A571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869" y="1172377"/>
            <a:ext cx="6379054" cy="279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04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Parafusos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Dimensões Parafusos ISO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76D601F-5728-49B5-EF36-21A9A51CA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745" y="750115"/>
            <a:ext cx="4111727" cy="425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49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Parafusos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Dimensão máxima dos furos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256C0C9-A9CD-B910-6159-F7B0697E3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600" y="1136297"/>
            <a:ext cx="6357999" cy="303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811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Parafusos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Distância entre furos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88D0160-BEAF-2825-F2BB-1ACBECF64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491" y="799950"/>
            <a:ext cx="4147735" cy="43435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A0904874-4884-0515-FE04-40E2003A7F51}"/>
                  </a:ext>
                </a:extLst>
              </p14:cNvPr>
              <p14:cNvContentPartPr/>
              <p14:nvPr/>
            </p14:nvContentPartPr>
            <p14:xfrm>
              <a:off x="1205433" y="727255"/>
              <a:ext cx="360" cy="36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A0904874-4884-0515-FE04-40E2003A7F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96433" y="71825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6523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Parafusos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Distância entre furos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A0904874-4884-0515-FE04-40E2003A7F51}"/>
                  </a:ext>
                </a:extLst>
              </p14:cNvPr>
              <p14:cNvContentPartPr/>
              <p14:nvPr/>
            </p14:nvContentPartPr>
            <p14:xfrm>
              <a:off x="1205433" y="727255"/>
              <a:ext cx="360" cy="36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A0904874-4884-0515-FE04-40E2003A7F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6433" y="71825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D2B84B41-ED69-E341-7735-1F03F602C0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8711" y="1079542"/>
            <a:ext cx="3343742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79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Parafusos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Distância entre furo incorreta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AFD1E0F-8CA0-66BC-2438-12AFCB3DC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924" y="1141431"/>
            <a:ext cx="3544200" cy="351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186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 txBox="1"/>
          <p:nvPr/>
        </p:nvSpPr>
        <p:spPr>
          <a:xfrm>
            <a:off x="1628979" y="1743450"/>
            <a:ext cx="5886042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Muito obrigado e eu te vejo na próxima aula!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1748</TotalTime>
  <Words>147</Words>
  <Application>Microsoft Office PowerPoint</Application>
  <PresentationFormat>Apresentação na tela (16:9)</PresentationFormat>
  <Paragraphs>35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Roboto Light</vt:lpstr>
      <vt:lpstr>Roboto</vt:lpstr>
      <vt:lpstr>Roboto Black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Leônidas Müller de Oliveira</cp:lastModifiedBy>
  <cp:revision>1</cp:revision>
  <dcterms:modified xsi:type="dcterms:W3CDTF">2025-06-30T01:19:59Z</dcterms:modified>
</cp:coreProperties>
</file>