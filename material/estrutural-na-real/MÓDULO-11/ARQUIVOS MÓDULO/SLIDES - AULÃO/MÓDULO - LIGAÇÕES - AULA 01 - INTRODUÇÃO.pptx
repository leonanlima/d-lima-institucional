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82" r:id="rId3"/>
    <p:sldId id="285" r:id="rId4"/>
    <p:sldId id="293" r:id="rId5"/>
    <p:sldId id="286" r:id="rId6"/>
    <p:sldId id="289" r:id="rId7"/>
    <p:sldId id="290" r:id="rId8"/>
    <p:sldId id="292" r:id="rId9"/>
    <p:sldId id="291" r:id="rId10"/>
    <p:sldId id="287" r:id="rId11"/>
    <p:sldId id="288" r:id="rId12"/>
    <p:sldId id="281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Black" panose="02000000000000000000" pitchFamily="2" charset="0"/>
      <p:bold r:id="rId19"/>
      <p:boldItalic r:id="rId20"/>
    </p:embeddedFont>
    <p:embeddedFont>
      <p:font typeface="Roboto Light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9EDD25-96A6-4CC3-8064-413AC6C35AD5}" v="72" dt="2025-06-28T14:23:09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6CA58D18-C870-4477-A26E-7D30CBD8AC30}"/>
    <pc:docChg chg="custSel addSld modSld">
      <pc:chgData name="Leônidas Müller de Oliveira" userId="5af9566427f0cd7a" providerId="LiveId" clId="{6CA58D18-C870-4477-A26E-7D30CBD8AC30}" dt="2022-10-27T15:17:50.928" v="4" actId="1076"/>
      <pc:docMkLst>
        <pc:docMk/>
      </pc:docMkLst>
      <pc:sldChg chg="addSp delSp modSp add mod">
        <pc:chgData name="Leônidas Müller de Oliveira" userId="5af9566427f0cd7a" providerId="LiveId" clId="{6CA58D18-C870-4477-A26E-7D30CBD8AC30}" dt="2022-10-27T15:17:50.928" v="4" actId="1076"/>
        <pc:sldMkLst>
          <pc:docMk/>
          <pc:sldMk cId="4024646533" sldId="287"/>
        </pc:sldMkLst>
        <pc:spChg chg="del">
          <ac:chgData name="Leônidas Müller de Oliveira" userId="5af9566427f0cd7a" providerId="LiveId" clId="{6CA58D18-C870-4477-A26E-7D30CBD8AC30}" dt="2022-10-27T15:17:46.474" v="1" actId="478"/>
          <ac:spMkLst>
            <pc:docMk/>
            <pc:sldMk cId="4024646533" sldId="287"/>
            <ac:spMk id="9" creationId="{9C81958B-AE4B-43C9-BC2C-2CBADE7FE55A}"/>
          </ac:spMkLst>
        </pc:spChg>
        <pc:picChg chg="add mod">
          <ac:chgData name="Leônidas Müller de Oliveira" userId="5af9566427f0cd7a" providerId="LiveId" clId="{6CA58D18-C870-4477-A26E-7D30CBD8AC30}" dt="2022-10-27T15:17:50.928" v="4" actId="1076"/>
          <ac:picMkLst>
            <pc:docMk/>
            <pc:sldMk cId="4024646533" sldId="287"/>
            <ac:picMk id="3" creationId="{C359EC59-FFDA-7C2E-C815-18C3E3E56AFA}"/>
          </ac:picMkLst>
        </pc:pic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F59EDD25-96A6-4CC3-8064-413AC6C35AD5}"/>
    <pc:docChg chg="undo custSel addSld modSld">
      <pc:chgData name="Leônidas Müller de Oliveira" userId="5af9566427f0cd7a" providerId="LiveId" clId="{F59EDD25-96A6-4CC3-8064-413AC6C35AD5}" dt="2025-06-29T18:23:15.667" v="398" actId="478"/>
      <pc:docMkLst>
        <pc:docMk/>
      </pc:docMkLst>
      <pc:sldChg chg="addSp delSp modSp mod">
        <pc:chgData name="Leônidas Müller de Oliveira" userId="5af9566427f0cd7a" providerId="LiveId" clId="{F59EDD25-96A6-4CC3-8064-413AC6C35AD5}" dt="2025-06-29T18:23:15.667" v="398" actId="478"/>
        <pc:sldMkLst>
          <pc:docMk/>
          <pc:sldMk cId="3187776213" sldId="282"/>
        </pc:sldMkLst>
        <pc:grpChg chg="del mod">
          <ac:chgData name="Leônidas Müller de Oliveira" userId="5af9566427f0cd7a" providerId="LiveId" clId="{F59EDD25-96A6-4CC3-8064-413AC6C35AD5}" dt="2025-06-29T18:23:15.667" v="398" actId="478"/>
          <ac:grpSpMkLst>
            <pc:docMk/>
            <pc:sldMk cId="3187776213" sldId="282"/>
            <ac:grpSpMk id="8" creationId="{41D9A002-129E-3FBF-B337-B025C1906436}"/>
          </ac:grpSpMkLst>
        </pc:grpChg>
        <pc:grpChg chg="del mod">
          <ac:chgData name="Leônidas Müller de Oliveira" userId="5af9566427f0cd7a" providerId="LiveId" clId="{F59EDD25-96A6-4CC3-8064-413AC6C35AD5}" dt="2025-06-29T18:23:15.667" v="398" actId="478"/>
          <ac:grpSpMkLst>
            <pc:docMk/>
            <pc:sldMk cId="3187776213" sldId="282"/>
            <ac:grpSpMk id="12" creationId="{05FAF908-59FB-F156-B302-83C5BA3D38E7}"/>
          </ac:grpSpMkLst>
        </pc:grpChg>
        <pc:inkChg chg="add del">
          <ac:chgData name="Leônidas Müller de Oliveira" userId="5af9566427f0cd7a" providerId="LiveId" clId="{F59EDD25-96A6-4CC3-8064-413AC6C35AD5}" dt="2025-06-29T18:23:15.667" v="398" actId="478"/>
          <ac:inkMkLst>
            <pc:docMk/>
            <pc:sldMk cId="3187776213" sldId="282"/>
            <ac:inkMk id="2" creationId="{BB6B173B-ADBB-2FDA-755F-293FB7065A96}"/>
          </ac:inkMkLst>
        </pc:inkChg>
        <pc:inkChg chg="add del">
          <ac:chgData name="Leônidas Müller de Oliveira" userId="5af9566427f0cd7a" providerId="LiveId" clId="{F59EDD25-96A6-4CC3-8064-413AC6C35AD5}" dt="2025-06-29T18:23:15.667" v="398" actId="478"/>
          <ac:inkMkLst>
            <pc:docMk/>
            <pc:sldMk cId="3187776213" sldId="282"/>
            <ac:inkMk id="3" creationId="{2B728F24-69B0-C949-4AEF-AD85337C7E18}"/>
          </ac:inkMkLst>
        </pc:inkChg>
        <pc:inkChg chg="add del mod topLvl">
          <ac:chgData name="Leônidas Müller de Oliveira" userId="5af9566427f0cd7a" providerId="LiveId" clId="{F59EDD25-96A6-4CC3-8064-413AC6C35AD5}" dt="2025-06-29T18:23:15.667" v="398" actId="478"/>
          <ac:inkMkLst>
            <pc:docMk/>
            <pc:sldMk cId="3187776213" sldId="282"/>
            <ac:inkMk id="4" creationId="{9788BFB0-1FE3-26D7-08BE-112A8C9AB036}"/>
          </ac:inkMkLst>
        </pc:inkChg>
        <pc:inkChg chg="add del mod topLvl">
          <ac:chgData name="Leônidas Müller de Oliveira" userId="5af9566427f0cd7a" providerId="LiveId" clId="{F59EDD25-96A6-4CC3-8064-413AC6C35AD5}" dt="2025-06-29T18:23:15.667" v="398" actId="478"/>
          <ac:inkMkLst>
            <pc:docMk/>
            <pc:sldMk cId="3187776213" sldId="282"/>
            <ac:inkMk id="5" creationId="{0928B278-D0FF-1918-4BE5-DC90CA6126B4}"/>
          </ac:inkMkLst>
        </pc:inkChg>
        <pc:inkChg chg="add del mod topLvl">
          <ac:chgData name="Leônidas Müller de Oliveira" userId="5af9566427f0cd7a" providerId="LiveId" clId="{F59EDD25-96A6-4CC3-8064-413AC6C35AD5}" dt="2025-06-29T18:23:15.667" v="398" actId="478"/>
          <ac:inkMkLst>
            <pc:docMk/>
            <pc:sldMk cId="3187776213" sldId="282"/>
            <ac:inkMk id="6" creationId="{7034B9CF-2CA9-5E81-FA86-666A37E71AAF}"/>
          </ac:inkMkLst>
        </pc:inkChg>
        <pc:inkChg chg="add del mod topLvl">
          <ac:chgData name="Leônidas Müller de Oliveira" userId="5af9566427f0cd7a" providerId="LiveId" clId="{F59EDD25-96A6-4CC3-8064-413AC6C35AD5}" dt="2025-06-29T18:23:15.667" v="398" actId="478"/>
          <ac:inkMkLst>
            <pc:docMk/>
            <pc:sldMk cId="3187776213" sldId="282"/>
            <ac:inkMk id="7" creationId="{F83CA73A-2DCD-1959-3A2F-B6AB9ABC7D61}"/>
          </ac:inkMkLst>
        </pc:inkChg>
      </pc:sldChg>
      <pc:sldChg chg="addSp delSp modSp mod">
        <pc:chgData name="Leônidas Müller de Oliveira" userId="5af9566427f0cd7a" providerId="LiveId" clId="{F59EDD25-96A6-4CC3-8064-413AC6C35AD5}" dt="2025-06-29T18:23:13.140" v="397" actId="478"/>
        <pc:sldMkLst>
          <pc:docMk/>
          <pc:sldMk cId="2510226186" sldId="285"/>
        </pc:sldMkLst>
        <pc:spChg chg="mod">
          <ac:chgData name="Leônidas Müller de Oliveira" userId="5af9566427f0cd7a" providerId="LiveId" clId="{F59EDD25-96A6-4CC3-8064-413AC6C35AD5}" dt="2025-06-28T12:18:31.944" v="274" actId="20577"/>
          <ac:spMkLst>
            <pc:docMk/>
            <pc:sldMk cId="2510226186" sldId="285"/>
            <ac:spMk id="9" creationId="{9C81958B-AE4B-43C9-BC2C-2CBADE7FE55A}"/>
          </ac:spMkLst>
        </pc:spChg>
        <pc:grpChg chg="del mod">
          <ac:chgData name="Leônidas Müller de Oliveira" userId="5af9566427f0cd7a" providerId="LiveId" clId="{F59EDD25-96A6-4CC3-8064-413AC6C35AD5}" dt="2025-06-28T12:02:35.337" v="26"/>
          <ac:grpSpMkLst>
            <pc:docMk/>
            <pc:sldMk cId="2510226186" sldId="285"/>
            <ac:grpSpMk id="8" creationId="{27B5F6A8-C160-58FD-C7B9-99CC9E4317E0}"/>
          </ac:grpSpMkLst>
        </pc:grpChg>
        <pc:grpChg chg="del mod">
          <ac:chgData name="Leônidas Müller de Oliveira" userId="5af9566427f0cd7a" providerId="LiveId" clId="{F59EDD25-96A6-4CC3-8064-413AC6C35AD5}" dt="2025-06-28T12:02:48.985" v="35"/>
          <ac:grpSpMkLst>
            <pc:docMk/>
            <pc:sldMk cId="2510226186" sldId="285"/>
            <ac:grpSpMk id="13" creationId="{0F3A786B-7597-62AE-1A41-F2B0FC2A90AF}"/>
          </ac:grpSpMkLst>
        </pc:grpChg>
        <pc:grpChg chg="del mod">
          <ac:chgData name="Leônidas Müller de Oliveira" userId="5af9566427f0cd7a" providerId="LiveId" clId="{F59EDD25-96A6-4CC3-8064-413AC6C35AD5}" dt="2025-06-28T12:02:48.985" v="35"/>
          <ac:grpSpMkLst>
            <pc:docMk/>
            <pc:sldMk cId="2510226186" sldId="285"/>
            <ac:grpSpMk id="22" creationId="{865F444C-BFFC-5879-8AA5-0D8E98125634}"/>
          </ac:grpSpMkLst>
        </pc:grpChg>
        <pc:grpChg chg="del mod">
          <ac:chgData name="Leônidas Müller de Oliveira" userId="5af9566427f0cd7a" providerId="LiveId" clId="{F59EDD25-96A6-4CC3-8064-413AC6C35AD5}" dt="2025-06-28T12:03:05.951" v="37"/>
          <ac:grpSpMkLst>
            <pc:docMk/>
            <pc:sldMk cId="2510226186" sldId="285"/>
            <ac:grpSpMk id="23" creationId="{D783FB59-C570-0F48-8582-2717DDB97E9C}"/>
          </ac:grpSpMkLst>
        </pc:grpChg>
        <pc:grpChg chg="del mod">
          <ac:chgData name="Leônidas Müller de Oliveira" userId="5af9566427f0cd7a" providerId="LiveId" clId="{F59EDD25-96A6-4CC3-8064-413AC6C35AD5}" dt="2025-06-28T12:05:42.820" v="82"/>
          <ac:grpSpMkLst>
            <pc:docMk/>
            <pc:sldMk cId="2510226186" sldId="285"/>
            <ac:grpSpMk id="25" creationId="{E9254DD2-F5F1-7DCD-A544-41242F878C2D}"/>
          </ac:grpSpMkLst>
        </pc:grpChg>
        <pc:grpChg chg="del mod">
          <ac:chgData name="Leônidas Müller de Oliveira" userId="5af9566427f0cd7a" providerId="LiveId" clId="{F59EDD25-96A6-4CC3-8064-413AC6C35AD5}" dt="2025-06-28T12:03:44.598" v="52"/>
          <ac:grpSpMkLst>
            <pc:docMk/>
            <pc:sldMk cId="2510226186" sldId="285"/>
            <ac:grpSpMk id="40" creationId="{FD7B2B6B-EE32-A3D1-9AFB-C2E28EFF1210}"/>
          </ac:grpSpMkLst>
        </pc:grpChg>
        <pc:grpChg chg="del mod">
          <ac:chgData name="Leônidas Müller de Oliveira" userId="5af9566427f0cd7a" providerId="LiveId" clId="{F59EDD25-96A6-4CC3-8064-413AC6C35AD5}" dt="2025-06-28T12:05:36.291" v="75"/>
          <ac:grpSpMkLst>
            <pc:docMk/>
            <pc:sldMk cId="2510226186" sldId="285"/>
            <ac:grpSpMk id="41" creationId="{A64BC630-8F06-24DD-2096-61D83A1F3B64}"/>
          </ac:grpSpMkLst>
        </pc:grpChg>
        <pc:grpChg chg="del mod">
          <ac:chgData name="Leônidas Müller de Oliveira" userId="5af9566427f0cd7a" providerId="LiveId" clId="{F59EDD25-96A6-4CC3-8064-413AC6C35AD5}" dt="2025-06-28T12:04:08.512" v="59"/>
          <ac:grpSpMkLst>
            <pc:docMk/>
            <pc:sldMk cId="2510226186" sldId="285"/>
            <ac:grpSpMk id="45" creationId="{002DBD4F-031F-DAD7-8FA6-898140F2D011}"/>
          </ac:grpSpMkLst>
        </pc:grpChg>
        <pc:grpChg chg="del mod">
          <ac:chgData name="Leônidas Müller de Oliveira" userId="5af9566427f0cd7a" providerId="LiveId" clId="{F59EDD25-96A6-4CC3-8064-413AC6C35AD5}" dt="2025-06-28T12:04:19.710" v="66"/>
          <ac:grpSpMkLst>
            <pc:docMk/>
            <pc:sldMk cId="2510226186" sldId="285"/>
            <ac:grpSpMk id="48" creationId="{C1CBF728-055A-E178-3574-29A435D16A80}"/>
          </ac:grpSpMkLst>
        </pc:grpChg>
        <pc:grpChg chg="del mod">
          <ac:chgData name="Leônidas Müller de Oliveira" userId="5af9566427f0cd7a" providerId="LiveId" clId="{F59EDD25-96A6-4CC3-8064-413AC6C35AD5}" dt="2025-06-28T12:05:32.938" v="72"/>
          <ac:grpSpMkLst>
            <pc:docMk/>
            <pc:sldMk cId="2510226186" sldId="285"/>
            <ac:grpSpMk id="55" creationId="{183C588C-6551-EC6D-1E6F-717A1719B690}"/>
          </ac:grpSpMkLst>
        </pc:grpChg>
        <pc:grpChg chg="del mod">
          <ac:chgData name="Leônidas Müller de Oliveira" userId="5af9566427f0cd7a" providerId="LiveId" clId="{F59EDD25-96A6-4CC3-8064-413AC6C35AD5}" dt="2025-06-28T12:05:36.291" v="75"/>
          <ac:grpSpMkLst>
            <pc:docMk/>
            <pc:sldMk cId="2510226186" sldId="285"/>
            <ac:grpSpMk id="59" creationId="{7A1EDF0F-A685-8A43-F41F-8343928D3E7D}"/>
          </ac:grpSpMkLst>
        </pc:grpChg>
        <pc:grpChg chg="del mod">
          <ac:chgData name="Leônidas Müller de Oliveira" userId="5af9566427f0cd7a" providerId="LiveId" clId="{F59EDD25-96A6-4CC3-8064-413AC6C35AD5}" dt="2025-06-28T12:05:36.291" v="75"/>
          <ac:grpSpMkLst>
            <pc:docMk/>
            <pc:sldMk cId="2510226186" sldId="285"/>
            <ac:grpSpMk id="61" creationId="{2F203EE0-A201-EF72-331E-F9CDD57778CA}"/>
          </ac:grpSpMkLst>
        </pc:grpChg>
        <pc:grpChg chg="del mod">
          <ac:chgData name="Leônidas Müller de Oliveira" userId="5af9566427f0cd7a" providerId="LiveId" clId="{F59EDD25-96A6-4CC3-8064-413AC6C35AD5}" dt="2025-06-28T12:05:38.306" v="79"/>
          <ac:grpSpMkLst>
            <pc:docMk/>
            <pc:sldMk cId="2510226186" sldId="285"/>
            <ac:grpSpMk id="128" creationId="{8DF10531-7BB7-503C-FCF0-63B9E481EF47}"/>
          </ac:grpSpMkLst>
        </pc:grpChg>
        <pc:grpChg chg="del mod">
          <ac:chgData name="Leônidas Müller de Oliveira" userId="5af9566427f0cd7a" providerId="LiveId" clId="{F59EDD25-96A6-4CC3-8064-413AC6C35AD5}" dt="2025-06-28T12:17:52.970" v="245"/>
          <ac:grpSpMkLst>
            <pc:docMk/>
            <pc:sldMk cId="2510226186" sldId="285"/>
            <ac:grpSpMk id="132" creationId="{18B3D7A5-9565-F755-2029-D6EC085744AC}"/>
          </ac:grpSpMkLst>
        </pc:grpChg>
        <pc:grpChg chg="del mod">
          <ac:chgData name="Leônidas Müller de Oliveira" userId="5af9566427f0cd7a" providerId="LiveId" clId="{F59EDD25-96A6-4CC3-8064-413AC6C35AD5}" dt="2025-06-28T12:05:43.865" v="84"/>
          <ac:grpSpMkLst>
            <pc:docMk/>
            <pc:sldMk cId="2510226186" sldId="285"/>
            <ac:grpSpMk id="135" creationId="{FDE9BDFD-BFB7-A3AF-5123-8CD8A51820C5}"/>
          </ac:grpSpMkLst>
        </pc:grpChg>
        <pc:grpChg chg="del mod">
          <ac:chgData name="Leônidas Müller de Oliveira" userId="5af9566427f0cd7a" providerId="LiveId" clId="{F59EDD25-96A6-4CC3-8064-413AC6C35AD5}" dt="2025-06-28T12:05:46.431" v="86"/>
          <ac:grpSpMkLst>
            <pc:docMk/>
            <pc:sldMk cId="2510226186" sldId="285"/>
            <ac:grpSpMk id="137" creationId="{CCDCA0A1-3D60-FC76-86C0-68A6F6B7085F}"/>
          </ac:grpSpMkLst>
        </pc:grpChg>
        <pc:grpChg chg="del mod">
          <ac:chgData name="Leônidas Müller de Oliveira" userId="5af9566427f0cd7a" providerId="LiveId" clId="{F59EDD25-96A6-4CC3-8064-413AC6C35AD5}" dt="2025-06-28T12:05:49.883" v="89"/>
          <ac:grpSpMkLst>
            <pc:docMk/>
            <pc:sldMk cId="2510226186" sldId="285"/>
            <ac:grpSpMk id="139" creationId="{6A8C9799-C384-6AF8-BE56-4A7E43F0414D}"/>
          </ac:grpSpMkLst>
        </pc:grpChg>
        <pc:grpChg chg="del mod">
          <ac:chgData name="Leônidas Müller de Oliveira" userId="5af9566427f0cd7a" providerId="LiveId" clId="{F59EDD25-96A6-4CC3-8064-413AC6C35AD5}" dt="2025-06-28T12:05:52.471" v="93"/>
          <ac:grpSpMkLst>
            <pc:docMk/>
            <pc:sldMk cId="2510226186" sldId="285"/>
            <ac:grpSpMk id="144" creationId="{DDBE29EE-92FF-EE9E-149B-F6495193DC6B}"/>
          </ac:grpSpMkLst>
        </pc:grpChg>
        <pc:grpChg chg="del mod">
          <ac:chgData name="Leônidas Müller de Oliveira" userId="5af9566427f0cd7a" providerId="LiveId" clId="{F59EDD25-96A6-4CC3-8064-413AC6C35AD5}" dt="2025-06-28T12:18:25.137" v="263" actId="478"/>
          <ac:grpSpMkLst>
            <pc:docMk/>
            <pc:sldMk cId="2510226186" sldId="285"/>
            <ac:grpSpMk id="148" creationId="{79053AB0-6CD3-17E2-F534-7867CC2B644E}"/>
          </ac:grpSpMkLst>
        </pc:grpChg>
        <pc:grpChg chg="del mod">
          <ac:chgData name="Leônidas Müller de Oliveira" userId="5af9566427f0cd7a" providerId="LiveId" clId="{F59EDD25-96A6-4CC3-8064-413AC6C35AD5}" dt="2025-06-28T12:18:04.101" v="249"/>
          <ac:grpSpMkLst>
            <pc:docMk/>
            <pc:sldMk cId="2510226186" sldId="285"/>
            <ac:grpSpMk id="152" creationId="{A256D6C4-5785-95BC-AE22-F2A5FDFD18B1}"/>
          </ac:grpSpMkLst>
        </pc:grpChg>
        <pc:grpChg chg="del mod">
          <ac:chgData name="Leônidas Müller de Oliveira" userId="5af9566427f0cd7a" providerId="LiveId" clId="{F59EDD25-96A6-4CC3-8064-413AC6C35AD5}" dt="2025-06-28T12:18:08.027" v="252"/>
          <ac:grpSpMkLst>
            <pc:docMk/>
            <pc:sldMk cId="2510226186" sldId="285"/>
            <ac:grpSpMk id="156" creationId="{AB68576A-0A25-8B00-47E7-308185315981}"/>
          </ac:grpSpMkLst>
        </pc:grpChg>
        <pc:grpChg chg="del mod">
          <ac:chgData name="Leônidas Müller de Oliveira" userId="5af9566427f0cd7a" providerId="LiveId" clId="{F59EDD25-96A6-4CC3-8064-413AC6C35AD5}" dt="2025-06-28T12:18:25.137" v="263" actId="478"/>
          <ac:grpSpMkLst>
            <pc:docMk/>
            <pc:sldMk cId="2510226186" sldId="285"/>
            <ac:grpSpMk id="159" creationId="{CA52C416-AAED-A719-2306-E642DF27EAB0}"/>
          </ac:grpSpMkLst>
        </pc:grpChg>
        <pc:grpChg chg="del mod">
          <ac:chgData name="Leônidas Müller de Oliveira" userId="5af9566427f0cd7a" providerId="LiveId" clId="{F59EDD25-96A6-4CC3-8064-413AC6C35AD5}" dt="2025-06-28T12:18:25.137" v="263" actId="478"/>
          <ac:grpSpMkLst>
            <pc:docMk/>
            <pc:sldMk cId="2510226186" sldId="285"/>
            <ac:grpSpMk id="168" creationId="{E6E484C6-5088-487A-041D-43684D474DD9}"/>
          </ac:grpSpMkLst>
        </pc:grpChg>
        <pc:grpChg chg="del mod">
          <ac:chgData name="Leônidas Müller de Oliveira" userId="5af9566427f0cd7a" providerId="LiveId" clId="{F59EDD25-96A6-4CC3-8064-413AC6C35AD5}" dt="2025-06-29T18:23:13.140" v="397" actId="478"/>
          <ac:grpSpMkLst>
            <pc:docMk/>
            <pc:sldMk cId="2510226186" sldId="285"/>
            <ac:grpSpMk id="173" creationId="{2AA2522C-AF61-463A-366F-316FC6D8A4EB}"/>
          </ac:grpSpMkLst>
        </pc:grpChg>
        <pc:inkChg chg="add de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" creationId="{8350CAF7-ADBB-8A74-3532-8A16CE7DBBA0}"/>
          </ac:inkMkLst>
        </pc:inkChg>
        <pc:inkChg chg="add de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" creationId="{1A37E86A-57C5-0100-D90D-910AA81BCF88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" creationId="{6677C84B-BA70-68DE-2B3C-2A498AB1D7AA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" creationId="{7DB2C442-3F22-0410-7BDD-FF86D810A5C7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6" creationId="{D250A2C3-B833-E406-F880-A0F3CA1EDB16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7" creationId="{AA60F4F1-D98C-AC9E-754E-5FD8245CEC16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2" creationId="{EA2F9751-BB8F-8758-4A21-A60913DC8871}"/>
          </ac:inkMkLst>
        </pc:inkChg>
        <pc:inkChg chg="add de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" creationId="{5F53AED0-8AA6-8417-6750-BD5E3DD8B21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" creationId="{405B95AA-0548-9AEA-4534-C9A63995AE0F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" creationId="{1F00B9E2-8039-2F24-D3B2-1AF38C743B0D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7" creationId="{21A2937C-8AA9-46B6-59CD-99CBA866840C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8" creationId="{F77E11BB-B398-EB6C-CE28-A7330378D466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9" creationId="{3D04EE8B-CA6E-60E9-5AA5-D3458D0B3D30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0" creationId="{5AAB6631-422E-D7FB-6355-381D6949E59B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1" creationId="{727FE65B-D6CE-DB5A-74A5-D8E7D85DFF0E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4" creationId="{25D3C25A-6E20-3DCF-3EBF-25B4E0840DEA}"/>
          </ac:inkMkLst>
        </pc:inkChg>
        <pc:inkChg chg="add de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6" creationId="{C9223EDE-8485-AA81-1B1A-9466F62B4658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7" creationId="{71573B7F-070D-4B10-D556-05696FF0A7A4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8" creationId="{FF77EC3F-14E8-5274-85A3-9E94FF5DC56F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29" creationId="{DABEF904-4614-B1E1-6178-8E65CF794390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0" creationId="{3857868B-B6E9-9DCB-C7D7-AE9F234CC773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1" creationId="{AB97B1BE-8450-1D8C-F695-52E876816478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2" creationId="{67ECA863-D477-ACE9-727B-5DD608691A05}"/>
          </ac:inkMkLst>
        </pc:inkChg>
        <pc:inkChg chg="add del mod topLv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3" creationId="{03AABBB5-D780-FE09-D417-0F7A0FED8A5C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4" creationId="{894D7846-5C41-0338-CD49-0DCFA285DB6F}"/>
          </ac:inkMkLst>
        </pc:inkChg>
        <pc:inkChg chg="add del mod topLv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5" creationId="{61BAEC76-84E9-E6F3-240B-84F491296DFD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6" creationId="{5E7532B6-6C55-1211-FA9F-1DB0CA64F590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7" creationId="{60B847BF-D956-6020-D11E-5DA6C532482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8" creationId="{BF614C4A-77F2-96C1-CCE9-06CED2D6D32F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39" creationId="{97AE8228-8BE4-DFA2-3BAF-17B01A3B7693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2" creationId="{6B2F62E7-1E24-DFDD-0D2D-5BA626A6CFA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3" creationId="{5F828B9B-39BD-5277-3EFD-3800D39EF9AD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4" creationId="{A5AC004C-5750-7993-8376-C20647AE3803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6" creationId="{F38A91E3-4815-F1EB-D24B-B150455182EE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7" creationId="{02149456-EB02-284D-3F09-8D34DC657D82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49" creationId="{3478EB54-27C3-BB9A-A0A4-14CCA067ABAD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0" creationId="{9EE261F8-D6F8-C9FE-65CD-7F41F70B2CF8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1" creationId="{0CA7AC16-268B-3E66-1444-53537200DD07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2" creationId="{38465389-0458-9233-5B40-865A7F0EF9B9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3" creationId="{24BC9517-9EDF-00B1-B95A-FFDF43ED59B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4" creationId="{AC4AEFB6-5BD5-1A07-578F-7D4335010263}"/>
          </ac:inkMkLst>
        </pc:inkChg>
        <pc:inkChg chg="add de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6" creationId="{1E3A99B4-DBC1-8172-2A5A-B2F14E4C4023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7" creationId="{74709A2E-F88C-1000-F14B-8933F86D48D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58" creationId="{416D3630-D56E-77A9-876C-2B93BC9E163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60" creationId="{F130DD56-D97A-4E02-33B1-54F59A823FAA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62" creationId="{B10D076A-E87B-F902-E4A1-E249908B1E97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63" creationId="{0DE83D51-C330-9496-4CE2-B5E4CB44A663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29" creationId="{B1EF83C7-1A7C-70AA-D752-47FF82E5FC19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30" creationId="{4708BDFF-597E-1FDF-D34B-F4ED4DC747B4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31" creationId="{72C1B4D5-1094-214E-90EA-52B3DCB5C3A2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33" creationId="{E2870E71-59F1-6007-5DEC-EDE59D668A90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34" creationId="{DA653277-68A5-7F36-972F-8754A8A84817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36" creationId="{174B626F-9AA0-C4C3-2315-7DDC66F9DB84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38" creationId="{9DDBAA98-5231-D30E-3F17-7B2539DC8269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2" creationId="{D062E756-5AF1-2855-E305-2EF6B407FCEC}"/>
          </ac:inkMkLst>
        </pc:inkChg>
        <pc:inkChg chg="add del mod topLv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3" creationId="{113139BE-4954-6331-A2D6-F6E1AA568DD6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5" creationId="{68A670EA-BE7E-3DEE-F2D4-E39B588674C7}"/>
          </ac:inkMkLst>
        </pc:inkChg>
        <pc:inkChg chg="add del mod topLv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6" creationId="{186E91BD-97AD-4E1A-6464-4A47F7002CF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7" creationId="{202C33B9-8B86-3C04-3387-3FE900D56CF7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49" creationId="{1A440497-E120-0AAC-AACE-EB19A5B4DDF4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0" creationId="{D2ACB2A6-4715-9583-ABAA-7426C4395659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1" creationId="{3CF529DE-8930-EC85-FCC6-BEF68D012F65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3" creationId="{BB4E8C0F-B986-B2E7-5673-1FC6214E8E9B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4" creationId="{469942C5-ADD2-E431-F26A-64872B5E32B9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5" creationId="{052AC165-72D3-08A5-B481-84D43C2B6066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7" creationId="{5EF0F013-494E-E188-B5F9-6F7A2DF0A92C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58" creationId="{8F6EB93D-161F-3B8E-6ABA-EE67CEE53DDC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0" creationId="{289E164B-DFD5-D9C0-F245-4D1091587D5E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1" creationId="{304A13EF-B425-5A07-73F6-A29A8D839E73}"/>
          </ac:inkMkLst>
        </pc:inkChg>
        <pc:inkChg chg="add del mod topLv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2" creationId="{0CF96CE3-BDDB-5BA7-6A4D-3BD02B80264C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3" creationId="{A6B8979B-2954-CC67-F936-ABC9DAA4E066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4" creationId="{F93FB448-CD3E-5C4C-0A77-C4C8B94315BB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5" creationId="{ECF4CF8A-20F4-E7A6-DA64-F5E811F95098}"/>
          </ac:inkMkLst>
        </pc:inkChg>
        <pc:inkChg chg="add del mod topLvl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6" creationId="{9D50ECB8-5C87-D877-4FAC-3EED6B5BC9A9}"/>
          </ac:inkMkLst>
        </pc:inkChg>
        <pc:inkChg chg="add del mod">
          <ac:chgData name="Leônidas Müller de Oliveira" userId="5af9566427f0cd7a" providerId="LiveId" clId="{F59EDD25-96A6-4CC3-8064-413AC6C35AD5}" dt="2025-06-28T12:18:25.137" v="263" actId="478"/>
          <ac:inkMkLst>
            <pc:docMk/>
            <pc:sldMk cId="2510226186" sldId="285"/>
            <ac:inkMk id="167" creationId="{4ACD76CD-5771-4D26-676C-4CBD94FE9A5A}"/>
          </ac:inkMkLst>
        </pc:inkChg>
        <pc:inkChg chg="add mod">
          <ac:chgData name="Leônidas Müller de Oliveira" userId="5af9566427f0cd7a" providerId="LiveId" clId="{F59EDD25-96A6-4CC3-8064-413AC6C35AD5}" dt="2025-06-28T12:29:19.721" v="337"/>
          <ac:inkMkLst>
            <pc:docMk/>
            <pc:sldMk cId="2510226186" sldId="285"/>
            <ac:inkMk id="169" creationId="{A1043A52-E151-75B4-02FF-33052481DEEC}"/>
          </ac:inkMkLst>
        </pc:inkChg>
        <pc:inkChg chg="add mod">
          <ac:chgData name="Leônidas Müller de Oliveira" userId="5af9566427f0cd7a" providerId="LiveId" clId="{F59EDD25-96A6-4CC3-8064-413AC6C35AD5}" dt="2025-06-28T12:29:19.721" v="337"/>
          <ac:inkMkLst>
            <pc:docMk/>
            <pc:sldMk cId="2510226186" sldId="285"/>
            <ac:inkMk id="170" creationId="{C5EBB429-DAF5-3786-F987-FC7EC1D59A7A}"/>
          </ac:inkMkLst>
        </pc:inkChg>
        <pc:inkChg chg="add mod">
          <ac:chgData name="Leônidas Müller de Oliveira" userId="5af9566427f0cd7a" providerId="LiveId" clId="{F59EDD25-96A6-4CC3-8064-413AC6C35AD5}" dt="2025-06-28T12:29:19.721" v="337"/>
          <ac:inkMkLst>
            <pc:docMk/>
            <pc:sldMk cId="2510226186" sldId="285"/>
            <ac:inkMk id="171" creationId="{5C3405A6-431F-3D1E-9686-B0C0F33FF2C8}"/>
          </ac:inkMkLst>
        </pc:inkChg>
        <pc:inkChg chg="add mod">
          <ac:chgData name="Leônidas Müller de Oliveira" userId="5af9566427f0cd7a" providerId="LiveId" clId="{F59EDD25-96A6-4CC3-8064-413AC6C35AD5}" dt="2025-06-28T12:29:19.721" v="337"/>
          <ac:inkMkLst>
            <pc:docMk/>
            <pc:sldMk cId="2510226186" sldId="285"/>
            <ac:inkMk id="172" creationId="{AA3710D1-C40F-CC46-8B9D-D9C3CF77E856}"/>
          </ac:inkMkLst>
        </pc:inkChg>
      </pc:sldChg>
      <pc:sldChg chg="addSp delSp modSp mod">
        <pc:chgData name="Leônidas Müller de Oliveira" userId="5af9566427f0cd7a" providerId="LiveId" clId="{F59EDD25-96A6-4CC3-8064-413AC6C35AD5}" dt="2025-06-29T18:23:05.513" v="394" actId="478"/>
        <pc:sldMkLst>
          <pc:docMk/>
          <pc:sldMk cId="3008501193" sldId="286"/>
        </pc:sldMkLst>
        <pc:grpChg chg="del mod">
          <ac:chgData name="Leônidas Müller de Oliveira" userId="5af9566427f0cd7a" providerId="LiveId" clId="{F59EDD25-96A6-4CC3-8064-413AC6C35AD5}" dt="2025-06-28T12:07:18.502" v="106"/>
          <ac:grpSpMkLst>
            <pc:docMk/>
            <pc:sldMk cId="3008501193" sldId="286"/>
            <ac:grpSpMk id="5" creationId="{9EE47BCA-7220-6656-8739-67C312B4F1E1}"/>
          </ac:grpSpMkLst>
        </pc:grpChg>
        <pc:grpChg chg="del mod">
          <ac:chgData name="Leônidas Müller de Oliveira" userId="5af9566427f0cd7a" providerId="LiveId" clId="{F59EDD25-96A6-4CC3-8064-413AC6C35AD5}" dt="2025-06-28T12:07:23.388" v="109"/>
          <ac:grpSpMkLst>
            <pc:docMk/>
            <pc:sldMk cId="3008501193" sldId="286"/>
            <ac:grpSpMk id="8" creationId="{2BD1F5FC-4EC2-8B05-4459-299DC2508236}"/>
          </ac:grpSpMkLst>
        </pc:grpChg>
        <pc:grpChg chg="del mod">
          <ac:chgData name="Leônidas Müller de Oliveira" userId="5af9566427f0cd7a" providerId="LiveId" clId="{F59EDD25-96A6-4CC3-8064-413AC6C35AD5}" dt="2025-06-28T12:07:30.367" v="113"/>
          <ac:grpSpMkLst>
            <pc:docMk/>
            <pc:sldMk cId="3008501193" sldId="286"/>
            <ac:grpSpMk id="14" creationId="{897EADC7-86C0-A828-C734-1B50CBF70FE5}"/>
          </ac:grpSpMkLst>
        </pc:grpChg>
        <pc:grpChg chg="del mod">
          <ac:chgData name="Leônidas Müller de Oliveira" userId="5af9566427f0cd7a" providerId="LiveId" clId="{F59EDD25-96A6-4CC3-8064-413AC6C35AD5}" dt="2025-06-28T12:07:33.929" v="116"/>
          <ac:grpSpMkLst>
            <pc:docMk/>
            <pc:sldMk cId="3008501193" sldId="286"/>
            <ac:grpSpMk id="18" creationId="{913C36C6-14AD-0AC9-B4A9-D832D6A6E588}"/>
          </ac:grpSpMkLst>
        </pc:grpChg>
        <pc:grpChg chg="del mod">
          <ac:chgData name="Leônidas Müller de Oliveira" userId="5af9566427f0cd7a" providerId="LiveId" clId="{F59EDD25-96A6-4CC3-8064-413AC6C35AD5}" dt="2025-06-28T12:07:37.574" v="119"/>
          <ac:grpSpMkLst>
            <pc:docMk/>
            <pc:sldMk cId="3008501193" sldId="286"/>
            <ac:grpSpMk id="21" creationId="{DCF4F1B1-F424-B151-DB14-13D4B4E7FDC3}"/>
          </ac:grpSpMkLst>
        </pc:grpChg>
        <pc:grpChg chg="del mod">
          <ac:chgData name="Leônidas Müller de Oliveira" userId="5af9566427f0cd7a" providerId="LiveId" clId="{F59EDD25-96A6-4CC3-8064-413AC6C35AD5}" dt="2025-06-28T12:07:41.899" v="123"/>
          <ac:grpSpMkLst>
            <pc:docMk/>
            <pc:sldMk cId="3008501193" sldId="286"/>
            <ac:grpSpMk id="24" creationId="{084D09FF-991A-2AF8-8AEB-672C627FEF0F}"/>
          </ac:grpSpMkLst>
        </pc:grpChg>
        <pc:grpChg chg="del mod">
          <ac:chgData name="Leônidas Müller de Oliveira" userId="5af9566427f0cd7a" providerId="LiveId" clId="{F59EDD25-96A6-4CC3-8064-413AC6C35AD5}" dt="2025-06-28T12:07:44.948" v="127"/>
          <ac:grpSpMkLst>
            <pc:docMk/>
            <pc:sldMk cId="3008501193" sldId="286"/>
            <ac:grpSpMk id="28" creationId="{5BC881F4-1457-4EC4-2632-E728AB9D63FA}"/>
          </ac:grpSpMkLst>
        </pc:grpChg>
        <pc:grpChg chg="add del mod">
          <ac:chgData name="Leônidas Müller de Oliveira" userId="5af9566427f0cd7a" providerId="LiveId" clId="{F59EDD25-96A6-4CC3-8064-413AC6C35AD5}" dt="2025-06-28T12:07:58.637" v="147"/>
          <ac:grpSpMkLst>
            <pc:docMk/>
            <pc:sldMk cId="3008501193" sldId="286"/>
            <ac:grpSpMk id="32" creationId="{E73D0EB8-6116-125E-6BEF-FDF076DEED9C}"/>
          </ac:grpSpMkLst>
        </pc:grpChg>
        <pc:grpChg chg="mod">
          <ac:chgData name="Leônidas Müller de Oliveira" userId="5af9566427f0cd7a" providerId="LiveId" clId="{F59EDD25-96A6-4CC3-8064-413AC6C35AD5}" dt="2025-06-28T12:07:53.308" v="141"/>
          <ac:grpSpMkLst>
            <pc:docMk/>
            <pc:sldMk cId="3008501193" sldId="286"/>
            <ac:grpSpMk id="44" creationId="{EEC7B95C-1FA5-18CD-B6FB-B730EFE20382}"/>
          </ac:grpSpMkLst>
        </pc:grpChg>
        <pc:grpChg chg="del mod">
          <ac:chgData name="Leônidas Müller de Oliveira" userId="5af9566427f0cd7a" providerId="LiveId" clId="{F59EDD25-96A6-4CC3-8064-413AC6C35AD5}" dt="2025-06-28T12:08:01.587" v="149"/>
          <ac:grpSpMkLst>
            <pc:docMk/>
            <pc:sldMk cId="3008501193" sldId="286"/>
            <ac:grpSpMk id="48" creationId="{D216AD67-8268-2408-D5E6-ADEAB73E9BFB}"/>
          </ac:grpSpMkLst>
        </pc:grpChg>
        <pc:grpChg chg="del mod">
          <ac:chgData name="Leônidas Müller de Oliveira" userId="5af9566427f0cd7a" providerId="LiveId" clId="{F59EDD25-96A6-4CC3-8064-413AC6C35AD5}" dt="2025-06-28T12:08:10.908" v="163"/>
          <ac:grpSpMkLst>
            <pc:docMk/>
            <pc:sldMk cId="3008501193" sldId="286"/>
            <ac:grpSpMk id="50" creationId="{59468882-DA9D-F75E-2798-C0E87BE417D9}"/>
          </ac:grpSpMkLst>
        </pc:grpChg>
        <pc:grpChg chg="del mod">
          <ac:chgData name="Leônidas Müller de Oliveira" userId="5af9566427f0cd7a" providerId="LiveId" clId="{F59EDD25-96A6-4CC3-8064-413AC6C35AD5}" dt="2025-06-28T12:09:59.454" v="188"/>
          <ac:grpSpMkLst>
            <pc:docMk/>
            <pc:sldMk cId="3008501193" sldId="286"/>
            <ac:grpSpMk id="128" creationId="{649F386E-5D27-801F-3C57-E614C5852452}"/>
          </ac:grpSpMkLst>
        </pc:grpChg>
        <pc:grpChg chg="del mod">
          <ac:chgData name="Leônidas Müller de Oliveira" userId="5af9566427f0cd7a" providerId="LiveId" clId="{F59EDD25-96A6-4CC3-8064-413AC6C35AD5}" dt="2025-06-28T12:08:26.690" v="170"/>
          <ac:grpSpMkLst>
            <pc:docMk/>
            <pc:sldMk cId="3008501193" sldId="286"/>
            <ac:grpSpMk id="131" creationId="{75FDFBA2-9EF9-1B5B-A686-06B38513295F}"/>
          </ac:grpSpMkLst>
        </pc:grpChg>
        <pc:grpChg chg="del mod">
          <ac:chgData name="Leônidas Müller de Oliveira" userId="5af9566427f0cd7a" providerId="LiveId" clId="{F59EDD25-96A6-4CC3-8064-413AC6C35AD5}" dt="2025-06-28T12:08:55.322" v="173"/>
          <ac:grpSpMkLst>
            <pc:docMk/>
            <pc:sldMk cId="3008501193" sldId="286"/>
            <ac:grpSpMk id="135" creationId="{A50B699F-0B4D-2E85-D499-9404BEDE97AB}"/>
          </ac:grpSpMkLst>
        </pc:grpChg>
        <pc:grpChg chg="del mod">
          <ac:chgData name="Leônidas Müller de Oliveira" userId="5af9566427f0cd7a" providerId="LiveId" clId="{F59EDD25-96A6-4CC3-8064-413AC6C35AD5}" dt="2025-06-28T12:09:09.657" v="176"/>
          <ac:grpSpMkLst>
            <pc:docMk/>
            <pc:sldMk cId="3008501193" sldId="286"/>
            <ac:grpSpMk id="137" creationId="{C3E4A225-5015-FCDA-3725-F9D9A1F6B202}"/>
          </ac:grpSpMkLst>
        </pc:grpChg>
        <pc:grpChg chg="del mod">
          <ac:chgData name="Leônidas Müller de Oliveira" userId="5af9566427f0cd7a" providerId="LiveId" clId="{F59EDD25-96A6-4CC3-8064-413AC6C35AD5}" dt="2025-06-28T12:09:12.549" v="178"/>
          <ac:grpSpMkLst>
            <pc:docMk/>
            <pc:sldMk cId="3008501193" sldId="286"/>
            <ac:grpSpMk id="142" creationId="{772D6755-314E-77DD-E81A-F3F1592F1615}"/>
          </ac:grpSpMkLst>
        </pc:grpChg>
        <pc:grpChg chg="del mod">
          <ac:chgData name="Leônidas Müller de Oliveira" userId="5af9566427f0cd7a" providerId="LiveId" clId="{F59EDD25-96A6-4CC3-8064-413AC6C35AD5}" dt="2025-06-28T12:09:14.661" v="180"/>
          <ac:grpSpMkLst>
            <pc:docMk/>
            <pc:sldMk cId="3008501193" sldId="286"/>
            <ac:grpSpMk id="144" creationId="{27C3BBFB-2DC1-699C-D03F-C5BEC11DF7DD}"/>
          </ac:grpSpMkLst>
        </pc:grpChg>
        <pc:grpChg chg="del mod">
          <ac:chgData name="Leônidas Müller de Oliveira" userId="5af9566427f0cd7a" providerId="LiveId" clId="{F59EDD25-96A6-4CC3-8064-413AC6C35AD5}" dt="2025-06-28T12:09:45.137" v="185"/>
          <ac:grpSpMkLst>
            <pc:docMk/>
            <pc:sldMk cId="3008501193" sldId="286"/>
            <ac:grpSpMk id="146" creationId="{5207D337-1756-B2F1-ABF3-55E6C80CAD62}"/>
          </ac:grpSpMkLst>
        </pc:grpChg>
        <pc:grpChg chg="del mod">
          <ac:chgData name="Leônidas Müller de Oliveira" userId="5af9566427f0cd7a" providerId="LiveId" clId="{F59EDD25-96A6-4CC3-8064-413AC6C35AD5}" dt="2025-06-29T18:23:05.513" v="394" actId="478"/>
          <ac:grpSpMkLst>
            <pc:docMk/>
            <pc:sldMk cId="3008501193" sldId="286"/>
            <ac:grpSpMk id="151" creationId="{77548655-2943-00AF-4024-00D007F8CADD}"/>
          </ac:grpSpMkLst>
        </pc:grpChg>
        <pc:grpChg chg="del mod">
          <ac:chgData name="Leônidas Müller de Oliveira" userId="5af9566427f0cd7a" providerId="LiveId" clId="{F59EDD25-96A6-4CC3-8064-413AC6C35AD5}" dt="2025-06-28T12:10:00.486" v="190"/>
          <ac:grpSpMkLst>
            <pc:docMk/>
            <pc:sldMk cId="3008501193" sldId="286"/>
            <ac:grpSpMk id="154" creationId="{59F32874-30DF-DB52-1126-1E442DA18F2D}"/>
          </ac:grpSpMkLst>
        </pc:grpChg>
        <pc:grpChg chg="del mod">
          <ac:chgData name="Leônidas Müller de Oliveira" userId="5af9566427f0cd7a" providerId="LiveId" clId="{F59EDD25-96A6-4CC3-8064-413AC6C35AD5}" dt="2025-06-28T12:14:01.441" v="211"/>
          <ac:grpSpMkLst>
            <pc:docMk/>
            <pc:sldMk cId="3008501193" sldId="286"/>
            <ac:grpSpMk id="156" creationId="{E43A9E70-DDCF-6D4E-9C92-DBF19BD2E952}"/>
          </ac:grpSpMkLst>
        </pc:grpChg>
        <pc:grpChg chg="del mod">
          <ac:chgData name="Leônidas Müller de Oliveira" userId="5af9566427f0cd7a" providerId="LiveId" clId="{F59EDD25-96A6-4CC3-8064-413AC6C35AD5}" dt="2025-06-28T12:18:44.127" v="277"/>
          <ac:grpSpMkLst>
            <pc:docMk/>
            <pc:sldMk cId="3008501193" sldId="286"/>
            <ac:grpSpMk id="158" creationId="{8E2F4D9B-5493-18B4-BBBC-441DA61840CC}"/>
          </ac:grpSpMkLst>
        </pc:grpChg>
        <pc:grpChg chg="del mod">
          <ac:chgData name="Leônidas Müller de Oliveira" userId="5af9566427f0cd7a" providerId="LiveId" clId="{F59EDD25-96A6-4CC3-8064-413AC6C35AD5}" dt="2025-06-28T12:19:17.501" v="282"/>
          <ac:grpSpMkLst>
            <pc:docMk/>
            <pc:sldMk cId="3008501193" sldId="286"/>
            <ac:grpSpMk id="161" creationId="{CA228425-842B-AC9B-F238-676323D5EEA1}"/>
          </ac:grpSpMkLst>
        </pc:grpChg>
        <pc:grpChg chg="del mod">
          <ac:chgData name="Leônidas Müller de Oliveira" userId="5af9566427f0cd7a" providerId="LiveId" clId="{F59EDD25-96A6-4CC3-8064-413AC6C35AD5}" dt="2025-06-28T12:19:26.702" v="287"/>
          <ac:grpSpMkLst>
            <pc:docMk/>
            <pc:sldMk cId="3008501193" sldId="286"/>
            <ac:grpSpMk id="166" creationId="{124A65C5-A2A0-DCA7-141A-704803132087}"/>
          </ac:grpSpMkLst>
        </pc:grpChg>
        <pc:grpChg chg="del mod">
          <ac:chgData name="Leônidas Müller de Oliveira" userId="5af9566427f0cd7a" providerId="LiveId" clId="{F59EDD25-96A6-4CC3-8064-413AC6C35AD5}" dt="2025-06-28T12:20:38.696" v="289"/>
          <ac:grpSpMkLst>
            <pc:docMk/>
            <pc:sldMk cId="3008501193" sldId="286"/>
            <ac:grpSpMk id="171" creationId="{56C1ED4E-62D9-FC60-F8D5-7A8D0D9F854C}"/>
          </ac:grpSpMkLst>
        </pc:grpChg>
        <pc:grpChg chg="del mod">
          <ac:chgData name="Leônidas Müller de Oliveira" userId="5af9566427f0cd7a" providerId="LiveId" clId="{F59EDD25-96A6-4CC3-8064-413AC6C35AD5}" dt="2025-06-29T18:23:04.547" v="393" actId="478"/>
          <ac:grpSpMkLst>
            <pc:docMk/>
            <pc:sldMk cId="3008501193" sldId="286"/>
            <ac:grpSpMk id="173" creationId="{5EAB3E57-95DC-206D-D208-BAD4B3CF9700}"/>
          </ac:grpSpMkLst>
        </pc:grpChg>
        <pc:grpChg chg="del mod">
          <ac:chgData name="Leônidas Müller de Oliveira" userId="5af9566427f0cd7a" providerId="LiveId" clId="{F59EDD25-96A6-4CC3-8064-413AC6C35AD5}" dt="2025-06-28T12:23:14.545" v="301"/>
          <ac:grpSpMkLst>
            <pc:docMk/>
            <pc:sldMk cId="3008501193" sldId="286"/>
            <ac:grpSpMk id="180" creationId="{B3E8D3CB-0660-84FB-D39B-F2F25A2190B7}"/>
          </ac:grpSpMkLst>
        </pc:grpChg>
        <pc:grpChg chg="del mod">
          <ac:chgData name="Leônidas Müller de Oliveira" userId="5af9566427f0cd7a" providerId="LiveId" clId="{F59EDD25-96A6-4CC3-8064-413AC6C35AD5}" dt="2025-06-28T12:23:39.675" v="310"/>
          <ac:grpSpMkLst>
            <pc:docMk/>
            <pc:sldMk cId="3008501193" sldId="286"/>
            <ac:grpSpMk id="185" creationId="{2C97B94A-00FD-45D0-2DD0-F900F1CDF6B1}"/>
          </ac:grpSpMkLst>
        </pc:grpChg>
        <pc:grpChg chg="del mod">
          <ac:chgData name="Leônidas Müller de Oliveira" userId="5af9566427f0cd7a" providerId="LiveId" clId="{F59EDD25-96A6-4CC3-8064-413AC6C35AD5}" dt="2025-06-28T12:23:37.147" v="307"/>
          <ac:grpSpMkLst>
            <pc:docMk/>
            <pc:sldMk cId="3008501193" sldId="286"/>
            <ac:grpSpMk id="186" creationId="{94B74BAA-4284-176E-56B5-3F9BD7FA2BD6}"/>
          </ac:grpSpMkLst>
        </pc:grpChg>
        <pc:grpChg chg="del mod">
          <ac:chgData name="Leônidas Müller de Oliveira" userId="5af9566427f0cd7a" providerId="LiveId" clId="{F59EDD25-96A6-4CC3-8064-413AC6C35AD5}" dt="2025-06-28T12:23:39.675" v="310"/>
          <ac:grpSpMkLst>
            <pc:docMk/>
            <pc:sldMk cId="3008501193" sldId="286"/>
            <ac:grpSpMk id="189" creationId="{7A0918F0-16AA-B358-5166-D0C9EAFBF541}"/>
          </ac:grpSpMkLst>
        </pc:grpChg>
        <pc:grpChg chg="del mod">
          <ac:chgData name="Leônidas Müller de Oliveira" userId="5af9566427f0cd7a" providerId="LiveId" clId="{F59EDD25-96A6-4CC3-8064-413AC6C35AD5}" dt="2025-06-28T12:23:39.675" v="310"/>
          <ac:grpSpMkLst>
            <pc:docMk/>
            <pc:sldMk cId="3008501193" sldId="286"/>
            <ac:grpSpMk id="192" creationId="{AC554904-DD4A-F92D-1E45-F515BFEE9966}"/>
          </ac:grpSpMkLst>
        </pc:grpChg>
        <pc:grpChg chg="del mod">
          <ac:chgData name="Leônidas Müller de Oliveira" userId="5af9566427f0cd7a" providerId="LiveId" clId="{F59EDD25-96A6-4CC3-8064-413AC6C35AD5}" dt="2025-06-28T12:23:54.827" v="324"/>
          <ac:grpSpMkLst>
            <pc:docMk/>
            <pc:sldMk cId="3008501193" sldId="286"/>
            <ac:grpSpMk id="195" creationId="{1EACBF96-863E-7DD1-8D49-62B6FA5AE312}"/>
          </ac:grpSpMkLst>
        </pc:grpChg>
        <pc:grpChg chg="del mod">
          <ac:chgData name="Leônidas Müller de Oliveira" userId="5af9566427f0cd7a" providerId="LiveId" clId="{F59EDD25-96A6-4CC3-8064-413AC6C35AD5}" dt="2025-06-28T12:23:54.827" v="324"/>
          <ac:grpSpMkLst>
            <pc:docMk/>
            <pc:sldMk cId="3008501193" sldId="286"/>
            <ac:grpSpMk id="205" creationId="{987C1C00-37DF-F14A-CBFB-BBE05415EE24}"/>
          </ac:grpSpMkLst>
        </pc:grpChg>
        <pc:grpChg chg="del mod">
          <ac:chgData name="Leônidas Müller de Oliveira" userId="5af9566427f0cd7a" providerId="LiveId" clId="{F59EDD25-96A6-4CC3-8064-413AC6C35AD5}" dt="2025-06-28T12:23:54.827" v="324"/>
          <ac:grpSpMkLst>
            <pc:docMk/>
            <pc:sldMk cId="3008501193" sldId="286"/>
            <ac:grpSpMk id="206" creationId="{A3379DBA-AC64-2E35-D045-5D0A58EC952A}"/>
          </ac:grpSpMkLst>
        </pc:grpChg>
        <pc:grpChg chg="del mod">
          <ac:chgData name="Leônidas Müller de Oliveira" userId="5af9566427f0cd7a" providerId="LiveId" clId="{F59EDD25-96A6-4CC3-8064-413AC6C35AD5}" dt="2025-06-29T18:23:04.547" v="393" actId="478"/>
          <ac:grpSpMkLst>
            <pc:docMk/>
            <pc:sldMk cId="3008501193" sldId="286"/>
            <ac:grpSpMk id="210" creationId="{A07D2DFF-F9D6-0C43-28A8-F1174B616B52}"/>
          </ac:grpSpMkLst>
        </pc:grpChg>
        <pc:grpChg chg="del mod">
          <ac:chgData name="Leônidas Müller de Oliveira" userId="5af9566427f0cd7a" providerId="LiveId" clId="{F59EDD25-96A6-4CC3-8064-413AC6C35AD5}" dt="2025-06-28T12:24:02.053" v="332"/>
          <ac:grpSpMkLst>
            <pc:docMk/>
            <pc:sldMk cId="3008501193" sldId="286"/>
            <ac:grpSpMk id="216" creationId="{0ACBABD9-DC35-74C9-EDB8-6A7286AD7D63}"/>
          </ac:grpSpMkLst>
        </pc:grpChg>
        <pc:grpChg chg="del mod">
          <ac:chgData name="Leônidas Müller de Oliveira" userId="5af9566427f0cd7a" providerId="LiveId" clId="{F59EDD25-96A6-4CC3-8064-413AC6C35AD5}" dt="2025-06-29T18:23:04.547" v="393" actId="478"/>
          <ac:grpSpMkLst>
            <pc:docMk/>
            <pc:sldMk cId="3008501193" sldId="286"/>
            <ac:grpSpMk id="218" creationId="{C790C621-1456-97FD-5123-689E75124E83}"/>
          </ac:grpSpMkLst>
        </pc:grp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" creationId="{1F37AE45-55CF-F3B8-D13A-540B8FBC613F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" creationId="{C8FFC63D-F65B-23C3-0873-C34E2229721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4" creationId="{C8B68633-85FB-2D4A-B8EA-87EA4FA70E7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6" creationId="{3EAF5B95-0080-F137-E544-5B0A75CD244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7" creationId="{2824AA8A-7B67-D56F-D2DD-209CDC601EF6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2" creationId="{8ED510BE-880C-9D88-75C8-765FB04CA557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3" creationId="{9C03D8A4-DE6D-3036-BE4E-78122F987A7B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" creationId="{92706256-5D97-0E2C-4E04-04AFC7CB05C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" creationId="{7C287E7C-3F27-C1D3-588F-A03169B61F6B}"/>
          </ac:inkMkLst>
        </pc:inkChg>
        <pc:inkChg chg="add del mod topLv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" creationId="{5DFBDE19-0560-BF9A-7CF0-C8F8CB991E63}"/>
          </ac:inkMkLst>
        </pc:inkChg>
        <pc:inkChg chg="add del mod topLv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" creationId="{274CBD93-F6A0-3342-19D2-5D0D0A17FC5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" creationId="{79E1C887-DE79-5A34-E087-CC5823759BAF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2" creationId="{0830C36A-779B-7912-EB9F-E01ACAEDBCE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3" creationId="{BB57F8A9-14B5-B57E-E0E5-2898AAE46C9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5" creationId="{17CC294D-D322-6337-B905-187245F8900F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6" creationId="{56F24191-FDEE-216D-D850-B961022C969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7" creationId="{36AF75C9-114E-895A-67EB-75D96AF424C6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9" creationId="{AEB21024-C294-96A3-5DBE-43A84F33DD3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0" creationId="{E2039AEB-C052-2E59-8309-DFCECAA27080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1" creationId="{03D4B5E2-510E-F8C5-45A8-9844BC1D732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3" creationId="{B0D1D43E-9803-56CD-12A1-BF5F2F06438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4" creationId="{6DF6AB4D-7918-FFB8-865D-9D1267ACFF4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5" creationId="{D5FC3C73-41EB-E76F-0244-632DF3B34DC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6" creationId="{46DE44D7-271C-CA07-E0AB-DAF3694E410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7" creationId="{5ED8BA98-120E-7D13-2A99-D10E285904FE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8" creationId="{78310AB6-300A-678F-F939-AC902E5B440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39" creationId="{70B2C506-A68C-A5BB-8EEF-58392475ED89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40" creationId="{CBA2535A-2615-5B90-3A53-CEC9947661CB}"/>
          </ac:inkMkLst>
        </pc:inkChg>
        <pc:inkChg chg="add del mod">
          <ac:chgData name="Leônidas Müller de Oliveira" userId="5af9566427f0cd7a" providerId="LiveId" clId="{F59EDD25-96A6-4CC3-8064-413AC6C35AD5}" dt="2025-06-28T12:07:54.149" v="143" actId="9405"/>
          <ac:inkMkLst>
            <pc:docMk/>
            <pc:sldMk cId="3008501193" sldId="286"/>
            <ac:inkMk id="41" creationId="{A9FEF643-3212-3FB9-9979-CF65BE01334D}"/>
          </ac:inkMkLst>
        </pc:inkChg>
        <pc:inkChg chg="add del mod">
          <ac:chgData name="Leônidas Müller de Oliveira" userId="5af9566427f0cd7a" providerId="LiveId" clId="{F59EDD25-96A6-4CC3-8064-413AC6C35AD5}" dt="2025-06-28T12:07:53.823" v="142" actId="9405"/>
          <ac:inkMkLst>
            <pc:docMk/>
            <pc:sldMk cId="3008501193" sldId="286"/>
            <ac:inkMk id="42" creationId="{79FF1D02-4FA3-D706-8098-B86897933A67}"/>
          </ac:inkMkLst>
        </pc:inkChg>
        <pc:inkChg chg="add del mod">
          <ac:chgData name="Leônidas Müller de Oliveira" userId="5af9566427f0cd7a" providerId="LiveId" clId="{F59EDD25-96A6-4CC3-8064-413AC6C35AD5}" dt="2025-06-28T12:07:53.308" v="141"/>
          <ac:inkMkLst>
            <pc:docMk/>
            <pc:sldMk cId="3008501193" sldId="286"/>
            <ac:inkMk id="43" creationId="{118D74E4-0CA7-4BAE-5223-7475BCC9F7B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45" creationId="{9650825D-4324-1CE5-CED4-53FD076282D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46" creationId="{9BACCF99-BBA7-D376-825E-4742CD23B72B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47" creationId="{DE90A01B-D6FA-3F62-EA04-85DE1A66368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49" creationId="{9D8016EA-C810-18AB-6A8A-CCA7F8559CD6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1" creationId="{39C3864C-5C3F-7185-6BD6-719BA1EBF98B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2" creationId="{39CFF867-550E-40A4-D81D-052DD478FC4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3" creationId="{70B95C8B-3F7D-23F6-7B38-78397A97F1E1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4" creationId="{31B848B4-FA7E-6E1E-9B54-E6948F643D2F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5" creationId="{71B2EF33-9A34-2E05-C250-A4B1205FF1A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6" creationId="{F96EF469-6863-0AA0-232D-467106AC6BE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7" creationId="{9CA1B499-5115-ED25-8F51-F17F83A9B1C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8" creationId="{B6F10EFD-4003-0DF4-7933-0B262CC0ED9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59" creationId="{FDF42C07-E209-C22C-FC23-077FB70D23C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60" creationId="{C6E0BDE7-5706-3583-4495-BE5A9B796763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61" creationId="{A3C8269C-2AB8-6B8D-830B-407E606E79B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62" creationId="{EC215DF8-71F4-1C1A-0060-72A2C17AC050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63" creationId="{D4B4CEFB-2C31-61DC-5316-4A9C92ABDFAE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29" creationId="{40A74820-6E30-3D2F-FE6F-92820B4BDFC7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30" creationId="{AE164E7C-2259-5142-6FA1-10F0BF4D8550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32" creationId="{9E0D063F-CFD9-4E25-1DC9-4B185DF045BE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33" creationId="{2D0E0B6B-109C-0413-E563-99C9EFFB430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34" creationId="{ED8B4A43-7783-0F9E-274D-3C545F7F3209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36" creationId="{6546645D-F1CA-EB6B-85F8-FDC692080BA6}"/>
          </ac:inkMkLst>
        </pc:inkChg>
        <pc:inkChg chg="add mod">
          <ac:chgData name="Leônidas Müller de Oliveira" userId="5af9566427f0cd7a" providerId="LiveId" clId="{F59EDD25-96A6-4CC3-8064-413AC6C35AD5}" dt="2025-06-28T12:09:45.137" v="185"/>
          <ac:inkMkLst>
            <pc:docMk/>
            <pc:sldMk cId="3008501193" sldId="286"/>
            <ac:inkMk id="138" creationId="{FBA38977-DAAF-BEB8-FFEA-FA28E2CB58F4}"/>
          </ac:inkMkLst>
        </pc:inkChg>
        <pc:inkChg chg="add mod">
          <ac:chgData name="Leônidas Müller de Oliveira" userId="5af9566427f0cd7a" providerId="LiveId" clId="{F59EDD25-96A6-4CC3-8064-413AC6C35AD5}" dt="2025-06-28T12:09:45.137" v="185"/>
          <ac:inkMkLst>
            <pc:docMk/>
            <pc:sldMk cId="3008501193" sldId="286"/>
            <ac:inkMk id="139" creationId="{D16F8418-1A57-2445-4769-14715DFDA146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43" creationId="{9214411B-2288-EEC4-F543-D8B02A93FDA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45" creationId="{C41BB9C5-7C57-4CB4-141E-99C72CC05721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47" creationId="{8C3779CC-B2F6-5283-83B6-8DBCB3930D4C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48" creationId="{22E11094-318F-770B-6BE2-ACC640F061F0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49" creationId="{DA1C6CEC-DF28-4586-E4EC-49E3F608FA2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0" creationId="{DE7522CF-8C69-934B-F67D-A83EBE76D08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2" creationId="{79446AC8-7A05-70E5-09B2-1E07CE6298A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3" creationId="{A0C8C453-A0E1-3116-DA80-1CABB5501310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5" creationId="{80DE5AAD-ADA1-421A-D199-948760C8666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7" creationId="{865DEA56-F69F-5F0D-B7A7-97CEA2395A5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59" creationId="{9260119A-7B01-ECBC-B3CF-A43BFCF0AD0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0" creationId="{284C97B6-1576-BAF2-3560-F035385DE293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2" creationId="{45FBCF52-BB57-80D8-90FA-23C46B29501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3" creationId="{12A6FE2A-F008-0362-3810-30332CE6AABF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4" creationId="{8FD92A76-3F4A-C8E3-EDDC-F9934FE5FD1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5" creationId="{84658AC6-92B6-49DD-2024-E3F493C530DF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7" creationId="{93A1595D-FCB2-93AB-C959-9AECC3DB945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8" creationId="{982D38CC-5724-D90F-8049-5633C9D99D3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69" creationId="{3A2FDFFE-3039-E735-02B5-831CAE61494A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0" creationId="{E97AE45F-B6CF-3B74-6902-A51045887FB3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2" creationId="{57B745D4-FC12-33EC-D005-DAF0FA5BDDFF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4" creationId="{64812B4C-644D-CC5C-5119-1635D0D787BF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5" creationId="{3A45683A-10C8-1CB4-2CBD-1BF23FF9B136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6" creationId="{D93C5879-EDC0-4587-6A9D-A3A163E1F6E1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7" creationId="{94802031-D60C-8D99-A2AB-B3E8E4E8130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8" creationId="{0B159CEE-A571-044A-2FCA-D7ED6AE53B5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79" creationId="{C566EBCD-1336-DD62-939E-E4ECD9604167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81" creationId="{C9B2ADF7-7A59-B18B-E405-FCDC38E8F52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82" creationId="{5AD4074A-2C62-6A2A-2361-5014112FCAFB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83" creationId="{B6FBDDD4-452A-85D7-58A6-5A98E52A0C79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84" creationId="{414208DF-4FED-E130-9223-7B055E2B0127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87" creationId="{E87534CF-32E8-E9DF-D5F8-6C0BDFED701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88" creationId="{8A6822EC-6CBA-D450-C567-0ECD72DD009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0" creationId="{4F540732-1A12-E655-D747-077AB0716729}"/>
          </ac:inkMkLst>
        </pc:inkChg>
        <pc:inkChg chg="add del mod topLv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1" creationId="{0E624D70-C680-F7C9-66B9-6B95F76A6C63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3" creationId="{08BF7275-A83A-21C8-5676-DB87141292F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4" creationId="{0B27192D-32F8-A41A-8A07-AA1335FB255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6" creationId="{DDAFA694-EEA7-7A70-AF27-ABA7E19F714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7" creationId="{5F2CCDD1-821D-0AC3-A562-FCFE4F8EC42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8" creationId="{D62C64BF-A4C6-B75D-509A-EB988B7B268B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199" creationId="{80E2682A-F64F-BED5-B524-4D2AFA4904CD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0" creationId="{8CD37423-9B6C-E9DE-A507-3140E8D5EBE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1" creationId="{1DFA4F4E-9166-319E-AD06-10486AA5894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2" creationId="{44C1FCDE-AAFE-5793-BD39-B4851B5BA0C1}"/>
          </ac:inkMkLst>
        </pc:inkChg>
        <pc:inkChg chg="add del mod topLv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3" creationId="{7733B9EB-AD4A-C776-E507-F64A5EAFBD8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4" creationId="{84B6306D-3008-52B9-077C-2775862828A2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7" creationId="{D541E964-1D4B-277D-47DB-3B43F5F36BB6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8" creationId="{E5DA93FD-6713-BF19-9AF6-4D0F2F17DBCC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09" creationId="{5124453C-3343-784D-8413-4426EDCE9B1A}"/>
          </ac:inkMkLst>
        </pc:inkChg>
        <pc:inkChg chg="add del mod topLv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1" creationId="{421E3FF5-CE6B-90ED-E50B-B34DBAD8E37E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2" creationId="{6F1A4EC7-2D70-B125-3F4D-18E7F7A8EC25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3" creationId="{6B03BDA8-19DA-C5B6-0D6D-507E8B287DE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4" creationId="{B3B51704-B37B-13BA-5520-BF7542F5011F}"/>
          </ac:inkMkLst>
        </pc:inkChg>
        <pc:inkChg chg="add del mod topLv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5" creationId="{CE533864-EFBE-2E90-CF83-C5F545817B28}"/>
          </ac:inkMkLst>
        </pc:inkChg>
        <pc:inkChg chg="add del mod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7" creationId="{16368C95-E5A6-17FE-E174-2BBBC84FF2EA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19" creationId="{4BF8D7FC-4A4E-EC8D-3723-B7213CF6B090}"/>
          </ac:inkMkLst>
        </pc:inkChg>
        <pc:inkChg chg="add del">
          <ac:chgData name="Leônidas Müller de Oliveira" userId="5af9566427f0cd7a" providerId="LiveId" clId="{F59EDD25-96A6-4CC3-8064-413AC6C35AD5}" dt="2025-06-29T18:23:04.547" v="393" actId="478"/>
          <ac:inkMkLst>
            <pc:docMk/>
            <pc:sldMk cId="3008501193" sldId="286"/>
            <ac:inkMk id="220" creationId="{0ABB0509-985C-5A77-3DCA-880F493AD8AB}"/>
          </ac:inkMkLst>
        </pc:inkChg>
      </pc:sldChg>
      <pc:sldChg chg="addSp delSp modSp mod">
        <pc:chgData name="Leônidas Müller de Oliveira" userId="5af9566427f0cd7a" providerId="LiveId" clId="{F59EDD25-96A6-4CC3-8064-413AC6C35AD5}" dt="2025-06-29T18:22:53.878" v="389" actId="478"/>
        <pc:sldMkLst>
          <pc:docMk/>
          <pc:sldMk cId="4024646533" sldId="287"/>
        </pc:sldMkLst>
        <pc:picChg chg="del">
          <ac:chgData name="Leônidas Müller de Oliveira" userId="5af9566427f0cd7a" providerId="LiveId" clId="{F59EDD25-96A6-4CC3-8064-413AC6C35AD5}" dt="2025-06-28T11:30:36.579" v="1" actId="478"/>
          <ac:picMkLst>
            <pc:docMk/>
            <pc:sldMk cId="4024646533" sldId="287"/>
            <ac:picMk id="3" creationId="{C359EC59-FFDA-7C2E-C815-18C3E3E56AFA}"/>
          </ac:picMkLst>
        </pc:picChg>
        <pc:picChg chg="add mod modCrop">
          <ac:chgData name="Leônidas Müller de Oliveira" userId="5af9566427f0cd7a" providerId="LiveId" clId="{F59EDD25-96A6-4CC3-8064-413AC6C35AD5}" dt="2025-06-28T11:30:52.735" v="7" actId="1076"/>
          <ac:picMkLst>
            <pc:docMk/>
            <pc:sldMk cId="4024646533" sldId="287"/>
            <ac:picMk id="4" creationId="{4131827A-BD5D-FD5E-484C-A29AE4BC1CE3}"/>
          </ac:picMkLst>
        </pc:picChg>
        <pc:inkChg chg="add del">
          <ac:chgData name="Leônidas Müller de Oliveira" userId="5af9566427f0cd7a" providerId="LiveId" clId="{F59EDD25-96A6-4CC3-8064-413AC6C35AD5}" dt="2025-06-29T18:22:53.878" v="389" actId="478"/>
          <ac:inkMkLst>
            <pc:docMk/>
            <pc:sldMk cId="4024646533" sldId="287"/>
            <ac:inkMk id="5" creationId="{65ECFC08-F731-CE3D-6175-4BE0E18C6991}"/>
          </ac:inkMkLst>
        </pc:inkChg>
        <pc:inkChg chg="add del">
          <ac:chgData name="Leônidas Müller de Oliveira" userId="5af9566427f0cd7a" providerId="LiveId" clId="{F59EDD25-96A6-4CC3-8064-413AC6C35AD5}" dt="2025-06-29T18:22:53.878" v="389" actId="478"/>
          <ac:inkMkLst>
            <pc:docMk/>
            <pc:sldMk cId="4024646533" sldId="287"/>
            <ac:inkMk id="6" creationId="{81B187F1-BC0B-46E2-6A38-9E49D364319B}"/>
          </ac:inkMkLst>
        </pc:inkChg>
        <pc:inkChg chg="add del">
          <ac:chgData name="Leônidas Müller de Oliveira" userId="5af9566427f0cd7a" providerId="LiveId" clId="{F59EDD25-96A6-4CC3-8064-413AC6C35AD5}" dt="2025-06-29T18:22:53.878" v="389" actId="478"/>
          <ac:inkMkLst>
            <pc:docMk/>
            <pc:sldMk cId="4024646533" sldId="287"/>
            <ac:inkMk id="7" creationId="{591C0C87-0187-DAB3-DC49-4E17A4A4DAA6}"/>
          </ac:inkMkLst>
        </pc:inkChg>
        <pc:inkChg chg="add del">
          <ac:chgData name="Leônidas Müller de Oliveira" userId="5af9566427f0cd7a" providerId="LiveId" clId="{F59EDD25-96A6-4CC3-8064-413AC6C35AD5}" dt="2025-06-29T18:22:53.878" v="389" actId="478"/>
          <ac:inkMkLst>
            <pc:docMk/>
            <pc:sldMk cId="4024646533" sldId="287"/>
            <ac:inkMk id="8" creationId="{0110DF2B-FD29-1973-7C05-9818ACB96DB2}"/>
          </ac:inkMkLst>
        </pc:inkChg>
      </pc:sldChg>
      <pc:sldChg chg="addSp delSp modSp add mod">
        <pc:chgData name="Leônidas Müller de Oliveira" userId="5af9566427f0cd7a" providerId="LiveId" clId="{F59EDD25-96A6-4CC3-8064-413AC6C35AD5}" dt="2025-06-29T18:22:51.426" v="388" actId="478"/>
        <pc:sldMkLst>
          <pc:docMk/>
          <pc:sldMk cId="3136774147" sldId="288"/>
        </pc:sldMkLst>
        <pc:grpChg chg="del mod">
          <ac:chgData name="Leônidas Müller de Oliveira" userId="5af9566427f0cd7a" providerId="LiveId" clId="{F59EDD25-96A6-4CC3-8064-413AC6C35AD5}" dt="2025-06-29T18:22:51.426" v="388" actId="478"/>
          <ac:grpSpMkLst>
            <pc:docMk/>
            <pc:sldMk cId="3136774147" sldId="288"/>
            <ac:grpSpMk id="9" creationId="{5F62BB60-ED19-9724-C9E6-44DECCDB4D51}"/>
          </ac:grpSpMkLst>
        </pc:grpChg>
        <pc:grpChg chg="del mod">
          <ac:chgData name="Leônidas Müller de Oliveira" userId="5af9566427f0cd7a" providerId="LiveId" clId="{F59EDD25-96A6-4CC3-8064-413AC6C35AD5}" dt="2025-06-29T18:22:51.426" v="388" actId="478"/>
          <ac:grpSpMkLst>
            <pc:docMk/>
            <pc:sldMk cId="3136774147" sldId="288"/>
            <ac:grpSpMk id="17" creationId="{2A2CF01B-7D9F-EFDE-ED6B-7D1A6B9629E9}"/>
          </ac:grpSpMkLst>
        </pc:grpChg>
        <pc:grpChg chg="del mod">
          <ac:chgData name="Leônidas Müller de Oliveira" userId="5af9566427f0cd7a" providerId="LiveId" clId="{F59EDD25-96A6-4CC3-8064-413AC6C35AD5}" dt="2025-06-29T18:22:51.426" v="388" actId="478"/>
          <ac:grpSpMkLst>
            <pc:docMk/>
            <pc:sldMk cId="3136774147" sldId="288"/>
            <ac:grpSpMk id="25" creationId="{D3914CA0-9E59-29EB-3351-38CC56EE312F}"/>
          </ac:grpSpMkLst>
        </pc:grpChg>
        <pc:grpChg chg="del mod">
          <ac:chgData name="Leônidas Müller de Oliveira" userId="5af9566427f0cd7a" providerId="LiveId" clId="{F59EDD25-96A6-4CC3-8064-413AC6C35AD5}" dt="2025-06-29T18:22:51.426" v="388" actId="478"/>
          <ac:grpSpMkLst>
            <pc:docMk/>
            <pc:sldMk cId="3136774147" sldId="288"/>
            <ac:grpSpMk id="26" creationId="{2D9D8E54-22F3-24D3-A5CF-6AC9FC350CA5}"/>
          </ac:grpSpMkLst>
        </pc:grpChg>
        <pc:grpChg chg="del mod">
          <ac:chgData name="Leônidas Müller de Oliveira" userId="5af9566427f0cd7a" providerId="LiveId" clId="{F59EDD25-96A6-4CC3-8064-413AC6C35AD5}" dt="2025-06-29T18:22:51.426" v="388" actId="478"/>
          <ac:grpSpMkLst>
            <pc:docMk/>
            <pc:sldMk cId="3136774147" sldId="288"/>
            <ac:grpSpMk id="29" creationId="{AD4EC26F-1554-6679-21B5-7B8D6B82039E}"/>
          </ac:grpSpMkLst>
        </pc:grpChg>
        <pc:inkChg chg="add de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" creationId="{971E1F6C-6423-1203-FEEA-5451CBD633D0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4" creationId="{738C7D48-3DF4-ADAE-4A62-7A0E4C80238C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5" creationId="{68879E58-E8A3-EF08-8AF2-B523518EB7AD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6" creationId="{914BECC6-3065-5896-2BCC-856F69804A95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7" creationId="{AE5DE3A7-8C99-C0D4-6253-D19A10758EEB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8" creationId="{A4E74E80-BAF6-6644-4D43-BA14C877C6F4}"/>
          </ac:inkMkLst>
        </pc:inkChg>
        <pc:inkChg chg="add">
          <ac:chgData name="Leônidas Müller de Oliveira" userId="5af9566427f0cd7a" providerId="LiveId" clId="{F59EDD25-96A6-4CC3-8064-413AC6C35AD5}" dt="2025-06-28T12:16:53.529" v="228" actId="9405"/>
          <ac:inkMkLst>
            <pc:docMk/>
            <pc:sldMk cId="3136774147" sldId="288"/>
            <ac:inkMk id="12" creationId="{6EDFADD5-9E33-D7C8-98CA-C4B1DE759BD9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13" creationId="{E63BF2D6-2956-C406-647D-DF9275F9FD0E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14" creationId="{FE40BE3B-F28C-F6AC-A5F2-BA65973B9678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15" creationId="{91A223ED-9090-5433-8A92-49E3097F252F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16" creationId="{B5E43563-7693-1446-DE48-9173CD83606B}"/>
          </ac:inkMkLst>
        </pc:inkChg>
        <pc:inkChg chg="add de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18" creationId="{29C75BA0-48DF-C7D4-30BF-E58A7E2638AE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19" creationId="{39AA96FA-E1A7-9C50-3F24-AEA8D255FA2E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0" creationId="{045261C2-FE18-0351-9377-7912380FE290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1" creationId="{36174D77-878C-E871-E258-C776704A5BBA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2" creationId="{00328B6E-7EF6-BA8B-0BDC-C9DB84A24F17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3" creationId="{A0E7E8FE-0EB8-E2D6-91DD-ACDA35D5622B}"/>
          </ac:inkMkLst>
        </pc:inkChg>
        <pc:inkChg chg="add del mod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4" creationId="{0F606FC6-0F1E-FB26-6C6B-FCA5820276E9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7" creationId="{B546F60D-8587-E211-45FC-D0C525F242F1}"/>
          </ac:inkMkLst>
        </pc:inkChg>
        <pc:inkChg chg="add del mod topLv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28" creationId="{84F2C23F-6F28-B9A2-3A58-DCDDEC867300}"/>
          </ac:inkMkLst>
        </pc:inkChg>
        <pc:inkChg chg="add del">
          <ac:chgData name="Leônidas Müller de Oliveira" userId="5af9566427f0cd7a" providerId="LiveId" clId="{F59EDD25-96A6-4CC3-8064-413AC6C35AD5}" dt="2025-06-29T18:22:51.426" v="388" actId="478"/>
          <ac:inkMkLst>
            <pc:docMk/>
            <pc:sldMk cId="3136774147" sldId="288"/>
            <ac:inkMk id="30" creationId="{2F6EA20C-F539-5C92-9445-B14CA1203F11}"/>
          </ac:inkMkLst>
        </pc:inkChg>
      </pc:sldChg>
      <pc:sldChg chg="addSp delSp modSp add mod">
        <pc:chgData name="Leônidas Müller de Oliveira" userId="5af9566427f0cd7a" providerId="LiveId" clId="{F59EDD25-96A6-4CC3-8064-413AC6C35AD5}" dt="2025-06-28T12:06:50.862" v="99" actId="1076"/>
        <pc:sldMkLst>
          <pc:docMk/>
          <pc:sldMk cId="3312820844" sldId="289"/>
        </pc:sldMkLst>
        <pc:spChg chg="del">
          <ac:chgData name="Leônidas Müller de Oliveira" userId="5af9566427f0cd7a" providerId="LiveId" clId="{F59EDD25-96A6-4CC3-8064-413AC6C35AD5}" dt="2025-06-28T12:06:46.593" v="96" actId="478"/>
          <ac:spMkLst>
            <pc:docMk/>
            <pc:sldMk cId="3312820844" sldId="289"/>
            <ac:spMk id="9" creationId="{9C81958B-AE4B-43C9-BC2C-2CBADE7FE55A}"/>
          </ac:spMkLst>
        </pc:spChg>
        <pc:picChg chg="add mod">
          <ac:chgData name="Leônidas Müller de Oliveira" userId="5af9566427f0cd7a" providerId="LiveId" clId="{F59EDD25-96A6-4CC3-8064-413AC6C35AD5}" dt="2025-06-28T12:06:50.862" v="99" actId="1076"/>
          <ac:picMkLst>
            <pc:docMk/>
            <pc:sldMk cId="3312820844" sldId="289"/>
            <ac:picMk id="4" creationId="{99C71DE4-E700-0BE3-9CB6-6E71F31049A7}"/>
          </ac:picMkLst>
        </pc:picChg>
        <pc:inkChg chg="add">
          <ac:chgData name="Leônidas Müller de Oliveira" userId="5af9566427f0cd7a" providerId="LiveId" clId="{F59EDD25-96A6-4CC3-8064-413AC6C35AD5}" dt="2025-06-28T12:06:43.198" v="95" actId="9405"/>
          <ac:inkMkLst>
            <pc:docMk/>
            <pc:sldMk cId="3312820844" sldId="289"/>
            <ac:inkMk id="2" creationId="{5824C447-139B-B767-74C1-C1EA04720EFA}"/>
          </ac:inkMkLst>
        </pc:inkChg>
      </pc:sldChg>
      <pc:sldChg chg="addSp delSp modSp add mod">
        <pc:chgData name="Leônidas Müller de Oliveira" userId="5af9566427f0cd7a" providerId="LiveId" clId="{F59EDD25-96A6-4CC3-8064-413AC6C35AD5}" dt="2025-06-29T18:23:00.482" v="392" actId="478"/>
        <pc:sldMkLst>
          <pc:docMk/>
          <pc:sldMk cId="3461676700" sldId="290"/>
        </pc:sldMkLst>
        <pc:grpChg chg="del mod">
          <ac:chgData name="Leônidas Müller de Oliveira" userId="5af9566427f0cd7a" providerId="LiveId" clId="{F59EDD25-96A6-4CC3-8064-413AC6C35AD5}" dt="2025-06-28T12:42:11.599" v="360"/>
          <ac:grpSpMkLst>
            <pc:docMk/>
            <pc:sldMk cId="3461676700" sldId="290"/>
            <ac:grpSpMk id="15" creationId="{CE906187-9FE8-7C2B-CBBE-269693522E8D}"/>
          </ac:grpSpMkLst>
        </pc:grpChg>
        <pc:grpChg chg="del mod">
          <ac:chgData name="Leônidas Müller de Oliveira" userId="5af9566427f0cd7a" providerId="LiveId" clId="{F59EDD25-96A6-4CC3-8064-413AC6C35AD5}" dt="2025-06-28T12:42:16.793" v="366"/>
          <ac:grpSpMkLst>
            <pc:docMk/>
            <pc:sldMk cId="3461676700" sldId="290"/>
            <ac:grpSpMk id="17" creationId="{CEA70427-D4DA-EA16-FEA0-B66055BF1247}"/>
          </ac:grpSpMkLst>
        </pc:grpChg>
        <pc:grpChg chg="del mod">
          <ac:chgData name="Leônidas Müller de Oliveira" userId="5af9566427f0cd7a" providerId="LiveId" clId="{F59EDD25-96A6-4CC3-8064-413AC6C35AD5}" dt="2025-06-29T18:23:00.482" v="392" actId="478"/>
          <ac:grpSpMkLst>
            <pc:docMk/>
            <pc:sldMk cId="3461676700" sldId="290"/>
            <ac:grpSpMk id="23" creationId="{1413FF9C-C6EC-1F1D-8433-617A52FD27BA}"/>
          </ac:grpSpMkLst>
        </pc:grpChg>
        <pc:picChg chg="del">
          <ac:chgData name="Leônidas Müller de Oliveira" userId="5af9566427f0cd7a" providerId="LiveId" clId="{F59EDD25-96A6-4CC3-8064-413AC6C35AD5}" dt="2025-06-28T12:11:13.361" v="194" actId="478"/>
          <ac:picMkLst>
            <pc:docMk/>
            <pc:sldMk cId="3461676700" sldId="290"/>
            <ac:picMk id="4" creationId="{99C71DE4-E700-0BE3-9CB6-6E71F31049A7}"/>
          </ac:picMkLst>
        </pc:picChg>
        <pc:picChg chg="add mod">
          <ac:chgData name="Leônidas Müller de Oliveira" userId="5af9566427f0cd7a" providerId="LiveId" clId="{F59EDD25-96A6-4CC3-8064-413AC6C35AD5}" dt="2025-06-28T12:11:19.521" v="198" actId="14100"/>
          <ac:picMkLst>
            <pc:docMk/>
            <pc:sldMk cId="3461676700" sldId="290"/>
            <ac:picMk id="6" creationId="{6E4F81A7-74B6-A413-345B-6D2236BED717}"/>
          </ac:picMkLst>
        </pc:picChg>
        <pc:inkChg chg="del">
          <ac:chgData name="Leônidas Müller de Oliveira" userId="5af9566427f0cd7a" providerId="LiveId" clId="{F59EDD25-96A6-4CC3-8064-413AC6C35AD5}" dt="2025-06-28T12:11:10.490" v="193" actId="478"/>
          <ac:inkMkLst>
            <pc:docMk/>
            <pc:sldMk cId="3461676700" sldId="290"/>
            <ac:inkMk id="2" creationId="{5824C447-139B-B767-74C1-C1EA04720EFA}"/>
          </ac:inkMkLst>
        </pc:inkChg>
        <pc:inkChg chg="add del">
          <ac:chgData name="Leônidas Müller de Oliveira" userId="5af9566427f0cd7a" providerId="LiveId" clId="{F59EDD25-96A6-4CC3-8064-413AC6C35AD5}" dt="2025-06-28T12:11:10.490" v="193" actId="478"/>
          <ac:inkMkLst>
            <pc:docMk/>
            <pc:sldMk cId="3461676700" sldId="290"/>
            <ac:inkMk id="3" creationId="{75DC929D-1814-838E-7AE3-11763E433A98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7" creationId="{63ACD8C6-6E03-7AB2-6530-E7500284CADD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8" creationId="{91911704-4490-3FF6-3CC2-BA20BFC12016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9" creationId="{A0DF8D6E-99C1-87D7-4F1C-D2851969A389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12" creationId="{E263E3E9-49A7-A23D-43B1-33EA27C2F31E}"/>
          </ac:inkMkLst>
        </pc:inkChg>
        <pc:inkChg chg="add del mod topLvl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13" creationId="{F32D23B8-929D-04E3-64B7-9FA5BA553B4F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14" creationId="{444EEA24-7699-55FF-E2A5-4807DE166E03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16" creationId="{89A195D4-FFF5-39EB-AB1B-975781016AB4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18" creationId="{83EA9E55-4AD6-D622-FD2D-7C5DCB3C814D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19" creationId="{DF99B1AC-1E06-7DEE-4067-5340E1D6A2E0}"/>
          </ac:inkMkLst>
        </pc:inkChg>
        <pc:inkChg chg="add del mod topLvl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20" creationId="{44193FCE-0DD3-4863-C25E-93BB07336761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21" creationId="{517C24C4-36A2-B991-D5A6-C98FC872D255}"/>
          </ac:inkMkLst>
        </pc:inkChg>
        <pc:inkChg chg="add del mod">
          <ac:chgData name="Leônidas Müller de Oliveira" userId="5af9566427f0cd7a" providerId="LiveId" clId="{F59EDD25-96A6-4CC3-8064-413AC6C35AD5}" dt="2025-06-29T18:23:00.482" v="392" actId="478"/>
          <ac:inkMkLst>
            <pc:docMk/>
            <pc:sldMk cId="3461676700" sldId="290"/>
            <ac:inkMk id="22" creationId="{FA5FB39C-16CD-251C-6B79-424E4119A1BB}"/>
          </ac:inkMkLst>
        </pc:inkChg>
      </pc:sldChg>
      <pc:sldChg chg="addSp delSp modSp add mod">
        <pc:chgData name="Leônidas Müller de Oliveira" userId="5af9566427f0cd7a" providerId="LiveId" clId="{F59EDD25-96A6-4CC3-8064-413AC6C35AD5}" dt="2025-06-29T18:22:55.951" v="390" actId="478"/>
        <pc:sldMkLst>
          <pc:docMk/>
          <pc:sldMk cId="254203251" sldId="291"/>
        </pc:sldMkLst>
        <pc:grpChg chg="del mod">
          <ac:chgData name="Leônidas Müller de Oliveira" userId="5af9566427f0cd7a" providerId="LiveId" clId="{F59EDD25-96A6-4CC3-8064-413AC6C35AD5}" dt="2025-06-28T14:23:02.021" v="382"/>
          <ac:grpSpMkLst>
            <pc:docMk/>
            <pc:sldMk cId="254203251" sldId="291"/>
            <ac:grpSpMk id="17" creationId="{705980D8-8946-F772-7395-ED39DE7EC5C1}"/>
          </ac:grpSpMkLst>
        </pc:grpChg>
        <pc:grpChg chg="del mod">
          <ac:chgData name="Leônidas Müller de Oliveira" userId="5af9566427f0cd7a" providerId="LiveId" clId="{F59EDD25-96A6-4CC3-8064-413AC6C35AD5}" dt="2025-06-28T14:23:09.461" v="386"/>
          <ac:grpSpMkLst>
            <pc:docMk/>
            <pc:sldMk cId="254203251" sldId="291"/>
            <ac:grpSpMk id="21" creationId="{689FEF6D-00CA-42E1-05B9-9AE53AE519E4}"/>
          </ac:grpSpMkLst>
        </pc:grpChg>
        <pc:grpChg chg="del mod">
          <ac:chgData name="Leônidas Müller de Oliveira" userId="5af9566427f0cd7a" providerId="LiveId" clId="{F59EDD25-96A6-4CC3-8064-413AC6C35AD5}" dt="2025-06-29T18:22:55.951" v="390" actId="478"/>
          <ac:grpSpMkLst>
            <pc:docMk/>
            <pc:sldMk cId="254203251" sldId="291"/>
            <ac:grpSpMk id="25" creationId="{4E352D83-8342-1C90-0408-90370FB3BF67}"/>
          </ac:grpSpMkLst>
        </pc:grpChg>
        <pc:picChg chg="add mod">
          <ac:chgData name="Leônidas Müller de Oliveira" userId="5af9566427f0cd7a" providerId="LiveId" clId="{F59EDD25-96A6-4CC3-8064-413AC6C35AD5}" dt="2025-06-28T12:13:00.011" v="204" actId="14100"/>
          <ac:picMkLst>
            <pc:docMk/>
            <pc:sldMk cId="254203251" sldId="291"/>
            <ac:picMk id="3" creationId="{25F3706E-0D69-245D-662C-E761988B7FE5}"/>
          </ac:picMkLst>
        </pc:picChg>
        <pc:picChg chg="del">
          <ac:chgData name="Leônidas Müller de Oliveira" userId="5af9566427f0cd7a" providerId="LiveId" clId="{F59EDD25-96A6-4CC3-8064-413AC6C35AD5}" dt="2025-06-28T12:12:52.383" v="200" actId="478"/>
          <ac:picMkLst>
            <pc:docMk/>
            <pc:sldMk cId="254203251" sldId="291"/>
            <ac:picMk id="6" creationId="{6E4F81A7-74B6-A413-345B-6D2236BED717}"/>
          </ac:picMkLst>
        </pc:picChg>
        <pc:inkChg chg="add de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4" creationId="{D4BD734D-9C40-67B2-C93C-778ABC21AF3F}"/>
          </ac:inkMkLst>
        </pc:inkChg>
        <pc:inkChg chg="add de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5" creationId="{5B62C897-D21A-F31D-8770-4957A75E3047}"/>
          </ac:inkMkLst>
        </pc:inkChg>
        <pc:inkChg chg="add de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7" creationId="{E108B7CB-15B5-BA53-B75B-A0FB72278D6B}"/>
          </ac:inkMkLst>
        </pc:inkChg>
        <pc:inkChg chg="add de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8" creationId="{D830F5AE-B4DD-4625-89EC-DC6EEAA5D4C0}"/>
          </ac:inkMkLst>
        </pc:inkChg>
        <pc:inkChg chg="add de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9" creationId="{104CA0D3-C128-64A5-9A63-BDEA7D4108D4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2" creationId="{714A4045-38DD-0822-9D58-AC962259B8D0}"/>
          </ac:inkMkLst>
        </pc:inkChg>
        <pc:inkChg chg="add del mod topLv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3" creationId="{A204316C-3F0B-A727-A8EC-4507BCF33F1A}"/>
          </ac:inkMkLst>
        </pc:inkChg>
        <pc:inkChg chg="add del mod topLvl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4" creationId="{773FBC19-4B5F-823E-B8F2-D4842463FAF0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5" creationId="{2B76CA34-4898-99C9-F0CD-CF7AD9B49DD4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6" creationId="{5761B23F-EB0A-47E8-2E77-839F35503274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8" creationId="{6355A3EA-7D28-402F-9510-41634F27A846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19" creationId="{D425C1B3-9D9C-DA00-3CB3-9D94E80A0093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20" creationId="{2B7552D9-C847-EFF0-962F-33EE4E708D5B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22" creationId="{4C9D40F1-588B-A3E3-EBD2-6D3E97190FE0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23" creationId="{CC04B746-FC98-92F9-006A-59E0C90D5DB4}"/>
          </ac:inkMkLst>
        </pc:inkChg>
        <pc:inkChg chg="add del mod">
          <ac:chgData name="Leônidas Müller de Oliveira" userId="5af9566427f0cd7a" providerId="LiveId" clId="{F59EDD25-96A6-4CC3-8064-413AC6C35AD5}" dt="2025-06-29T18:22:55.951" v="390" actId="478"/>
          <ac:inkMkLst>
            <pc:docMk/>
            <pc:sldMk cId="254203251" sldId="291"/>
            <ac:inkMk id="24" creationId="{FE42FDBB-1DF2-E9C8-1CDB-0C6E8768AF97}"/>
          </ac:inkMkLst>
        </pc:inkChg>
      </pc:sldChg>
      <pc:sldChg chg="addSp delSp modSp add mod">
        <pc:chgData name="Leônidas Müller de Oliveira" userId="5af9566427f0cd7a" providerId="LiveId" clId="{F59EDD25-96A6-4CC3-8064-413AC6C35AD5}" dt="2025-06-29T18:22:57.793" v="391" actId="478"/>
        <pc:sldMkLst>
          <pc:docMk/>
          <pc:sldMk cId="1010865295" sldId="292"/>
        </pc:sldMkLst>
        <pc:grpChg chg="del mod">
          <ac:chgData name="Leônidas Müller de Oliveira" userId="5af9566427f0cd7a" providerId="LiveId" clId="{F59EDD25-96A6-4CC3-8064-413AC6C35AD5}" dt="2025-06-28T14:22:52.289" v="378"/>
          <ac:grpSpMkLst>
            <pc:docMk/>
            <pc:sldMk cId="1010865295" sldId="292"/>
            <ac:grpSpMk id="14" creationId="{C42D56BA-65BB-36A2-3930-552055735150}"/>
          </ac:grpSpMkLst>
        </pc:grpChg>
        <pc:grpChg chg="del mod">
          <ac:chgData name="Leônidas Müller de Oliveira" userId="5af9566427f0cd7a" providerId="LiveId" clId="{F59EDD25-96A6-4CC3-8064-413AC6C35AD5}" dt="2025-06-28T14:22:52.289" v="378"/>
          <ac:grpSpMkLst>
            <pc:docMk/>
            <pc:sldMk cId="1010865295" sldId="292"/>
            <ac:grpSpMk id="20" creationId="{985A71FC-D761-6BCB-20D2-DEAA92791C47}"/>
          </ac:grpSpMkLst>
        </pc:grpChg>
        <pc:grpChg chg="del mod">
          <ac:chgData name="Leônidas Müller de Oliveira" userId="5af9566427f0cd7a" providerId="LiveId" clId="{F59EDD25-96A6-4CC3-8064-413AC6C35AD5}" dt="2025-06-29T18:22:57.793" v="391" actId="478"/>
          <ac:grpSpMkLst>
            <pc:docMk/>
            <pc:sldMk cId="1010865295" sldId="292"/>
            <ac:grpSpMk id="21" creationId="{2085AA13-28E3-0518-3A06-7F65BDCA397E}"/>
          </ac:grpSpMkLst>
        </pc:grpChg>
        <pc:picChg chg="add mod">
          <ac:chgData name="Leônidas Müller de Oliveira" userId="5af9566427f0cd7a" providerId="LiveId" clId="{F59EDD25-96A6-4CC3-8064-413AC6C35AD5}" dt="2025-06-28T12:15:33.070" v="224" actId="14100"/>
          <ac:picMkLst>
            <pc:docMk/>
            <pc:sldMk cId="1010865295" sldId="292"/>
            <ac:picMk id="4" creationId="{BB1050ED-C397-ECA8-A6CC-13E980F854D5}"/>
          </ac:picMkLst>
        </pc:picChg>
        <pc:picChg chg="del">
          <ac:chgData name="Leônidas Müller de Oliveira" userId="5af9566427f0cd7a" providerId="LiveId" clId="{F59EDD25-96A6-4CC3-8064-413AC6C35AD5}" dt="2025-06-28T12:15:26.319" v="220" actId="478"/>
          <ac:picMkLst>
            <pc:docMk/>
            <pc:sldMk cId="1010865295" sldId="292"/>
            <ac:picMk id="6" creationId="{6E4F81A7-74B6-A413-345B-6D2236BED717}"/>
          </ac:picMkLst>
        </pc:picChg>
        <pc:inkChg chg="add del">
          <ac:chgData name="Leônidas Müller de Oliveira" userId="5af9566427f0cd7a" providerId="LiveId" clId="{F59EDD25-96A6-4CC3-8064-413AC6C35AD5}" dt="2025-06-28T12:15:23.793" v="219" actId="478"/>
          <ac:inkMkLst>
            <pc:docMk/>
            <pc:sldMk cId="1010865295" sldId="292"/>
            <ac:inkMk id="2" creationId="{5B21FA94-8BF7-6C61-6E23-7766F53773C6}"/>
          </ac:inkMkLst>
        </pc:inkChg>
        <pc:inkChg chg="add del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5" creationId="{845732D3-E983-206D-4053-2FDF9B251408}"/>
          </ac:inkMkLst>
        </pc:inkChg>
        <pc:inkChg chg="add del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7" creationId="{78D9F45F-88B2-3426-BAAF-6A7FDB69755E}"/>
          </ac:inkMkLst>
        </pc:inkChg>
        <pc:inkChg chg="add del mod topLvl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8" creationId="{2283D71B-E67C-4D21-378A-76B5E377B2AC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9" creationId="{0961D6FC-9974-E967-95B8-4012DF567DA6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2" creationId="{B8335D32-2713-B3C2-67E0-FB47085B3796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3" creationId="{8355FCFF-C8B9-AD44-B197-EDF973B37988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5" creationId="{AB07F95B-4FD4-C01F-FB61-DBE9CE719275}"/>
          </ac:inkMkLst>
        </pc:inkChg>
        <pc:inkChg chg="add del mod topLvl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6" creationId="{F013AA37-FCA9-FB5E-9AFC-510840663207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7" creationId="{343743B0-D051-0381-8DE1-A3A95FA8EB8F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8" creationId="{E8ADA5D2-7BA0-7D88-473C-1503DFE7B874}"/>
          </ac:inkMkLst>
        </pc:inkChg>
        <pc:inkChg chg="add del mod">
          <ac:chgData name="Leônidas Müller de Oliveira" userId="5af9566427f0cd7a" providerId="LiveId" clId="{F59EDD25-96A6-4CC3-8064-413AC6C35AD5}" dt="2025-06-29T18:22:57.793" v="391" actId="478"/>
          <ac:inkMkLst>
            <pc:docMk/>
            <pc:sldMk cId="1010865295" sldId="292"/>
            <ac:inkMk id="19" creationId="{9E514C20-FC37-0133-5AB5-2A87E7FC2960}"/>
          </ac:inkMkLst>
        </pc:inkChg>
      </pc:sldChg>
      <pc:sldChg chg="addSp delSp modSp add mod">
        <pc:chgData name="Leônidas Müller de Oliveira" userId="5af9566427f0cd7a" providerId="LiveId" clId="{F59EDD25-96A6-4CC3-8064-413AC6C35AD5}" dt="2025-06-29T18:23:10.356" v="396" actId="478"/>
        <pc:sldMkLst>
          <pc:docMk/>
          <pc:sldMk cId="3591236218" sldId="293"/>
        </pc:sldMkLst>
        <pc:grpChg chg="del mod">
          <ac:chgData name="Leônidas Müller de Oliveira" userId="5af9566427f0cd7a" providerId="LiveId" clId="{F59EDD25-96A6-4CC3-8064-413AC6C35AD5}" dt="2025-06-29T18:23:08.959" v="395" actId="478"/>
          <ac:grpSpMkLst>
            <pc:docMk/>
            <pc:sldMk cId="3591236218" sldId="293"/>
            <ac:grpSpMk id="22" creationId="{47E9E5E4-7C50-CA09-7427-9FD0ACE26A4E}"/>
          </ac:grpSpMkLst>
        </pc:grpChg>
        <pc:grpChg chg="del">
          <ac:chgData name="Leônidas Müller de Oliveira" userId="5af9566427f0cd7a" providerId="LiveId" clId="{F59EDD25-96A6-4CC3-8064-413AC6C35AD5}" dt="2025-06-29T18:23:08.959" v="395" actId="478"/>
          <ac:grpSpMkLst>
            <pc:docMk/>
            <pc:sldMk cId="3591236218" sldId="293"/>
            <ac:grpSpMk id="148" creationId="{79053AB0-6CD3-17E2-F534-7867CC2B644E}"/>
          </ac:grpSpMkLst>
        </pc:grpChg>
        <pc:grpChg chg="del">
          <ac:chgData name="Leônidas Müller de Oliveira" userId="5af9566427f0cd7a" providerId="LiveId" clId="{F59EDD25-96A6-4CC3-8064-413AC6C35AD5}" dt="2025-06-29T18:23:08.959" v="395" actId="478"/>
          <ac:grpSpMkLst>
            <pc:docMk/>
            <pc:sldMk cId="3591236218" sldId="293"/>
            <ac:grpSpMk id="159" creationId="{CA52C416-AAED-A719-2306-E642DF27EAB0}"/>
          </ac:grpSpMkLst>
        </pc:grpChg>
        <pc:grpChg chg="del">
          <ac:chgData name="Leônidas Müller de Oliveira" userId="5af9566427f0cd7a" providerId="LiveId" clId="{F59EDD25-96A6-4CC3-8064-413AC6C35AD5}" dt="2025-06-29T18:23:08.959" v="395" actId="478"/>
          <ac:grpSpMkLst>
            <pc:docMk/>
            <pc:sldMk cId="3591236218" sldId="293"/>
            <ac:grpSpMk id="168" creationId="{E6E484C6-5088-487A-041D-43684D474DD9}"/>
          </ac:grpSpMkLst>
        </pc:grp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" creationId="{8350CAF7-ADBB-8A74-3532-8A16CE7DBBA0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" creationId="{1A37E86A-57C5-0100-D90D-910AA81BCF88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" creationId="{6677C84B-BA70-68DE-2B3C-2A498AB1D7AA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5" creationId="{7DB2C442-3F22-0410-7BDD-FF86D810A5C7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6" creationId="{D250A2C3-B833-E406-F880-A0F3CA1EDB16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7" creationId="{AA60F4F1-D98C-AC9E-754E-5FD8245CEC16}"/>
          </ac:inkMkLst>
        </pc:inkChg>
        <pc:inkChg chg="add del mod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8" creationId="{347055C1-4D4D-105F-ECF7-26CCEEEDB7F2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2" creationId="{EA2F9751-BB8F-8758-4A21-A60913DC8871}"/>
          </ac:inkMkLst>
        </pc:inkChg>
        <pc:inkChg chg="add del mod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" creationId="{1D4E7D05-F9B4-BC30-369E-DB4EF60AC1E0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4" creationId="{5F53AED0-8AA6-8417-6750-BD5E3DD8B21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" creationId="{405B95AA-0548-9AEA-4534-C9A63995AE0F}"/>
          </ac:inkMkLst>
        </pc:inkChg>
        <pc:inkChg chg="del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" creationId="{1F00B9E2-8039-2F24-D3B2-1AF38C743B0D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7" creationId="{21A2937C-8AA9-46B6-59CD-99CBA866840C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8" creationId="{F77E11BB-B398-EB6C-CE28-A7330378D466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9" creationId="{3D04EE8B-CA6E-60E9-5AA5-D3458D0B3D30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0" creationId="{5AAB6631-422E-D7FB-6355-381D6949E59B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1" creationId="{727FE65B-D6CE-DB5A-74A5-D8E7D85DFF0E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4" creationId="{25D3C25A-6E20-3DCF-3EBF-25B4E0840DEA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6" creationId="{C9223EDE-8485-AA81-1B1A-9466F62B4658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7" creationId="{71573B7F-070D-4B10-D556-05696FF0A7A4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8" creationId="{FF77EC3F-14E8-5274-85A3-9E94FF5DC56F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29" creationId="{DABEF904-4614-B1E1-6178-8E65CF794390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0" creationId="{3857868B-B6E9-9DCB-C7D7-AE9F234CC77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1" creationId="{AB97B1BE-8450-1D8C-F695-52E876816478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2" creationId="{67ECA863-D477-ACE9-727B-5DD608691A0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3" creationId="{03AABBB5-D780-FE09-D417-0F7A0FED8A5C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4" creationId="{894D7846-5C41-0338-CD49-0DCFA285DB6F}"/>
          </ac:inkMkLst>
        </pc:inkChg>
        <pc:inkChg chg="del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5" creationId="{61BAEC76-84E9-E6F3-240B-84F491296DFD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6" creationId="{5E7532B6-6C55-1211-FA9F-1DB0CA64F590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7" creationId="{60B847BF-D956-6020-D11E-5DA6C532482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8" creationId="{BF614C4A-77F2-96C1-CCE9-06CED2D6D32F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39" creationId="{97AE8228-8BE4-DFA2-3BAF-17B01A3B769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2" creationId="{6B2F62E7-1E24-DFDD-0D2D-5BA626A6CFA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3" creationId="{5F828B9B-39BD-5277-3EFD-3800D39EF9AD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4" creationId="{A5AC004C-5750-7993-8376-C20647AE380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6" creationId="{F38A91E3-4815-F1EB-D24B-B150455182EE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7" creationId="{02149456-EB02-284D-3F09-8D34DC657D82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49" creationId="{3478EB54-27C3-BB9A-A0A4-14CCA067ABAD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50" creationId="{9EE261F8-D6F8-C9FE-65CD-7F41F70B2CF8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51" creationId="{0CA7AC16-268B-3E66-1444-53537200DD07}"/>
          </ac:inkMkLst>
        </pc:inkChg>
        <pc:inkChg chg="del">
          <ac:chgData name="Leônidas Müller de Oliveira" userId="5af9566427f0cd7a" providerId="LiveId" clId="{F59EDD25-96A6-4CC3-8064-413AC6C35AD5}" dt="2025-06-29T18:23:10.356" v="396" actId="478"/>
          <ac:inkMkLst>
            <pc:docMk/>
            <pc:sldMk cId="3591236218" sldId="293"/>
            <ac:inkMk id="52" creationId="{38465389-0458-9233-5B40-865A7F0EF9B9}"/>
          </ac:inkMkLst>
        </pc:inkChg>
        <pc:inkChg chg="del">
          <ac:chgData name="Leônidas Müller de Oliveira" userId="5af9566427f0cd7a" providerId="LiveId" clId="{F59EDD25-96A6-4CC3-8064-413AC6C35AD5}" dt="2025-06-29T18:23:10.356" v="396" actId="478"/>
          <ac:inkMkLst>
            <pc:docMk/>
            <pc:sldMk cId="3591236218" sldId="293"/>
            <ac:inkMk id="53" creationId="{24BC9517-9EDF-00B1-B95A-FFDF43ED59B5}"/>
          </ac:inkMkLst>
        </pc:inkChg>
        <pc:inkChg chg="del">
          <ac:chgData name="Leônidas Müller de Oliveira" userId="5af9566427f0cd7a" providerId="LiveId" clId="{F59EDD25-96A6-4CC3-8064-413AC6C35AD5}" dt="2025-06-29T18:23:10.356" v="396" actId="478"/>
          <ac:inkMkLst>
            <pc:docMk/>
            <pc:sldMk cId="3591236218" sldId="293"/>
            <ac:inkMk id="54" creationId="{AC4AEFB6-5BD5-1A07-578F-7D433501026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56" creationId="{1E3A99B4-DBC1-8172-2A5A-B2F14E4C402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57" creationId="{74709A2E-F88C-1000-F14B-8933F86D48D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58" creationId="{416D3630-D56E-77A9-876C-2B93BC9E163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60" creationId="{F130DD56-D97A-4E02-33B1-54F59A823FAA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62" creationId="{B10D076A-E87B-F902-E4A1-E249908B1E97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63" creationId="{0DE83D51-C330-9496-4CE2-B5E4CB44A66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29" creationId="{B1EF83C7-1A7C-70AA-D752-47FF82E5FC19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0" creationId="{4708BDFF-597E-1FDF-D34B-F4ED4DC747B4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1" creationId="{72C1B4D5-1094-214E-90EA-52B3DCB5C3A2}"/>
          </ac:inkMkLst>
        </pc:inkChg>
        <pc:inkChg chg="del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3" creationId="{E2870E71-59F1-6007-5DEC-EDE59D668A90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4" creationId="{DA653277-68A5-7F36-972F-8754A8A84817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6" creationId="{174B626F-9AA0-C4C3-2315-7DDC66F9DB84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38" creationId="{9DDBAA98-5231-D30E-3F17-7B2539DC8269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42" creationId="{D062E756-5AF1-2855-E305-2EF6B407FCEC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43" creationId="{113139BE-4954-6331-A2D6-F6E1AA568DD6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45" creationId="{68A670EA-BE7E-3DEE-F2D4-E39B588674C7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46" creationId="{186E91BD-97AD-4E1A-6464-4A47F7002CF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47" creationId="{202C33B9-8B86-3C04-3387-3FE900D56CF7}"/>
          </ac:inkMkLst>
        </pc:inkChg>
        <pc:inkChg chg="del">
          <ac:chgData name="Leônidas Müller de Oliveira" userId="5af9566427f0cd7a" providerId="LiveId" clId="{F59EDD25-96A6-4CC3-8064-413AC6C35AD5}" dt="2025-06-29T18:23:10.356" v="396" actId="478"/>
          <ac:inkMkLst>
            <pc:docMk/>
            <pc:sldMk cId="3591236218" sldId="293"/>
            <ac:inkMk id="149" creationId="{1A440497-E120-0AAC-AACE-EB19A5B4DDF4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0" creationId="{D2ACB2A6-4715-9583-ABAA-7426C4395659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1" creationId="{3CF529DE-8930-EC85-FCC6-BEF68D012F65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3" creationId="{BB4E8C0F-B986-B2E7-5673-1FC6214E8E9B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4" creationId="{469942C5-ADD2-E431-F26A-64872B5E32B9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5" creationId="{052AC165-72D3-08A5-B481-84D43C2B6066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7" creationId="{5EF0F013-494E-E188-B5F9-6F7A2DF0A92C}"/>
          </ac:inkMkLst>
        </pc:inkChg>
        <pc:inkChg chg="del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58" creationId="{8F6EB93D-161F-3B8E-6ABA-EE67CEE53DDC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0" creationId="{289E164B-DFD5-D9C0-F245-4D1091587D5E}"/>
          </ac:inkMkLst>
        </pc:inkChg>
        <pc:inkChg chg="del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1" creationId="{304A13EF-B425-5A07-73F6-A29A8D839E73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2" creationId="{0CF96CE3-BDDB-5BA7-6A4D-3BD02B80264C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3" creationId="{A6B8979B-2954-CC67-F936-ABC9DAA4E066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4" creationId="{F93FB448-CD3E-5C4C-0A77-C4C8B94315BB}"/>
          </ac:inkMkLst>
        </pc:inkChg>
        <pc:inkChg chg="del topLv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5" creationId="{ECF4CF8A-20F4-E7A6-DA64-F5E811F95098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6" creationId="{9D50ECB8-5C87-D877-4FAC-3EED6B5BC9A9}"/>
          </ac:inkMkLst>
        </pc:inkChg>
        <pc:inkChg chg="del">
          <ac:chgData name="Leônidas Müller de Oliveira" userId="5af9566427f0cd7a" providerId="LiveId" clId="{F59EDD25-96A6-4CC3-8064-413AC6C35AD5}" dt="2025-06-29T18:23:08.959" v="395" actId="478"/>
          <ac:inkMkLst>
            <pc:docMk/>
            <pc:sldMk cId="3591236218" sldId="293"/>
            <ac:inkMk id="167" creationId="{4ACD76CD-5771-4D26-676C-4CBD94FE9A5A}"/>
          </ac:inkMkLst>
        </pc:inkChg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12:06:43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8T12:16:53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72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615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3209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9289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907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487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6925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142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1956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603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80" y="26078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Introdução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07371"/>
            <a:ext cx="4955817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As ligações são denominadas nós e são utilizadas para transferir esforços entre os elementos e dispositivos, que formam uma estrutura 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 nó é definido pelo local onde os elementos de ligação se conectam, transferindo os esforços entre os perfis e seus apoios.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Objetivo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187776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07371"/>
            <a:ext cx="4955817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Parafusos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Soldas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Barra Rosqueada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Pinos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Chumbador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Dispositivos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510226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07371"/>
            <a:ext cx="4955817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Parafusos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Soldas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Barra Rosqueada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Pinos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Dispositivos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591236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07371"/>
            <a:ext cx="4955817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Chapas Gusset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i="0" u="none" strike="noStrike" cap="none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Placas de Base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Chapa de Topo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Enrijecedores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Cantoneiras de Assento ou na Alma</a:t>
            </a: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300850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5824C447-139B-B767-74C1-C1EA04720EFA}"/>
                  </a:ext>
                </a:extLst>
              </p14:cNvPr>
              <p14:cNvContentPartPr/>
              <p14:nvPr/>
            </p14:nvContentPartPr>
            <p14:xfrm>
              <a:off x="3733669" y="2535175"/>
              <a:ext cx="360" cy="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5824C447-139B-B767-74C1-C1EA04720E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5029" y="252653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99C71DE4-E700-0BE3-9CB6-6E71F3104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498" y="1094249"/>
            <a:ext cx="4755200" cy="276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20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4F81A7-74B6-A413-345B-6D2236BED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50" y="938654"/>
            <a:ext cx="4479259" cy="380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7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1050ED-C397-ECA8-A6CC-13E980F85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37" y="1143934"/>
            <a:ext cx="5154682" cy="279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6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5F3706E-0D69-245D-662C-E761988B7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946" y="1150159"/>
            <a:ext cx="5176191" cy="258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31827A-BD5D-FD5E-484C-A29AE4BC1C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344"/>
          <a:stretch/>
        </p:blipFill>
        <p:spPr>
          <a:xfrm>
            <a:off x="3825874" y="1143934"/>
            <a:ext cx="5057530" cy="31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4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Introdução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825874" y="136834"/>
            <a:ext cx="5318125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Elementos de Ligação</a:t>
            </a:r>
          </a:p>
        </p:txBody>
      </p:sp>
      <p:sp>
        <p:nvSpPr>
          <p:cNvPr id="11" name="Google Shape;142;p7">
            <a:extLst>
              <a:ext uri="{FF2B5EF4-FFF2-40B4-BE49-F238E27FC236}">
                <a16:creationId xmlns:a16="http://schemas.microsoft.com/office/drawing/2014/main" id="{96FE473C-D562-44AA-8027-DF747996706D}"/>
              </a:ext>
            </a:extLst>
          </p:cNvPr>
          <p:cNvSpPr txBox="1"/>
          <p:nvPr/>
        </p:nvSpPr>
        <p:spPr>
          <a:xfrm>
            <a:off x="310050" y="1143934"/>
            <a:ext cx="29241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Nesse módul</a:t>
            </a:r>
            <a:r>
              <a:rPr lang="pt-BR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o nós vamos estudar o dimensionamento de ligações conforme a NBR 8800 e métodos práticos</a:t>
            </a:r>
            <a:endParaRPr b="0" i="0" u="none" strike="noStrike" cap="none" dirty="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359EC59-FFDA-7C2E-C815-18C3E3E5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503" y="928500"/>
            <a:ext cx="3954370" cy="37667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6EDFADD5-9E33-D7C8-98CA-C4B1DE759BD9}"/>
                  </a:ext>
                </a:extLst>
              </p14:cNvPr>
              <p14:cNvContentPartPr/>
              <p14:nvPr/>
            </p14:nvContentPartPr>
            <p14:xfrm>
              <a:off x="1807669" y="2715175"/>
              <a:ext cx="360" cy="36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6EDFADD5-9E33-D7C8-98CA-C4B1DE759B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029" y="270653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6774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708755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Nas próximas aulas vamos detalhar o dimensionamento dos dispositivos e elementos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3327</TotalTime>
  <Words>365</Words>
  <Application>Microsoft Office PowerPoint</Application>
  <PresentationFormat>Apresentação na tela (16:9)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Roboto</vt:lpstr>
      <vt:lpstr>Roboto Light</vt:lpstr>
      <vt:lpstr>Roboto Black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2025-06-29T18:23:19Z</dcterms:modified>
</cp:coreProperties>
</file>