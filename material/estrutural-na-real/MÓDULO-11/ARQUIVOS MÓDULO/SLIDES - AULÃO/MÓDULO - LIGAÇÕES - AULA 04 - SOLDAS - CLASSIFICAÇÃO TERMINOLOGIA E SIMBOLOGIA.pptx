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7" r:id="rId2"/>
    <p:sldId id="285" r:id="rId3"/>
    <p:sldId id="290" r:id="rId4"/>
    <p:sldId id="291" r:id="rId5"/>
    <p:sldId id="292" r:id="rId6"/>
    <p:sldId id="302" r:id="rId7"/>
    <p:sldId id="281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0"/>
      <p:bold r:id="rId11"/>
      <p:italic r:id="rId12"/>
      <p:boldItalic r:id="rId13"/>
    </p:embeddedFont>
    <p:embeddedFont>
      <p:font typeface="Roboto Black" panose="02000000000000000000" pitchFamily="2" charset="0"/>
      <p:bold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46" roundtripDataSignature="AMtx7miIJMjT5N1UhotwkRym+xiseY5+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D6B3C0-DA6D-4EDF-BF9B-C653B1FD5BE6}" v="55" dt="2025-06-28T14:05:19.9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9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46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49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4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ônidas Müller de Oliveira" userId="5af9566427f0cd7a" providerId="LiveId" clId="{9019649D-9316-4696-B8B1-7A6B341347C0}"/>
    <pc:docChg chg="undo custSel addSld delSld modSld">
      <pc:chgData name="Leônidas Müller de Oliveira" userId="5af9566427f0cd7a" providerId="LiveId" clId="{9019649D-9316-4696-B8B1-7A6B341347C0}" dt="2021-01-24T01:17:13.452" v="4386" actId="20577"/>
      <pc:docMkLst>
        <pc:docMk/>
      </pc:docMkLst>
      <pc:sldChg chg="modSp mod">
        <pc:chgData name="Leônidas Müller de Oliveira" userId="5af9566427f0cd7a" providerId="LiveId" clId="{9019649D-9316-4696-B8B1-7A6B341347C0}" dt="2021-01-15T16:08:29.159" v="42" actId="20577"/>
        <pc:sldMkLst>
          <pc:docMk/>
          <pc:sldMk cId="0" sldId="257"/>
        </pc:sldMkLst>
        <pc:spChg chg="mod">
          <ac:chgData name="Leônidas Müller de Oliveira" userId="5af9566427f0cd7a" providerId="LiveId" clId="{9019649D-9316-4696-B8B1-7A6B341347C0}" dt="2021-01-15T16:08:29.159" v="42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0:25.821" v="4306" actId="1076"/>
        <pc:sldMkLst>
          <pc:docMk/>
          <pc:sldMk cId="0" sldId="262"/>
        </pc:sldMkLst>
        <pc:spChg chg="mod">
          <ac:chgData name="Leônidas Müller de Oliveira" userId="5af9566427f0cd7a" providerId="LiveId" clId="{9019649D-9316-4696-B8B1-7A6B341347C0}" dt="2021-01-16T00:20:17.434" v="4303" actId="1076"/>
          <ac:spMkLst>
            <pc:docMk/>
            <pc:sldMk cId="0" sldId="262"/>
            <ac:spMk id="140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5.821" v="4306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6T00:20:22.912" v="4305" actId="1076"/>
          <ac:spMkLst>
            <pc:docMk/>
            <pc:sldMk cId="0" sldId="262"/>
            <ac:spMk id="142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25:11.550" v="1379" actId="14100"/>
        <pc:sldMkLst>
          <pc:docMk/>
          <pc:sldMk cId="0" sldId="263"/>
        </pc:sldMkLst>
        <pc:spChg chg="mod">
          <ac:chgData name="Leônidas Müller de Oliveira" userId="5af9566427f0cd7a" providerId="LiveId" clId="{9019649D-9316-4696-B8B1-7A6B341347C0}" dt="2021-01-15T16:15:13.162" v="325" actId="20577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5:11.550" v="1379" actId="14100"/>
          <ac:spMkLst>
            <pc:docMk/>
            <pc:sldMk cId="0" sldId="263"/>
            <ac:spMk id="150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0:12.667" v="175" actId="20577"/>
        <pc:sldMkLst>
          <pc:docMk/>
          <pc:sldMk cId="0" sldId="264"/>
        </pc:sldMkLst>
        <pc:spChg chg="mod">
          <ac:chgData name="Leônidas Müller de Oliveira" userId="5af9566427f0cd7a" providerId="LiveId" clId="{9019649D-9316-4696-B8B1-7A6B341347C0}" dt="2021-01-15T16:08:36.948" v="48" actId="20577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0:12.667" v="175" actId="20577"/>
          <ac:spMkLst>
            <pc:docMk/>
            <pc:sldMk cId="0" sldId="264"/>
            <ac:spMk id="158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5T16:49:05.707" v="1445"/>
        <pc:sldMkLst>
          <pc:docMk/>
          <pc:sldMk cId="0" sldId="266"/>
        </pc:sldMkLst>
        <pc:spChg chg="mod">
          <ac:chgData name="Leônidas Müller de Oliveira" userId="5af9566427f0cd7a" providerId="LiveId" clId="{9019649D-9316-4696-B8B1-7A6B341347C0}" dt="2021-01-15T16:48:43.600" v="1426" actId="1076"/>
          <ac:spMkLst>
            <pc:docMk/>
            <pc:sldMk cId="0" sldId="266"/>
            <ac:spMk id="17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42:36.268" v="1413" actId="478"/>
          <ac:picMkLst>
            <pc:docMk/>
            <pc:sldMk cId="0" sldId="266"/>
            <ac:picMk id="3" creationId="{D49D602C-14D4-4255-96F6-879127A2D5F7}"/>
          </ac:picMkLst>
        </pc:picChg>
        <pc:picChg chg="add mod ord modCrop">
          <ac:chgData name="Leônidas Müller de Oliveira" userId="5af9566427f0cd7a" providerId="LiveId" clId="{9019649D-9316-4696-B8B1-7A6B341347C0}" dt="2021-01-15T16:49:05.707" v="1445"/>
          <ac:picMkLst>
            <pc:docMk/>
            <pc:sldMk cId="0" sldId="266"/>
            <ac:picMk id="4" creationId="{03E2685C-B3D9-4AC2-A687-440EA3EE13E0}"/>
          </ac:picMkLst>
        </pc:picChg>
      </pc:sldChg>
      <pc:sldChg chg="delSp modSp mod">
        <pc:chgData name="Leônidas Müller de Oliveira" userId="5af9566427f0cd7a" providerId="LiveId" clId="{9019649D-9316-4696-B8B1-7A6B341347C0}" dt="2021-01-15T16:26:35.798" v="1384" actId="1076"/>
        <pc:sldMkLst>
          <pc:docMk/>
          <pc:sldMk cId="0" sldId="267"/>
        </pc:sldMkLst>
        <pc:spChg chg="mod">
          <ac:chgData name="Leônidas Müller de Oliveira" userId="5af9566427f0cd7a" providerId="LiveId" clId="{9019649D-9316-4696-B8B1-7A6B341347C0}" dt="2021-01-15T16:21:48.674" v="1064" actId="313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26:35.798" v="1384" actId="1076"/>
          <ac:spMkLst>
            <pc:docMk/>
            <pc:sldMk cId="0" sldId="267"/>
            <ac:spMk id="185" creationId="{00000000-0000-0000-0000-000000000000}"/>
          </ac:spMkLst>
        </pc:spChg>
        <pc:picChg chg="del">
          <ac:chgData name="Leônidas Müller de Oliveira" userId="5af9566427f0cd7a" providerId="LiveId" clId="{9019649D-9316-4696-B8B1-7A6B341347C0}" dt="2021-01-15T16:20:00.862" v="1062" actId="478"/>
          <ac:picMkLst>
            <pc:docMk/>
            <pc:sldMk cId="0" sldId="267"/>
            <ac:picMk id="3" creationId="{A3581759-E91F-498F-8593-5AB5BE2A7D7F}"/>
          </ac:picMkLst>
        </pc:picChg>
        <pc:picChg chg="del">
          <ac:chgData name="Leônidas Müller de Oliveira" userId="5af9566427f0cd7a" providerId="LiveId" clId="{9019649D-9316-4696-B8B1-7A6B341347C0}" dt="2021-01-15T16:20:00.439" v="1061" actId="478"/>
          <ac:picMkLst>
            <pc:docMk/>
            <pc:sldMk cId="0" sldId="267"/>
            <ac:picMk id="5" creationId="{BCAE28CB-178C-4B12-AD6E-43FE3D206AB9}"/>
          </ac:picMkLst>
        </pc:picChg>
      </pc:sldChg>
      <pc:sldChg chg="del">
        <pc:chgData name="Leônidas Müller de Oliveira" userId="5af9566427f0cd7a" providerId="LiveId" clId="{9019649D-9316-4696-B8B1-7A6B341347C0}" dt="2021-01-15T21:28:40.764" v="3991" actId="47"/>
        <pc:sldMkLst>
          <pc:docMk/>
          <pc:sldMk cId="0" sldId="268"/>
        </pc:sldMkLst>
      </pc:sldChg>
      <pc:sldChg chg="addSp delSp modSp mod">
        <pc:chgData name="Leônidas Müller de Oliveira" userId="5af9566427f0cd7a" providerId="LiveId" clId="{9019649D-9316-4696-B8B1-7A6B341347C0}" dt="2021-01-16T01:02:12.143" v="4364" actId="1076"/>
        <pc:sldMkLst>
          <pc:docMk/>
          <pc:sldMk cId="0" sldId="271"/>
        </pc:sldMkLst>
        <pc:spChg chg="mod">
          <ac:chgData name="Leônidas Müller de Oliveira" userId="5af9566427f0cd7a" providerId="LiveId" clId="{9019649D-9316-4696-B8B1-7A6B341347C0}" dt="2021-01-15T21:35:58.382" v="4291" actId="20577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9019649D-9316-4696-B8B1-7A6B341347C0}" dt="2021-01-16T01:02:12.143" v="4364" actId="1076"/>
          <ac:picMkLst>
            <pc:docMk/>
            <pc:sldMk cId="0" sldId="271"/>
            <ac:picMk id="3" creationId="{89047C8D-79DF-4279-92A0-7ED57F210BDD}"/>
          </ac:picMkLst>
        </pc:picChg>
        <pc:picChg chg="del">
          <ac:chgData name="Leônidas Müller de Oliveira" userId="5af9566427f0cd7a" providerId="LiveId" clId="{9019649D-9316-4696-B8B1-7A6B341347C0}" dt="2021-01-15T21:35:18.358" v="4180" actId="478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019649D-9316-4696-B8B1-7A6B341347C0}" dt="2021-01-16T01:06:23.265" v="4380" actId="20577"/>
        <pc:sldMkLst>
          <pc:docMk/>
          <pc:sldMk cId="0" sldId="272"/>
        </pc:sldMkLst>
        <pc:spChg chg="mod">
          <ac:chgData name="Leônidas Müller de Oliveira" userId="5af9566427f0cd7a" providerId="LiveId" clId="{9019649D-9316-4696-B8B1-7A6B341347C0}" dt="2021-01-16T01:06:23.265" v="4380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21:31:01.363" v="4179" actId="20577"/>
        <pc:sldMkLst>
          <pc:docMk/>
          <pc:sldMk cId="0" sldId="274"/>
        </pc:sldMkLst>
        <pc:spChg chg="mod">
          <ac:chgData name="Leônidas Müller de Oliveira" userId="5af9566427f0cd7a" providerId="LiveId" clId="{9019649D-9316-4696-B8B1-7A6B341347C0}" dt="2021-01-15T21:31:01.363" v="4179" actId="20577"/>
          <ac:spMkLst>
            <pc:docMk/>
            <pc:sldMk cId="0" sldId="274"/>
            <ac:spMk id="251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5T16:12:58.598" v="315" actId="12"/>
        <pc:sldMkLst>
          <pc:docMk/>
          <pc:sldMk cId="569711459" sldId="283"/>
        </pc:sldMkLst>
        <pc:spChg chg="mod">
          <ac:chgData name="Leônidas Müller de Oliveira" userId="5af9566427f0cd7a" providerId="LiveId" clId="{9019649D-9316-4696-B8B1-7A6B341347C0}" dt="2021-01-15T16:12:11.791" v="218" actId="14100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019649D-9316-4696-B8B1-7A6B341347C0}" dt="2021-01-15T16:12:58.598" v="315" actId="12"/>
          <ac:spMkLst>
            <pc:docMk/>
            <pc:sldMk cId="569711459" sldId="283"/>
            <ac:spMk id="158" creationId="{00000000-0000-0000-0000-000000000000}"/>
          </ac:spMkLst>
        </pc:spChg>
      </pc:sldChg>
      <pc:sldChg chg="modSp mod">
        <pc:chgData name="Leônidas Müller de Oliveira" userId="5af9566427f0cd7a" providerId="LiveId" clId="{9019649D-9316-4696-B8B1-7A6B341347C0}" dt="2021-01-16T00:22:47.655" v="4311" actId="1076"/>
        <pc:sldMkLst>
          <pc:docMk/>
          <pc:sldMk cId="1437011287" sldId="284"/>
        </pc:sldMkLst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2" creationId="{B5FAAC12-83B7-4468-968E-BD39CFBF23F8}"/>
          </ac:spMkLst>
        </pc:spChg>
        <pc:spChg chg="mod">
          <ac:chgData name="Leônidas Müller de Oliveira" userId="5af9566427f0cd7a" providerId="LiveId" clId="{9019649D-9316-4696-B8B1-7A6B341347C0}" dt="2021-01-16T00:22:47.655" v="4311" actId="1076"/>
          <ac:spMkLst>
            <pc:docMk/>
            <pc:sldMk cId="1437011287" sldId="284"/>
            <ac:spMk id="3" creationId="{5A9CA915-CCB3-442A-9489-70F111D48946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5" creationId="{694E9661-0DA9-4439-A260-5A55C84F518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7" creationId="{A4DD453D-BBF4-4D35-BEA3-93C8AFDFAD2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9" creationId="{C42EB859-19E8-4973-97DF-EF93B5B2D845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0" creationId="{D85E2755-D8D3-49BC-BE27-FFE170CCCC28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9019649D-9316-4696-B8B1-7A6B341347C0}" dt="2021-01-16T00:22:41.397" v="4310" actId="1076"/>
          <ac:spMkLst>
            <pc:docMk/>
            <pc:sldMk cId="1437011287" sldId="284"/>
            <ac:spMk id="150" creationId="{00000000-0000-0000-0000-000000000000}"/>
          </ac:spMkLst>
        </pc:spChg>
      </pc:sldChg>
      <pc:sldChg chg="addSp delSp modSp mod">
        <pc:chgData name="Leônidas Müller de Oliveira" userId="5af9566427f0cd7a" providerId="LiveId" clId="{9019649D-9316-4696-B8B1-7A6B341347C0}" dt="2021-01-16T00:02:48.371" v="4302" actId="732"/>
        <pc:sldMkLst>
          <pc:docMk/>
          <pc:sldMk cId="2491790395" sldId="291"/>
        </pc:sldMkLst>
        <pc:picChg chg="del">
          <ac:chgData name="Leônidas Müller de Oliveira" userId="5af9566427f0cd7a" providerId="LiveId" clId="{9019649D-9316-4696-B8B1-7A6B341347C0}" dt="2021-01-16T00:02:31.938" v="4295" actId="478"/>
          <ac:picMkLst>
            <pc:docMk/>
            <pc:sldMk cId="2491790395" sldId="291"/>
            <ac:picMk id="3" creationId="{658F5653-86D8-46D9-A4A1-46BDFF7889AA}"/>
          </ac:picMkLst>
        </pc:picChg>
        <pc:picChg chg="add mod modCrop">
          <ac:chgData name="Leônidas Müller de Oliveira" userId="5af9566427f0cd7a" providerId="LiveId" clId="{9019649D-9316-4696-B8B1-7A6B341347C0}" dt="2021-01-16T00:02:48.371" v="4302" actId="732"/>
          <ac:picMkLst>
            <pc:docMk/>
            <pc:sldMk cId="2491790395" sldId="291"/>
            <ac:picMk id="4" creationId="{72A81FC7-272A-4F5D-884E-4C8B71D21CE8}"/>
          </ac:picMkLst>
        </pc:picChg>
      </pc:sldChg>
      <pc:sldChg chg="addSp delSp modSp mod">
        <pc:chgData name="Leônidas Müller de Oliveira" userId="5af9566427f0cd7a" providerId="LiveId" clId="{9019649D-9316-4696-B8B1-7A6B341347C0}" dt="2021-01-16T00:38:53.669" v="4351" actId="20577"/>
        <pc:sldMkLst>
          <pc:docMk/>
          <pc:sldMk cId="2768986171" sldId="292"/>
        </pc:sldMkLst>
        <pc:spChg chg="add mod">
          <ac:chgData name="Leônidas Müller de Oliveira" userId="5af9566427f0cd7a" providerId="LiveId" clId="{9019649D-9316-4696-B8B1-7A6B341347C0}" dt="2021-01-16T00:38:53.669" v="4351" actId="20577"/>
          <ac:spMkLst>
            <pc:docMk/>
            <pc:sldMk cId="2768986171" sldId="292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16:52:57.548" v="1497" actId="20577"/>
          <ac:spMkLst>
            <pc:docMk/>
            <pc:sldMk cId="2768986171" sldId="292"/>
            <ac:spMk id="149" creationId="{00000000-0000-0000-0000-000000000000}"/>
          </ac:spMkLst>
        </pc:spChg>
        <pc:spChg chg="del mod">
          <ac:chgData name="Leônidas Müller de Oliveira" userId="5af9566427f0cd7a" providerId="LiveId" clId="{9019649D-9316-4696-B8B1-7A6B341347C0}" dt="2021-01-15T16:55:49.787" v="1499" actId="478"/>
          <ac:spMkLst>
            <pc:docMk/>
            <pc:sldMk cId="2768986171" sldId="292"/>
            <ac:spMk id="150" creationId="{00000000-0000-0000-0000-000000000000}"/>
          </ac:spMkLst>
        </pc:spChg>
      </pc:sldChg>
      <pc:sldChg chg="del">
        <pc:chgData name="Leônidas Müller de Oliveira" userId="5af9566427f0cd7a" providerId="LiveId" clId="{9019649D-9316-4696-B8B1-7A6B341347C0}" dt="2021-01-15T20:35:28.025" v="3137" actId="47"/>
        <pc:sldMkLst>
          <pc:docMk/>
          <pc:sldMk cId="641020710" sldId="293"/>
        </pc:sldMkLst>
      </pc:sldChg>
      <pc:sldChg chg="del">
        <pc:chgData name="Leônidas Müller de Oliveira" userId="5af9566427f0cd7a" providerId="LiveId" clId="{9019649D-9316-4696-B8B1-7A6B341347C0}" dt="2021-01-15T20:35:29.103" v="3138" actId="47"/>
        <pc:sldMkLst>
          <pc:docMk/>
          <pc:sldMk cId="2522898300" sldId="294"/>
        </pc:sldMkLst>
      </pc:sldChg>
      <pc:sldChg chg="del">
        <pc:chgData name="Leônidas Müller de Oliveira" userId="5af9566427f0cd7a" providerId="LiveId" clId="{9019649D-9316-4696-B8B1-7A6B341347C0}" dt="2021-01-15T16:31:14.585" v="1385" actId="47"/>
        <pc:sldMkLst>
          <pc:docMk/>
          <pc:sldMk cId="1695839730" sldId="295"/>
        </pc:sldMkLst>
      </pc:sldChg>
      <pc:sldChg chg="del">
        <pc:chgData name="Leônidas Müller de Oliveira" userId="5af9566427f0cd7a" providerId="LiveId" clId="{9019649D-9316-4696-B8B1-7A6B341347C0}" dt="2021-01-15T21:28:42.107" v="3992" actId="47"/>
        <pc:sldMkLst>
          <pc:docMk/>
          <pc:sldMk cId="743515703" sldId="296"/>
        </pc:sldMkLst>
      </pc:sldChg>
      <pc:sldChg chg="modSp mod">
        <pc:chgData name="Leônidas Müller de Oliveira" userId="5af9566427f0cd7a" providerId="LiveId" clId="{9019649D-9316-4696-B8B1-7A6B341347C0}" dt="2021-01-16T00:26:33.767" v="4319" actId="20577"/>
        <pc:sldMkLst>
          <pc:docMk/>
          <pc:sldMk cId="1542352846" sldId="297"/>
        </pc:sldMkLst>
        <pc:spChg chg="mod">
          <ac:chgData name="Leônidas Müller de Oliveira" userId="5af9566427f0cd7a" providerId="LiveId" clId="{9019649D-9316-4696-B8B1-7A6B341347C0}" dt="2021-01-16T00:26:33.767" v="4319" actId="20577"/>
          <ac:spMkLst>
            <pc:docMk/>
            <pc:sldMk cId="1542352846" sldId="297"/>
            <ac:spMk id="249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019649D-9316-4696-B8B1-7A6B341347C0}" dt="2021-01-15T16:40:50.790" v="1405"/>
        <pc:sldMkLst>
          <pc:docMk/>
          <pc:sldMk cId="126974504" sldId="298"/>
        </pc:sldMkLst>
        <pc:spChg chg="add mod">
          <ac:chgData name="Leônidas Müller de Oliveira" userId="5af9566427f0cd7a" providerId="LiveId" clId="{9019649D-9316-4696-B8B1-7A6B341347C0}" dt="2021-01-15T16:40:50.790" v="1405"/>
          <ac:spMkLst>
            <pc:docMk/>
            <pc:sldMk cId="126974504" sldId="298"/>
            <ac:spMk id="5" creationId="{7226F076-0204-4AE0-BF41-ED22F82C1B26}"/>
          </ac:spMkLst>
        </pc:spChg>
        <pc:spChg chg="del">
          <ac:chgData name="Leônidas Müller de Oliveira" userId="5af9566427f0cd7a" providerId="LiveId" clId="{9019649D-9316-4696-B8B1-7A6B341347C0}" dt="2021-01-15T16:40:50.495" v="1404" actId="478"/>
          <ac:spMkLst>
            <pc:docMk/>
            <pc:sldMk cId="126974504" sldId="298"/>
            <ac:spMk id="249" creationId="{00000000-0000-0000-0000-000000000000}"/>
          </ac:spMkLst>
        </pc:spChg>
      </pc:sldChg>
      <pc:sldChg chg="modSp add mod">
        <pc:chgData name="Leônidas Müller de Oliveira" userId="5af9566427f0cd7a" providerId="LiveId" clId="{9019649D-9316-4696-B8B1-7A6B341347C0}" dt="2021-01-24T01:17:13.452" v="4386" actId="20577"/>
        <pc:sldMkLst>
          <pc:docMk/>
          <pc:sldMk cId="2452318423" sldId="299"/>
        </pc:sldMkLst>
        <pc:spChg chg="mod">
          <ac:chgData name="Leônidas Müller de Oliveira" userId="5af9566427f0cd7a" providerId="LiveId" clId="{9019649D-9316-4696-B8B1-7A6B341347C0}" dt="2021-01-24T01:17:13.452" v="4386" actId="20577"/>
          <ac:spMkLst>
            <pc:docMk/>
            <pc:sldMk cId="2452318423" sldId="299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05:39.248" v="2067" actId="20577"/>
          <ac:spMkLst>
            <pc:docMk/>
            <pc:sldMk cId="2452318423" sldId="299"/>
            <ac:spMk id="149" creationId="{00000000-0000-0000-0000-000000000000}"/>
          </ac:spMkLst>
        </pc:spChg>
      </pc:sldChg>
      <pc:sldChg chg="addSp modSp add mod">
        <pc:chgData name="Leônidas Müller de Oliveira" userId="5af9566427f0cd7a" providerId="LiveId" clId="{9019649D-9316-4696-B8B1-7A6B341347C0}" dt="2021-01-16T00:51:26.417" v="4352" actId="20577"/>
        <pc:sldMkLst>
          <pc:docMk/>
          <pc:sldMk cId="580050991" sldId="300"/>
        </pc:sldMkLst>
        <pc:spChg chg="mod">
          <ac:chgData name="Leônidas Müller de Oliveira" userId="5af9566427f0cd7a" providerId="LiveId" clId="{9019649D-9316-4696-B8B1-7A6B341347C0}" dt="2021-01-16T00:51:26.417" v="4352" actId="20577"/>
          <ac:spMkLst>
            <pc:docMk/>
            <pc:sldMk cId="580050991" sldId="300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26:10.043" v="3124" actId="404"/>
          <ac:spMkLst>
            <pc:docMk/>
            <pc:sldMk cId="580050991" sldId="300"/>
            <ac:spMk id="149" creationId="{00000000-0000-0000-0000-000000000000}"/>
          </ac:spMkLst>
        </pc:spChg>
        <pc:picChg chg="add mod ord">
          <ac:chgData name="Leônidas Müller de Oliveira" userId="5af9566427f0cd7a" providerId="LiveId" clId="{9019649D-9316-4696-B8B1-7A6B341347C0}" dt="2021-01-15T20:25:59.587" v="3121" actId="14100"/>
          <ac:picMkLst>
            <pc:docMk/>
            <pc:sldMk cId="580050991" sldId="300"/>
            <ac:picMk id="7" creationId="{F3EEF685-A009-4E74-A44F-A040B3F69CCD}"/>
          </ac:picMkLst>
        </pc:picChg>
      </pc:sldChg>
      <pc:sldChg chg="modSp add mod">
        <pc:chgData name="Leônidas Müller de Oliveira" userId="5af9566427f0cd7a" providerId="LiveId" clId="{9019649D-9316-4696-B8B1-7A6B341347C0}" dt="2021-01-16T00:56:18.245" v="4363" actId="20577"/>
        <pc:sldMkLst>
          <pc:docMk/>
          <pc:sldMk cId="1031171993" sldId="301"/>
        </pc:sldMkLst>
        <pc:spChg chg="mod">
          <ac:chgData name="Leônidas Müller de Oliveira" userId="5af9566427f0cd7a" providerId="LiveId" clId="{9019649D-9316-4696-B8B1-7A6B341347C0}" dt="2021-01-16T00:56:18.245" v="4363" actId="20577"/>
          <ac:spMkLst>
            <pc:docMk/>
            <pc:sldMk cId="1031171993" sldId="301"/>
            <ac:spMk id="5" creationId="{C085517D-5CFA-4B56-BFDD-640042A51643}"/>
          </ac:spMkLst>
        </pc:spChg>
        <pc:spChg chg="mod">
          <ac:chgData name="Leônidas Müller de Oliveira" userId="5af9566427f0cd7a" providerId="LiveId" clId="{9019649D-9316-4696-B8B1-7A6B341347C0}" dt="2021-01-15T20:36:45.567" v="3193" actId="20577"/>
          <ac:spMkLst>
            <pc:docMk/>
            <pc:sldMk cId="1031171993" sldId="301"/>
            <ac:spMk id="149" creationId="{00000000-0000-0000-0000-000000000000}"/>
          </ac:spMkLst>
        </pc:spChg>
      </pc:sldChg>
    </pc:docChg>
  </pc:docChgLst>
  <pc:docChgLst>
    <pc:chgData name="Leônidas Müller de Oliveira" userId="5af9566427f0cd7a" providerId="LiveId" clId="{F94B9D56-2B52-4E30-B4B5-0F58CBE2FBF9}"/>
    <pc:docChg chg="undo custSel addSld delSld modSld sldOrd">
      <pc:chgData name="Leônidas Müller de Oliveira" userId="5af9566427f0cd7a" providerId="LiveId" clId="{F94B9D56-2B52-4E30-B4B5-0F58CBE2FBF9}" dt="2021-02-18T15:12:14.743" v="850" actId="1076"/>
      <pc:docMkLst>
        <pc:docMk/>
      </pc:docMkLst>
      <pc:sldChg chg="modSp mod">
        <pc:chgData name="Leônidas Müller de Oliveira" userId="5af9566427f0cd7a" providerId="LiveId" clId="{F94B9D56-2B52-4E30-B4B5-0F58CBE2FBF9}" dt="2021-02-18T15:05:39.964" v="743" actId="20577"/>
        <pc:sldMkLst>
          <pc:docMk/>
          <pc:sldMk cId="0" sldId="257"/>
        </pc:sldMkLst>
        <pc:spChg chg="mod">
          <ac:chgData name="Leônidas Müller de Oliveira" userId="5af9566427f0cd7a" providerId="LiveId" clId="{F94B9D56-2B52-4E30-B4B5-0F58CBE2FBF9}" dt="2021-02-17T19:41:59.696" v="43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05:39.964" v="743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F94B9D56-2B52-4E30-B4B5-0F58CBE2FBF9}" dt="2021-02-18T15:12:01.860" v="849" actId="1076"/>
        <pc:sldMkLst>
          <pc:docMk/>
          <pc:sldMk cId="0" sldId="262"/>
        </pc:sldMkLst>
        <pc:spChg chg="mod">
          <ac:chgData name="Leônidas Müller de Oliveira" userId="5af9566427f0cd7a" providerId="LiveId" clId="{F94B9D56-2B52-4E30-B4B5-0F58CBE2FBF9}" dt="2021-02-17T19:52:09.948" v="351" actId="14100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01.860" v="849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F94B9D56-2B52-4E30-B4B5-0F58CBE2FBF9}" dt="2021-02-17T19:51:46.911" v="323" actId="47"/>
        <pc:sldMkLst>
          <pc:docMk/>
          <pc:sldMk cId="0" sldId="264"/>
        </pc:sldMkLst>
      </pc:sldChg>
      <pc:sldChg chg="addSp delSp modSp add mod ord">
        <pc:chgData name="Leônidas Müller de Oliveira" userId="5af9566427f0cd7a" providerId="LiveId" clId="{F94B9D56-2B52-4E30-B4B5-0F58CBE2FBF9}" dt="2021-02-18T15:12:14.743" v="850" actId="1076"/>
        <pc:sldMkLst>
          <pc:docMk/>
          <pc:sldMk cId="3187776213" sldId="282"/>
        </pc:sldMkLst>
        <pc:spChg chg="add mod">
          <ac:chgData name="Leônidas Müller de Oliveira" userId="5af9566427f0cd7a" providerId="LiveId" clId="{F94B9D56-2B52-4E30-B4B5-0F58CBE2FBF9}" dt="2021-02-18T14:58:12.389" v="491" actId="20577"/>
          <ac:spMkLst>
            <pc:docMk/>
            <pc:sldMk cId="3187776213" sldId="282"/>
            <ac:spMk id="7" creationId="{FD65234F-CE76-4586-9D67-44EDBAE0C0F0}"/>
          </ac:spMkLst>
        </pc:spChg>
        <pc:spChg chg="add mod">
          <ac:chgData name="Leônidas Müller de Oliveira" userId="5af9566427f0cd7a" providerId="LiveId" clId="{F94B9D56-2B52-4E30-B4B5-0F58CBE2FBF9}" dt="2021-02-18T15:05:19.193" v="722" actId="20577"/>
          <ac:spMkLst>
            <pc:docMk/>
            <pc:sldMk cId="3187776213" sldId="282"/>
            <ac:spMk id="8" creationId="{62CAAAAD-2D0D-416A-A598-DBBFD5C0667F}"/>
          </ac:spMkLst>
        </pc:spChg>
        <pc:spChg chg="add mod">
          <ac:chgData name="Leônidas Müller de Oliveira" userId="5af9566427f0cd7a" providerId="LiveId" clId="{F94B9D56-2B52-4E30-B4B5-0F58CBE2FBF9}" dt="2021-02-18T15:10:36.158" v="847" actId="1076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F94B9D56-2B52-4E30-B4B5-0F58CBE2FBF9}" dt="2021-02-18T14:56:55.333" v="402" actId="20577"/>
          <ac:spMkLst>
            <pc:docMk/>
            <pc:sldMk cId="3187776213" sldId="282"/>
            <ac:spMk id="141" creationId="{00000000-0000-0000-0000-000000000000}"/>
          </ac:spMkLst>
        </pc:spChg>
        <pc:spChg chg="del mod">
          <ac:chgData name="Leônidas Müller de Oliveira" userId="5af9566427f0cd7a" providerId="LiveId" clId="{F94B9D56-2B52-4E30-B4B5-0F58CBE2FBF9}" dt="2021-02-18T14:57:09.472" v="406" actId="478"/>
          <ac:spMkLst>
            <pc:docMk/>
            <pc:sldMk cId="3187776213" sldId="282"/>
            <ac:spMk id="142" creationId="{00000000-0000-0000-0000-000000000000}"/>
          </ac:spMkLst>
        </pc:spChg>
        <pc:spChg chg="mod">
          <ac:chgData name="Leônidas Müller de Oliveira" userId="5af9566427f0cd7a" providerId="LiveId" clId="{F94B9D56-2B52-4E30-B4B5-0F58CBE2FBF9}" dt="2021-02-18T15:12:14.743" v="850" actId="1076"/>
          <ac:spMkLst>
            <pc:docMk/>
            <pc:sldMk cId="3187776213" sldId="282"/>
            <ac:spMk id="143" creationId="{00000000-0000-0000-0000-000000000000}"/>
          </ac:spMkLst>
        </pc:spChg>
        <pc:graphicFrameChg chg="add del mod">
          <ac:chgData name="Leônidas Müller de Oliveira" userId="5af9566427f0cd7a" providerId="LiveId" clId="{F94B9D56-2B52-4E30-B4B5-0F58CBE2FBF9}" dt="2021-02-18T14:57:43.022" v="408"/>
          <ac:graphicFrameMkLst>
            <pc:docMk/>
            <pc:sldMk cId="3187776213" sldId="282"/>
            <ac:graphicFrameMk id="2" creationId="{B80F1164-C1AC-4C70-9417-CB100EADF64D}"/>
          </ac:graphicFrameMkLst>
        </pc:graphicFrameChg>
      </pc:sldChg>
    </pc:docChg>
  </pc:docChgLst>
  <pc:docChgLst>
    <pc:chgData name="Leônidas Müller de Oliveira" userId="5af9566427f0cd7a" providerId="LiveId" clId="{92D6B3C0-DA6D-4EDF-BF9B-C653B1FD5BE6}"/>
    <pc:docChg chg="undo custSel addSld delSld modSld sldOrd">
      <pc:chgData name="Leônidas Müller de Oliveira" userId="5af9566427f0cd7a" providerId="LiveId" clId="{92D6B3C0-DA6D-4EDF-BF9B-C653B1FD5BE6}" dt="2025-06-30T01:21:02.497" v="331" actId="47"/>
      <pc:docMkLst>
        <pc:docMk/>
      </pc:docMkLst>
      <pc:sldChg chg="addSp delSp modSp mod">
        <pc:chgData name="Leônidas Müller de Oliveira" userId="5af9566427f0cd7a" providerId="LiveId" clId="{92D6B3C0-DA6D-4EDF-BF9B-C653B1FD5BE6}" dt="2025-06-30T01:20:34.952" v="315" actId="478"/>
        <pc:sldMkLst>
          <pc:docMk/>
          <pc:sldMk cId="2510226186" sldId="285"/>
        </pc:sldMkLst>
        <pc:grpChg chg="del mod">
          <ac:chgData name="Leônidas Müller de Oliveira" userId="5af9566427f0cd7a" providerId="LiveId" clId="{92D6B3C0-DA6D-4EDF-BF9B-C653B1FD5BE6}" dt="2025-06-30T01:20:34.952" v="315" actId="478"/>
          <ac:grpSpMkLst>
            <pc:docMk/>
            <pc:sldMk cId="2510226186" sldId="285"/>
            <ac:grpSpMk id="5" creationId="{74270F46-3245-B811-83E3-B9F0D88A5E03}"/>
          </ac:grpSpMkLst>
        </pc:grpChg>
        <pc:grpChg chg="del mod">
          <ac:chgData name="Leônidas Müller de Oliveira" userId="5af9566427f0cd7a" providerId="LiveId" clId="{92D6B3C0-DA6D-4EDF-BF9B-C653B1FD5BE6}" dt="2025-06-30T01:20:34.952" v="315" actId="478"/>
          <ac:grpSpMkLst>
            <pc:docMk/>
            <pc:sldMk cId="2510226186" sldId="285"/>
            <ac:grpSpMk id="16" creationId="{88596442-B642-E158-B360-7E3B2583E3FB}"/>
          </ac:grpSpMkLst>
        </pc:grpChg>
        <pc:inkChg chg="add de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2" creationId="{390B0F24-262D-F5BA-6207-C1EFCE6F6DFE}"/>
          </ac:inkMkLst>
        </pc:inkChg>
        <pc:inkChg chg="add del mod topLv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3" creationId="{22936A42-7598-7294-5F23-B4EB07AC3511}"/>
          </ac:inkMkLst>
        </pc:inkChg>
        <pc:inkChg chg="add del mod topLv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4" creationId="{6608B50C-DB27-F9A2-B61F-E4407F8C72CC}"/>
          </ac:inkMkLst>
        </pc:inkChg>
        <pc:inkChg chg="add de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8" creationId="{8B9F36DB-4E67-B55A-F681-0E268B2C5952}"/>
          </ac:inkMkLst>
        </pc:inkChg>
        <pc:inkChg chg="add de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11" creationId="{646D5505-9C15-58BA-55A1-A367DEA5940B}"/>
          </ac:inkMkLst>
        </pc:inkChg>
        <pc:inkChg chg="add de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12" creationId="{E4687F6B-DEA8-84E6-B538-66FF2168CD47}"/>
          </ac:inkMkLst>
        </pc:inkChg>
        <pc:inkChg chg="add de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13" creationId="{DE979D11-87B4-B37C-B034-714FCA06BFD5}"/>
          </ac:inkMkLst>
        </pc:inkChg>
        <pc:inkChg chg="add del mod topLv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14" creationId="{EDEAFCFE-0290-EA04-EE88-27F1F764EF01}"/>
          </ac:inkMkLst>
        </pc:inkChg>
        <pc:inkChg chg="add del mod topLvl">
          <ac:chgData name="Leônidas Müller de Oliveira" userId="5af9566427f0cd7a" providerId="LiveId" clId="{92D6B3C0-DA6D-4EDF-BF9B-C653B1FD5BE6}" dt="2025-06-30T01:20:34.952" v="315" actId="478"/>
          <ac:inkMkLst>
            <pc:docMk/>
            <pc:sldMk cId="2510226186" sldId="285"/>
            <ac:inkMk id="15" creationId="{9F4A5DDB-DE0E-3D46-A00C-286F60F8CE02}"/>
          </ac:inkMkLst>
        </pc:inkChg>
      </pc:sldChg>
      <pc:sldChg chg="addSp delSp modSp mod">
        <pc:chgData name="Leônidas Müller de Oliveira" userId="5af9566427f0cd7a" providerId="LiveId" clId="{92D6B3C0-DA6D-4EDF-BF9B-C653B1FD5BE6}" dt="2025-06-30T01:20:38.129" v="316" actId="478"/>
        <pc:sldMkLst>
          <pc:docMk/>
          <pc:sldMk cId="3124633120" sldId="290"/>
        </pc:sldMkLst>
        <pc:grpChg chg="del mod">
          <ac:chgData name="Leônidas Müller de Oliveira" userId="5af9566427f0cd7a" providerId="LiveId" clId="{92D6B3C0-DA6D-4EDF-BF9B-C653B1FD5BE6}" dt="2025-06-28T13:35:18.310" v="24"/>
          <ac:grpSpMkLst>
            <pc:docMk/>
            <pc:sldMk cId="3124633120" sldId="290"/>
            <ac:grpSpMk id="13" creationId="{1634A64E-93C9-FDE0-A63C-184A3A3AE8F5}"/>
          </ac:grpSpMkLst>
        </pc:grpChg>
        <pc:grpChg chg="del mod">
          <ac:chgData name="Leônidas Müller de Oliveira" userId="5af9566427f0cd7a" providerId="LiveId" clId="{92D6B3C0-DA6D-4EDF-BF9B-C653B1FD5BE6}" dt="2025-06-30T01:20:38.129" v="316" actId="478"/>
          <ac:grpSpMkLst>
            <pc:docMk/>
            <pc:sldMk cId="3124633120" sldId="290"/>
            <ac:grpSpMk id="17" creationId="{A26FEE36-0475-ADB2-E39B-0C274DA88EB2}"/>
          </ac:grpSpMkLst>
        </pc:grpChg>
        <pc:grpChg chg="del mod">
          <ac:chgData name="Leônidas Müller de Oliveira" userId="5af9566427f0cd7a" providerId="LiveId" clId="{92D6B3C0-DA6D-4EDF-BF9B-C653B1FD5BE6}" dt="2025-06-28T13:35:20.932" v="28"/>
          <ac:grpSpMkLst>
            <pc:docMk/>
            <pc:sldMk cId="3124633120" sldId="290"/>
            <ac:grpSpMk id="21" creationId="{08571FB4-70FA-8265-EC1E-8CA19FBD1932}"/>
          </ac:grpSpMkLst>
        </pc:grpChg>
        <pc:grpChg chg="del mod">
          <ac:chgData name="Leônidas Müller de Oliveira" userId="5af9566427f0cd7a" providerId="LiveId" clId="{92D6B3C0-DA6D-4EDF-BF9B-C653B1FD5BE6}" dt="2025-06-30T01:20:38.129" v="316" actId="478"/>
          <ac:grpSpMkLst>
            <pc:docMk/>
            <pc:sldMk cId="3124633120" sldId="290"/>
            <ac:grpSpMk id="25" creationId="{0C4D40B2-9290-FCE5-8E22-87027BFA811A}"/>
          </ac:grpSpMkLst>
        </pc:grpChg>
        <pc:grpChg chg="del mod">
          <ac:chgData name="Leônidas Müller de Oliveira" userId="5af9566427f0cd7a" providerId="LiveId" clId="{92D6B3C0-DA6D-4EDF-BF9B-C653B1FD5BE6}" dt="2025-06-28T13:35:47.646" v="49"/>
          <ac:grpSpMkLst>
            <pc:docMk/>
            <pc:sldMk cId="3124633120" sldId="290"/>
            <ac:grpSpMk id="31" creationId="{9747A640-5018-3B99-49E2-605C984CC9D6}"/>
          </ac:grpSpMkLst>
        </pc:grpChg>
        <pc:grpChg chg="del mod">
          <ac:chgData name="Leônidas Müller de Oliveira" userId="5af9566427f0cd7a" providerId="LiveId" clId="{92D6B3C0-DA6D-4EDF-BF9B-C653B1FD5BE6}" dt="2025-06-28T13:37:23.324" v="58"/>
          <ac:grpSpMkLst>
            <pc:docMk/>
            <pc:sldMk cId="3124633120" sldId="290"/>
            <ac:grpSpMk id="37" creationId="{F836D758-08EC-FF04-D5B1-2B83CEA07E83}"/>
          </ac:grpSpMkLst>
        </pc:grpChg>
        <pc:grpChg chg="del mod">
          <ac:chgData name="Leônidas Müller de Oliveira" userId="5af9566427f0cd7a" providerId="LiveId" clId="{92D6B3C0-DA6D-4EDF-BF9B-C653B1FD5BE6}" dt="2025-06-28T13:35:43.686" v="46"/>
          <ac:grpSpMkLst>
            <pc:docMk/>
            <pc:sldMk cId="3124633120" sldId="290"/>
            <ac:grpSpMk id="41" creationId="{67E5A5F8-C866-78E8-E679-5B02D1D2FDFE}"/>
          </ac:grpSpMkLst>
        </pc:grpChg>
        <pc:grpChg chg="del mod">
          <ac:chgData name="Leônidas Müller de Oliveira" userId="5af9566427f0cd7a" providerId="LiveId" clId="{92D6B3C0-DA6D-4EDF-BF9B-C653B1FD5BE6}" dt="2025-06-28T13:35:50.874" v="52"/>
          <ac:grpSpMkLst>
            <pc:docMk/>
            <pc:sldMk cId="3124633120" sldId="290"/>
            <ac:grpSpMk id="43" creationId="{43440792-1FB8-6731-E23D-E81D292CBE41}"/>
          </ac:grpSpMkLst>
        </pc:grpChg>
        <pc:grpChg chg="del mod">
          <ac:chgData name="Leônidas Müller de Oliveira" userId="5af9566427f0cd7a" providerId="LiveId" clId="{92D6B3C0-DA6D-4EDF-BF9B-C653B1FD5BE6}" dt="2025-06-28T13:37:23.324" v="58"/>
          <ac:grpSpMkLst>
            <pc:docMk/>
            <pc:sldMk cId="3124633120" sldId="290"/>
            <ac:grpSpMk id="46" creationId="{D27606AE-B6DE-11A0-B6CC-294627F93AA2}"/>
          </ac:grpSpMkLst>
        </pc:grpChg>
        <pc:grpChg chg="del mod">
          <ac:chgData name="Leônidas Müller de Oliveira" userId="5af9566427f0cd7a" providerId="LiveId" clId="{92D6B3C0-DA6D-4EDF-BF9B-C653B1FD5BE6}" dt="2025-06-28T13:37:23.324" v="58"/>
          <ac:grpSpMkLst>
            <pc:docMk/>
            <pc:sldMk cId="3124633120" sldId="290"/>
            <ac:grpSpMk id="49" creationId="{D4A0F758-65D4-6D67-D34E-C86C48DCE202}"/>
          </ac:grpSpMkLst>
        </pc:grpChg>
        <pc:grpChg chg="del mod">
          <ac:chgData name="Leônidas Müller de Oliveira" userId="5af9566427f0cd7a" providerId="LiveId" clId="{92D6B3C0-DA6D-4EDF-BF9B-C653B1FD5BE6}" dt="2025-06-28T13:40:14.196" v="112"/>
          <ac:grpSpMkLst>
            <pc:docMk/>
            <pc:sldMk cId="3124633120" sldId="290"/>
            <ac:grpSpMk id="55" creationId="{91C71FFA-335C-AF30-1F72-914955C55180}"/>
          </ac:grpSpMkLst>
        </pc:grpChg>
        <pc:grpChg chg="del mod">
          <ac:chgData name="Leônidas Müller de Oliveira" userId="5af9566427f0cd7a" providerId="LiveId" clId="{92D6B3C0-DA6D-4EDF-BF9B-C653B1FD5BE6}" dt="2025-06-28T13:40:22.138" v="113" actId="478"/>
          <ac:grpSpMkLst>
            <pc:docMk/>
            <pc:sldMk cId="3124633120" sldId="290"/>
            <ac:grpSpMk id="59" creationId="{FEBE59BC-9274-3154-6EE7-3CCE7AF8E78D}"/>
          </ac:grpSpMkLst>
        </pc:grpChg>
        <pc:grpChg chg="del mod">
          <ac:chgData name="Leônidas Müller de Oliveira" userId="5af9566427f0cd7a" providerId="LiveId" clId="{92D6B3C0-DA6D-4EDF-BF9B-C653B1FD5BE6}" dt="2025-06-28T13:40:22.138" v="113" actId="478"/>
          <ac:grpSpMkLst>
            <pc:docMk/>
            <pc:sldMk cId="3124633120" sldId="290"/>
            <ac:grpSpMk id="62" creationId="{5B9A0180-82F0-F5A8-D313-D323004A045F}"/>
          </ac:grpSpMkLst>
        </pc:grpChg>
        <pc:grpChg chg="del mod">
          <ac:chgData name="Leônidas Müller de Oliveira" userId="5af9566427f0cd7a" providerId="LiveId" clId="{92D6B3C0-DA6D-4EDF-BF9B-C653B1FD5BE6}" dt="2025-06-30T01:20:38.129" v="316" actId="478"/>
          <ac:grpSpMkLst>
            <pc:docMk/>
            <pc:sldMk cId="3124633120" sldId="290"/>
            <ac:grpSpMk id="136" creationId="{27DADCF3-A744-2F1E-5DD4-7D0C2ABC9409}"/>
          </ac:grpSpMkLst>
        </pc:grpChg>
        <pc:grpChg chg="del mod">
          <ac:chgData name="Leônidas Müller de Oliveira" userId="5af9566427f0cd7a" providerId="LiveId" clId="{92D6B3C0-DA6D-4EDF-BF9B-C653B1FD5BE6}" dt="2025-06-30T01:20:38.129" v="316" actId="478"/>
          <ac:grpSpMkLst>
            <pc:docMk/>
            <pc:sldMk cId="3124633120" sldId="290"/>
            <ac:grpSpMk id="144" creationId="{4CFA0DA7-3AB0-8BD9-8138-0121D5FCE0E7}"/>
          </ac:grpSpMkLst>
        </pc:grpChg>
        <pc:inkChg chg="add de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2" creationId="{7CF815B9-BF37-B2A6-18B4-DB40F221F9DB}"/>
          </ac:inkMkLst>
        </pc:inkChg>
        <pc:inkChg chg="add de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" creationId="{1B64F119-C42D-1FCE-D8D6-EE651A2769C8}"/>
          </ac:inkMkLst>
        </pc:inkChg>
        <pc:inkChg chg="add del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5" creationId="{A8416A31-0835-11FD-5E27-4C3DBEDE2FD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6" creationId="{C121B178-30AD-25B9-5F3A-30F30273588C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7" creationId="{01D56587-A046-3B7D-131F-651A8762281F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8" creationId="{F1557134-C46A-7CE1-3A9A-3E8FC4EFB386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1" creationId="{3EB97744-C6AB-7A9B-36C2-ED159561C6FD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2" creationId="{E6603830-D531-9915-9518-A89D491D8510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4" creationId="{E71E7048-E31C-8F55-7917-F8B695ECC895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5" creationId="{540A9A88-1ED8-A546-D480-5D1529321FFB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6" creationId="{6ACB4FAA-7124-DA90-0B35-924048AFFCC7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8" creationId="{387C0112-12B6-D00D-253E-B5A760498DBC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9" creationId="{96A21FD1-825F-FC99-E3CD-8DD780D2508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20" creationId="{5DF7202F-88FD-2844-4208-5AD9BEFEED6B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22" creationId="{8C44B47A-125D-7A7F-40C1-C3C893EC125C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23" creationId="{7104FB3D-45DF-57DD-AC59-1881BEC6DA32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24" creationId="{72877DD2-8ED9-40AB-5D59-0464B863D724}"/>
          </ac:inkMkLst>
        </pc:inkChg>
        <pc:inkChg chg="add del mod topLvl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26" creationId="{6991C4F8-7411-4F0B-E486-1B501E77240C}"/>
          </ac:inkMkLst>
        </pc:inkChg>
        <pc:inkChg chg="add del mod topLvl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27" creationId="{41D5B3B0-93BE-6D21-6C7C-C191F72C6B28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28" creationId="{9AE26CC5-11FC-FEC3-6D57-2CD7E19D3FDA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29" creationId="{6DFC0978-A658-C4B2-6441-3B97258219A6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30" creationId="{E743DAC6-CC8C-253A-CEBB-65E0CE4D4ABB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2" creationId="{F00674CE-A3A9-7FD8-5869-ABADE1E247C2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3" creationId="{FFC04564-49C3-9065-F251-4999FD9831C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4" creationId="{A9484140-2786-FFC2-3F1E-6646EE294699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5" creationId="{3EB34780-3688-1521-7A59-E0D279C918C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6" creationId="{22FA2D99-69B8-615D-7656-39D3CAE77B09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38" creationId="{6F009E58-F388-2E3E-330F-D42CF48D86D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39" creationId="{6428EF08-3216-2CCA-524A-C79670EC34FF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40" creationId="{6FD374B3-6917-B0B3-E790-BA8ABF6AAD4C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42" creationId="{E75B96CB-E5CE-F8FD-AB97-66E0D8CD04C0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44" creationId="{9867C680-075F-2206-4EDD-874B1B5161CA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45" creationId="{B255826A-DBAB-F47C-EAEE-316EA87CB8D6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47" creationId="{1AC249E1-4E2C-C930-A80B-6D253211BC06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48" creationId="{2DBFA831-E16E-4C2A-E247-541AD996B5AE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50" creationId="{D435C733-D4CC-39EA-A990-AF24EAB13720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51" creationId="{11C749AE-5BD2-E99E-BDBE-FF6B594BB74B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52" creationId="{86B930EC-0659-7025-F811-29670CE0C2F4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53" creationId="{595366AF-99D0-DDFC-E122-631AAA17ECCB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54" creationId="{30895FB2-1F1C-F0B3-CF36-9B57B7B3F739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56" creationId="{FE073F8B-A2A2-734C-1125-5C5BDA32CA9F}"/>
          </ac:inkMkLst>
        </pc:inkChg>
        <pc:inkChg chg="add del mod topLvl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57" creationId="{BFEE25E9-4F58-67E6-6F60-45391062382D}"/>
          </ac:inkMkLst>
        </pc:inkChg>
        <pc:inkChg chg="add del mod topLvl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58" creationId="{29E60030-6E87-6148-7939-EAE8589F1C53}"/>
          </ac:inkMkLst>
        </pc:inkChg>
        <pc:inkChg chg="add de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60" creationId="{03830F91-5E0E-18A9-C45E-1D2353027D39}"/>
          </ac:inkMkLst>
        </pc:inkChg>
        <pc:inkChg chg="add del mod">
          <ac:chgData name="Leônidas Müller de Oliveira" userId="5af9566427f0cd7a" providerId="LiveId" clId="{92D6B3C0-DA6D-4EDF-BF9B-C653B1FD5BE6}" dt="2025-06-28T13:40:22.138" v="113" actId="478"/>
          <ac:inkMkLst>
            <pc:docMk/>
            <pc:sldMk cId="3124633120" sldId="290"/>
            <ac:inkMk id="61" creationId="{776EF267-4DD1-5BB0-9B4A-DADB50213F4D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63" creationId="{5E16D001-1135-D8AB-2463-0D90B578C87F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28" creationId="{0D579964-8007-F4D5-06EC-170B43DFCE50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29" creationId="{59A43E05-AE9D-5DAD-D8AA-B4A68E1AA67A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0" creationId="{4B78BA03-840E-12D8-BD63-14189C337250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1" creationId="{601D27C9-1365-81F5-0125-3B10489440B5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2" creationId="{3E3BA9BC-0CA7-B8F8-E439-89CE6E567C4C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3" creationId="{F7336ACB-C8DB-8A02-055D-4FF201C4A8B4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4" creationId="{A5BAC15B-07CA-FBD0-FD74-E171321BD141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5" creationId="{058E3678-D853-3ECB-7784-C181481BC8C1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7" creationId="{4BC7701E-3EE1-A0F7-D7A5-5F659FFD840A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8" creationId="{9AFAEE9C-1F5B-9127-4810-420CA16561E4}"/>
          </ac:inkMkLst>
        </pc:inkChg>
        <pc:inkChg chg="add del mod topLvl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39" creationId="{7DD94BF9-C270-2BE0-F7F7-2256ED3DB810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42" creationId="{1E437F96-CC7C-26DA-FEB2-FC0A21F466D6}"/>
          </ac:inkMkLst>
        </pc:inkChg>
        <pc:inkChg chg="add del mod">
          <ac:chgData name="Leônidas Müller de Oliveira" userId="5af9566427f0cd7a" providerId="LiveId" clId="{92D6B3C0-DA6D-4EDF-BF9B-C653B1FD5BE6}" dt="2025-06-30T01:20:38.129" v="316" actId="478"/>
          <ac:inkMkLst>
            <pc:docMk/>
            <pc:sldMk cId="3124633120" sldId="290"/>
            <ac:inkMk id="143" creationId="{53AB85E6-A001-67C9-9413-F87F14ECA106}"/>
          </ac:inkMkLst>
        </pc:inkChg>
      </pc:sldChg>
      <pc:sldChg chg="addSp delSp modSp mod">
        <pc:chgData name="Leônidas Müller de Oliveira" userId="5af9566427f0cd7a" providerId="LiveId" clId="{92D6B3C0-DA6D-4EDF-BF9B-C653B1FD5BE6}" dt="2025-06-30T01:20:41.615" v="318" actId="478"/>
        <pc:sldMkLst>
          <pc:docMk/>
          <pc:sldMk cId="1083320104" sldId="291"/>
        </pc:sldMkLst>
        <pc:grpChg chg="del mod">
          <ac:chgData name="Leônidas Müller de Oliveira" userId="5af9566427f0cd7a" providerId="LiveId" clId="{92D6B3C0-DA6D-4EDF-BF9B-C653B1FD5BE6}" dt="2025-06-30T01:20:40.445" v="317" actId="478"/>
          <ac:grpSpMkLst>
            <pc:docMk/>
            <pc:sldMk cId="1083320104" sldId="291"/>
            <ac:grpSpMk id="11" creationId="{ADFDF414-4DDF-6647-6F32-7315CE60D5B9}"/>
          </ac:grpSpMkLst>
        </pc:grpChg>
        <pc:grpChg chg="del mod">
          <ac:chgData name="Leônidas Müller de Oliveira" userId="5af9566427f0cd7a" providerId="LiveId" clId="{92D6B3C0-DA6D-4EDF-BF9B-C653B1FD5BE6}" dt="2025-06-30T01:20:40.445" v="317" actId="478"/>
          <ac:grpSpMkLst>
            <pc:docMk/>
            <pc:sldMk cId="1083320104" sldId="291"/>
            <ac:grpSpMk id="17" creationId="{F4B0DCF0-0096-C95E-2937-0D4E45C6CC8C}"/>
          </ac:grpSpMkLst>
        </pc:grpChg>
        <pc:grpChg chg="del mod">
          <ac:chgData name="Leônidas Müller de Oliveira" userId="5af9566427f0cd7a" providerId="LiveId" clId="{92D6B3C0-DA6D-4EDF-BF9B-C653B1FD5BE6}" dt="2025-06-28T13:38:45.449" v="83"/>
          <ac:grpSpMkLst>
            <pc:docMk/>
            <pc:sldMk cId="1083320104" sldId="291"/>
            <ac:grpSpMk id="20" creationId="{4F7F4AB6-DFC0-79A3-5B9A-B566E68FF00B}"/>
          </ac:grpSpMkLst>
        </pc:grpChg>
        <pc:grpChg chg="del mod">
          <ac:chgData name="Leônidas Müller de Oliveira" userId="5af9566427f0cd7a" providerId="LiveId" clId="{92D6B3C0-DA6D-4EDF-BF9B-C653B1FD5BE6}" dt="2025-06-28T13:38:48.518" v="88"/>
          <ac:grpSpMkLst>
            <pc:docMk/>
            <pc:sldMk cId="1083320104" sldId="291"/>
            <ac:grpSpMk id="23" creationId="{1CDBC493-28A4-A08F-1A15-6C61CD5BA6A8}"/>
          </ac:grpSpMkLst>
        </pc:grpChg>
        <pc:grpChg chg="del mod">
          <ac:chgData name="Leônidas Müller de Oliveira" userId="5af9566427f0cd7a" providerId="LiveId" clId="{92D6B3C0-DA6D-4EDF-BF9B-C653B1FD5BE6}" dt="2025-06-28T13:38:50.703" v="91"/>
          <ac:grpSpMkLst>
            <pc:docMk/>
            <pc:sldMk cId="1083320104" sldId="291"/>
            <ac:grpSpMk id="28" creationId="{6A44637C-BB20-39CA-7BA5-E0BFFBE178AF}"/>
          </ac:grpSpMkLst>
        </pc:grpChg>
        <pc:grpChg chg="del mod">
          <ac:chgData name="Leônidas Müller de Oliveira" userId="5af9566427f0cd7a" providerId="LiveId" clId="{92D6B3C0-DA6D-4EDF-BF9B-C653B1FD5BE6}" dt="2025-06-28T13:38:55.261" v="93"/>
          <ac:grpSpMkLst>
            <pc:docMk/>
            <pc:sldMk cId="1083320104" sldId="291"/>
            <ac:grpSpMk id="31" creationId="{AEB5ACED-843F-99BF-F417-1E4F7AD1055D}"/>
          </ac:grpSpMkLst>
        </pc:grpChg>
        <pc:grpChg chg="del mod">
          <ac:chgData name="Leônidas Müller de Oliveira" userId="5af9566427f0cd7a" providerId="LiveId" clId="{92D6B3C0-DA6D-4EDF-BF9B-C653B1FD5BE6}" dt="2025-06-30T01:20:40.445" v="317" actId="478"/>
          <ac:grpSpMkLst>
            <pc:docMk/>
            <pc:sldMk cId="1083320104" sldId="291"/>
            <ac:grpSpMk id="33" creationId="{4AC82B29-08E9-FBC8-7E3F-8B2E22FA1C1F}"/>
          </ac:grpSpMkLst>
        </pc:grpChg>
        <pc:inkChg chg="add del">
          <ac:chgData name="Leônidas Müller de Oliveira" userId="5af9566427f0cd7a" providerId="LiveId" clId="{92D6B3C0-DA6D-4EDF-BF9B-C653B1FD5BE6}" dt="2025-06-30T01:20:41.615" v="318" actId="478"/>
          <ac:inkMkLst>
            <pc:docMk/>
            <pc:sldMk cId="1083320104" sldId="291"/>
            <ac:inkMk id="2" creationId="{98F81FB0-D1E7-87A0-242B-502BADF1948F}"/>
          </ac:inkMkLst>
        </pc:inkChg>
        <pc:inkChg chg="add del">
          <ac:chgData name="Leônidas Müller de Oliveira" userId="5af9566427f0cd7a" providerId="LiveId" clId="{92D6B3C0-DA6D-4EDF-BF9B-C653B1FD5BE6}" dt="2025-06-28T13:38:06.270" v="65" actId="9405"/>
          <ac:inkMkLst>
            <pc:docMk/>
            <pc:sldMk cId="1083320104" sldId="291"/>
            <ac:inkMk id="4" creationId="{B9CD498A-3FC4-B116-9DFF-CA94CFF5BBD6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5" creationId="{CA5533C2-C11A-2608-FF3B-A36DA8D9265D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6" creationId="{5EDE8C2B-6796-48C8-97AF-A6EFE41EF051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7" creationId="{9D9BE818-45D8-CF85-875D-E74A552EAEB1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8" creationId="{D90841DD-D3DA-C769-ACA4-0DF6A2CBF009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2" creationId="{D3612B3F-1A51-54B7-35FF-70DD5A92CA66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3" creationId="{67515C9A-FBAF-26CC-1DB9-097A04ED5207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4" creationId="{1B94852F-5630-BB9E-BD0E-561315E502B1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5" creationId="{BF5BCCDB-A7E6-5A6E-1519-A37A787CD39B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6" creationId="{D1EA939C-628B-E667-B684-97A1A22D35E3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8" creationId="{B87881F5-265F-DC1D-A530-2350F53B1F73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19" creationId="{31BC0BC1-2828-C685-DD9F-F468171BA651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1" creationId="{DB33A66D-8A4B-2B04-6D67-DE4D8E9DC974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2" creationId="{29D9A3A0-B656-D0F0-91AA-56B1334953DF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4" creationId="{D7329FE2-2772-20BC-B4CA-3B8809BDF1FF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5" creationId="{EDB822B2-A7C2-D9EB-2B58-041D9C5AB757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6" creationId="{8AA3DA9B-7AEE-4012-F4F0-CBB356333091}"/>
          </ac:inkMkLst>
        </pc:inkChg>
        <pc:inkChg chg="add del mod topLv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7" creationId="{E955BA2C-B6ED-3BE6-F7D4-15DDA1971E63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29" creationId="{16A2A361-C29B-B5A5-24EC-F61C5D60DCE9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0" creationId="{42B4A52C-BEBB-569F-B9C1-F993D82DB397}"/>
          </ac:inkMkLst>
        </pc:inkChg>
        <pc:inkChg chg="add del mod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2" creationId="{457A619B-B7F9-9898-D401-60817E054BF4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4" creationId="{AE6F8744-9C38-DAFF-9E8C-68E749A94F55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5" creationId="{086B4538-2CB7-8866-A550-EC050B461A4A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6" creationId="{A23A8456-1F6D-CDFE-CA9A-02E0226A778F}"/>
          </ac:inkMkLst>
        </pc:inkChg>
        <pc:inkChg chg="add del">
          <ac:chgData name="Leônidas Müller de Oliveira" userId="5af9566427f0cd7a" providerId="LiveId" clId="{92D6B3C0-DA6D-4EDF-BF9B-C653B1FD5BE6}" dt="2025-06-30T01:20:40.445" v="317" actId="478"/>
          <ac:inkMkLst>
            <pc:docMk/>
            <pc:sldMk cId="1083320104" sldId="291"/>
            <ac:inkMk id="37" creationId="{2F612BE5-E0F3-CDF4-E669-044AB5509A13}"/>
          </ac:inkMkLst>
        </pc:inkChg>
      </pc:sldChg>
      <pc:sldChg chg="addSp delSp mod">
        <pc:chgData name="Leônidas Müller de Oliveira" userId="5af9566427f0cd7a" providerId="LiveId" clId="{92D6B3C0-DA6D-4EDF-BF9B-C653B1FD5BE6}" dt="2025-06-28T13:44:32.796" v="155" actId="9405"/>
        <pc:sldMkLst>
          <pc:docMk/>
          <pc:sldMk cId="548551176" sldId="292"/>
        </pc:sldMkLst>
        <pc:inkChg chg="add del">
          <ac:chgData name="Leônidas Müller de Oliveira" userId="5af9566427f0cd7a" providerId="LiveId" clId="{92D6B3C0-DA6D-4EDF-BF9B-C653B1FD5BE6}" dt="2025-06-28T13:44:32.796" v="155" actId="9405"/>
          <ac:inkMkLst>
            <pc:docMk/>
            <pc:sldMk cId="548551176" sldId="292"/>
            <ac:inkMk id="5" creationId="{05632163-1A73-CE0D-FD81-091EBB1FA636}"/>
          </ac:inkMkLst>
        </pc:inkChg>
      </pc:sldChg>
      <pc:sldChg chg="addSp delSp modSp del mod">
        <pc:chgData name="Leônidas Müller de Oliveira" userId="5af9566427f0cd7a" providerId="LiveId" clId="{92D6B3C0-DA6D-4EDF-BF9B-C653B1FD5BE6}" dt="2025-06-30T01:20:58.913" v="328" actId="47"/>
        <pc:sldMkLst>
          <pc:docMk/>
          <pc:sldMk cId="402722321" sldId="293"/>
        </pc:sldMkLst>
        <pc:grpChg chg="del mod">
          <ac:chgData name="Leônidas Müller de Oliveira" userId="5af9566427f0cd7a" providerId="LiveId" clId="{92D6B3C0-DA6D-4EDF-BF9B-C653B1FD5BE6}" dt="2025-06-28T13:53:04.806" v="279"/>
          <ac:grpSpMkLst>
            <pc:docMk/>
            <pc:sldMk cId="402722321" sldId="293"/>
            <ac:grpSpMk id="11" creationId="{0240F31D-0312-1F10-A42C-3391340C4BBF}"/>
          </ac:grpSpMkLst>
        </pc:grpChg>
        <pc:grpChg chg="del mod">
          <ac:chgData name="Leônidas Müller de Oliveira" userId="5af9566427f0cd7a" providerId="LiveId" clId="{92D6B3C0-DA6D-4EDF-BF9B-C653B1FD5BE6}" dt="2025-06-28T14:25:16.696" v="314" actId="478"/>
          <ac:grpSpMkLst>
            <pc:docMk/>
            <pc:sldMk cId="402722321" sldId="293"/>
            <ac:grpSpMk id="13" creationId="{FA99E2D7-5F4F-F8C5-6E30-B136021D80AD}"/>
          </ac:grpSpMkLst>
        </pc:grpChg>
        <pc:grpChg chg="del mod">
          <ac:chgData name="Leônidas Müller de Oliveira" userId="5af9566427f0cd7a" providerId="LiveId" clId="{92D6B3C0-DA6D-4EDF-BF9B-C653B1FD5BE6}" dt="2025-06-28T13:53:17.598" v="286"/>
          <ac:grpSpMkLst>
            <pc:docMk/>
            <pc:sldMk cId="402722321" sldId="293"/>
            <ac:grpSpMk id="18" creationId="{2AD188CE-F0FC-3851-8B27-5F55DAC3AD47}"/>
          </ac:grpSpMkLst>
        </pc:grpChg>
        <pc:grpChg chg="del mod">
          <ac:chgData name="Leônidas Müller de Oliveira" userId="5af9566427f0cd7a" providerId="LiveId" clId="{92D6B3C0-DA6D-4EDF-BF9B-C653B1FD5BE6}" dt="2025-06-28T13:53:21.618" v="290"/>
          <ac:grpSpMkLst>
            <pc:docMk/>
            <pc:sldMk cId="402722321" sldId="293"/>
            <ac:grpSpMk id="20" creationId="{FC8A996A-95DC-2FF0-5B46-05824C1DFBA6}"/>
          </ac:grpSpMkLst>
        </pc:grpChg>
        <pc:grpChg chg="del mod">
          <ac:chgData name="Leônidas Müller de Oliveira" userId="5af9566427f0cd7a" providerId="LiveId" clId="{92D6B3C0-DA6D-4EDF-BF9B-C653B1FD5BE6}" dt="2025-06-28T14:25:16.696" v="314" actId="478"/>
          <ac:grpSpMkLst>
            <pc:docMk/>
            <pc:sldMk cId="402722321" sldId="293"/>
            <ac:grpSpMk id="24" creationId="{DE4BB29F-0243-5C4E-FA25-A21FB0C17D61}"/>
          </ac:grpSpMkLst>
        </pc:grpChg>
        <pc:picChg chg="mod modCrop">
          <ac:chgData name="Leônidas Müller de Oliveira" userId="5af9566427f0cd7a" providerId="LiveId" clId="{92D6B3C0-DA6D-4EDF-BF9B-C653B1FD5BE6}" dt="2025-06-28T13:52:08.999" v="264" actId="14100"/>
          <ac:picMkLst>
            <pc:docMk/>
            <pc:sldMk cId="402722321" sldId="293"/>
            <ac:picMk id="6" creationId="{890E3821-4035-F4DC-75A9-EA25A965E436}"/>
          </ac:picMkLst>
        </pc:picChg>
        <pc:inkChg chg="add de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" creationId="{5394A473-7F07-4D76-C4B2-CC03C30B5C89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3" creationId="{B53CB8C3-B889-FD77-C20C-9E081F928A01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4" creationId="{2D67F493-A3BF-EB27-FF17-62385AA4754C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5" creationId="{2788AACE-0041-0259-C3AB-62C0EE41A115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7" creationId="{A5463E0C-1FD1-B94E-DB83-AD1B2235BAC6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8" creationId="{F42179B6-CFA7-3D90-C52C-570A6692D8C2}"/>
          </ac:inkMkLst>
        </pc:inkChg>
        <pc:inkChg chg="add del mod topLv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9" creationId="{847B1C80-5A7A-6FD9-CDB7-B30612E1F87E}"/>
          </ac:inkMkLst>
        </pc:inkChg>
        <pc:inkChg chg="add del mod topLv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2" creationId="{5E253718-A612-FD59-7557-6C227D2CE188}"/>
          </ac:inkMkLst>
        </pc:inkChg>
        <pc:inkChg chg="add de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4" creationId="{5D8E90FD-5570-6038-947B-DD6853C1A11A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5" creationId="{72F34BCB-64BB-0395-BDAA-01FC6FDCAA3B}"/>
          </ac:inkMkLst>
        </pc:inkChg>
        <pc:inkChg chg="add del mod topLv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6" creationId="{345E4B3D-1E45-B6A9-6088-9994DC0D212D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7" creationId="{701C8EE0-AD7E-9601-6D13-AB1395B527B8}"/>
          </ac:inkMkLst>
        </pc:inkChg>
        <pc:inkChg chg="add del mod topLv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19" creationId="{47A9F4D1-1653-A1C3-9D35-87B793E785DA}"/>
          </ac:inkMkLst>
        </pc:inkChg>
        <pc:inkChg chg="add de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1" creationId="{CBC004AC-3154-321B-42CF-87401D2152CE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2" creationId="{8834C08E-8EC9-D218-E0AD-182E51541690}"/>
          </ac:inkMkLst>
        </pc:inkChg>
        <pc:inkChg chg="add del mod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3" creationId="{8CA757D1-C165-6BD5-A3FE-803B390C3790}"/>
          </ac:inkMkLst>
        </pc:inkChg>
        <pc:inkChg chg="add de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5" creationId="{DBAB7128-3790-9475-5078-652F98F9A568}"/>
          </ac:inkMkLst>
        </pc:inkChg>
        <pc:inkChg chg="add del">
          <ac:chgData name="Leônidas Müller de Oliveira" userId="5af9566427f0cd7a" providerId="LiveId" clId="{92D6B3C0-DA6D-4EDF-BF9B-C653B1FD5BE6}" dt="2025-06-28T14:25:16.696" v="314" actId="478"/>
          <ac:inkMkLst>
            <pc:docMk/>
            <pc:sldMk cId="402722321" sldId="293"/>
            <ac:inkMk id="26" creationId="{95ADB72E-D691-4A64-0DFD-F4EDA34BAD1F}"/>
          </ac:inkMkLst>
        </pc:inkChg>
      </pc:sldChg>
      <pc:sldChg chg="delSp del mod">
        <pc:chgData name="Leônidas Müller de Oliveira" userId="5af9566427f0cd7a" providerId="LiveId" clId="{92D6B3C0-DA6D-4EDF-BF9B-C653B1FD5BE6}" dt="2025-06-30T01:20:53.642" v="327" actId="47"/>
        <pc:sldMkLst>
          <pc:docMk/>
          <pc:sldMk cId="3929197866" sldId="294"/>
        </pc:sldMkLst>
        <pc:grpChg chg="del">
          <ac:chgData name="Leônidas Müller de Oliveira" userId="5af9566427f0cd7a" providerId="LiveId" clId="{92D6B3C0-DA6D-4EDF-BF9B-C653B1FD5BE6}" dt="2025-06-28T13:44:24.858" v="153" actId="478"/>
          <ac:grpSpMkLst>
            <pc:docMk/>
            <pc:sldMk cId="3929197866" sldId="294"/>
            <ac:grpSpMk id="169" creationId="{3219D8EB-9594-DC5E-1CE6-CBE02652561F}"/>
          </ac:grpSpMkLst>
        </pc:grp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57" creationId="{C7415E63-811D-F943-480B-FFD7C4D33A31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58" creationId="{44E183D5-E9AD-BCDA-5205-585ACFA9B19D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59" creationId="{5F9D2CEC-5894-CEE2-2A60-9F1590BF1D1E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60" creationId="{61184265-A238-8341-906F-85816DA53C66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61" creationId="{6E6D3736-A339-3CF2-216C-27DD4132F8F8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63" creationId="{989B0098-0CA5-10D2-6CE2-DD89F4357E5F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0" creationId="{D93117DC-F27A-4E29-C32F-5993096D8E14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1" creationId="{4486237E-A48E-84EC-E067-FBF143131854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3" creationId="{C532ED2D-8DDE-7A9E-C55F-F6AFE7F9766C}"/>
          </ac:inkMkLst>
        </pc:inkChg>
        <pc:inkChg chg="del topLv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4" creationId="{A57A7EDE-C5F1-2B76-0413-50EF75056315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5" creationId="{B47141F5-D01D-9C44-600F-9BE4F9F22FE6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7" creationId="{E772EB28-14C7-383F-B84B-F1B63FE07E5F}"/>
          </ac:inkMkLst>
        </pc:inkChg>
        <pc:inkChg chg="del topLv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38" creationId="{A54DFBD2-EEB6-8270-69A8-1DEC49EAFC25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42" creationId="{C06711CA-08D9-AF1F-29A0-F7D7AA417156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43" creationId="{5E65E90E-4E90-3BAD-B4B1-04E63122FFDC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44" creationId="{51638291-7F57-3F71-6071-30B5686193D1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47" creationId="{9C362367-C4E3-7E5B-E0E1-F3FFF5AE4847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48" creationId="{9D4AE532-84F2-C6CC-61D4-A513B31AA053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0" creationId="{70DF569C-E625-A601-6A99-F1540BB9053F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4" creationId="{1DF0A33E-C320-E20B-8157-A998D1CCFFF1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5" creationId="{5CB70E2D-81CD-EB41-5FAC-B25362115BE2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6" creationId="{BE014C9B-82CA-6837-6EFB-9FD17B414D77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8" creationId="{B8C55F0B-8F18-C3D1-CEB3-EB88D37C764C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59" creationId="{B9F844C4-9AE9-B1FF-E588-DAADF0148921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0" creationId="{65590479-FEE8-FCB9-7E44-B5C4AD8CDB19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1" creationId="{9FC7F861-6073-9AAB-DC9F-CC5C4B91F0CD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2" creationId="{B66C86DF-910E-8ED7-92A6-2AEEBEB55E5C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3" creationId="{07FE8FA4-2CBC-C903-175B-77D7D2554A6D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5" creationId="{618EAE9D-6EE5-FA40-1897-4C37D95C8C8C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6" creationId="{C4663B12-95BB-296F-F506-A7BCC1633A01}"/>
          </ac:inkMkLst>
        </pc:inkChg>
        <pc:inkChg chg="del">
          <ac:chgData name="Leônidas Müller de Oliveira" userId="5af9566427f0cd7a" providerId="LiveId" clId="{92D6B3C0-DA6D-4EDF-BF9B-C653B1FD5BE6}" dt="2025-06-28T13:44:24.858" v="153" actId="478"/>
          <ac:inkMkLst>
            <pc:docMk/>
            <pc:sldMk cId="3929197866" sldId="294"/>
            <ac:inkMk id="168" creationId="{B647E270-D672-B81F-8A0D-8DBE2F230C66}"/>
          </ac:inkMkLst>
        </pc:inkChg>
      </pc:sldChg>
      <pc:sldChg chg="addSp delSp modSp add del mod">
        <pc:chgData name="Leônidas Müller de Oliveira" userId="5af9566427f0cd7a" providerId="LiveId" clId="{92D6B3C0-DA6D-4EDF-BF9B-C653B1FD5BE6}" dt="2025-06-30T01:20:46.301" v="320" actId="47"/>
        <pc:sldMkLst>
          <pc:docMk/>
          <pc:sldMk cId="2747104185" sldId="295"/>
        </pc:sldMkLst>
        <pc:grpChg chg="del">
          <ac:chgData name="Leônidas Müller de Oliveira" userId="5af9566427f0cd7a" providerId="LiveId" clId="{92D6B3C0-DA6D-4EDF-BF9B-C653B1FD5BE6}" dt="2025-06-28T13:39:30.986" v="99" actId="478"/>
          <ac:grpSpMkLst>
            <pc:docMk/>
            <pc:sldMk cId="2747104185" sldId="295"/>
            <ac:grpSpMk id="11" creationId="{ADFDF414-4DDF-6647-6F32-7315CE60D5B9}"/>
          </ac:grpSpMkLst>
        </pc:grpChg>
        <pc:grpChg chg="del">
          <ac:chgData name="Leônidas Müller de Oliveira" userId="5af9566427f0cd7a" providerId="LiveId" clId="{92D6B3C0-DA6D-4EDF-BF9B-C653B1FD5BE6}" dt="2025-06-28T13:39:30.986" v="99" actId="478"/>
          <ac:grpSpMkLst>
            <pc:docMk/>
            <pc:sldMk cId="2747104185" sldId="295"/>
            <ac:grpSpMk id="17" creationId="{F4B0DCF0-0096-C95E-2937-0D4E45C6CC8C}"/>
          </ac:grpSpMkLst>
        </pc:grpChg>
        <pc:grpChg chg="del">
          <ac:chgData name="Leônidas Müller de Oliveira" userId="5af9566427f0cd7a" providerId="LiveId" clId="{92D6B3C0-DA6D-4EDF-BF9B-C653B1FD5BE6}" dt="2025-06-28T13:39:30.986" v="99" actId="478"/>
          <ac:grpSpMkLst>
            <pc:docMk/>
            <pc:sldMk cId="2747104185" sldId="295"/>
            <ac:grpSpMk id="33" creationId="{4AC82B29-08E9-FBC8-7E3F-8B2E22FA1C1F}"/>
          </ac:grpSpMkLst>
        </pc:grpChg>
        <pc:grpChg chg="del mod">
          <ac:chgData name="Leônidas Müller de Oliveira" userId="5af9566427f0cd7a" providerId="LiveId" clId="{92D6B3C0-DA6D-4EDF-BF9B-C653B1FD5BE6}" dt="2025-06-30T01:20:44.654" v="319" actId="478"/>
          <ac:grpSpMkLst>
            <pc:docMk/>
            <pc:sldMk cId="2747104185" sldId="295"/>
            <ac:grpSpMk id="39" creationId="{31491963-D65D-323B-25B4-80520C23ADEE}"/>
          </ac:grpSpMkLst>
        </pc:grpChg>
        <pc:grpChg chg="del mod">
          <ac:chgData name="Leônidas Müller de Oliveira" userId="5af9566427f0cd7a" providerId="LiveId" clId="{92D6B3C0-DA6D-4EDF-BF9B-C653B1FD5BE6}" dt="2025-06-30T01:20:44.654" v="319" actId="478"/>
          <ac:grpSpMkLst>
            <pc:docMk/>
            <pc:sldMk cId="2747104185" sldId="295"/>
            <ac:grpSpMk id="43" creationId="{DE19637A-6CCB-E05C-3ABB-C1FFC4DA6C4B}"/>
          </ac:grpSpMkLst>
        </pc:grpChg>
        <pc:grpChg chg="del mod">
          <ac:chgData name="Leônidas Müller de Oliveira" userId="5af9566427f0cd7a" providerId="LiveId" clId="{92D6B3C0-DA6D-4EDF-BF9B-C653B1FD5BE6}" dt="2025-06-28T13:40:56.437" v="145"/>
          <ac:grpSpMkLst>
            <pc:docMk/>
            <pc:sldMk cId="2747104185" sldId="295"/>
            <ac:grpSpMk id="47" creationId="{7AF46C96-4AEF-B89D-20E8-822FB8DA6C4A}"/>
          </ac:grpSpMkLst>
        </pc:grpChg>
        <pc:grpChg chg="del mod">
          <ac:chgData name="Leônidas Müller de Oliveira" userId="5af9566427f0cd7a" providerId="LiveId" clId="{92D6B3C0-DA6D-4EDF-BF9B-C653B1FD5BE6}" dt="2025-06-30T01:20:44.654" v="319" actId="478"/>
          <ac:grpSpMkLst>
            <pc:docMk/>
            <pc:sldMk cId="2747104185" sldId="295"/>
            <ac:grpSpMk id="59" creationId="{590448A9-79FB-2652-9045-F1B6F196929C}"/>
          </ac:grpSpMkLst>
        </pc:grpChg>
        <pc:grpChg chg="del mod">
          <ac:chgData name="Leônidas Müller de Oliveira" userId="5af9566427f0cd7a" providerId="LiveId" clId="{92D6B3C0-DA6D-4EDF-BF9B-C653B1FD5BE6}" dt="2025-06-28T13:41:03.670" v="152"/>
          <ac:grpSpMkLst>
            <pc:docMk/>
            <pc:sldMk cId="2747104185" sldId="295"/>
            <ac:grpSpMk id="128" creationId="{FC375A88-3625-EEED-96FA-AFBF3296DB5C}"/>
          </ac:grpSpMkLst>
        </pc:grpChg>
        <pc:grpChg chg="del mod">
          <ac:chgData name="Leônidas Müller de Oliveira" userId="5af9566427f0cd7a" providerId="LiveId" clId="{92D6B3C0-DA6D-4EDF-BF9B-C653B1FD5BE6}" dt="2025-06-30T01:20:44.654" v="319" actId="478"/>
          <ac:grpSpMkLst>
            <pc:docMk/>
            <pc:sldMk cId="2747104185" sldId="295"/>
            <ac:grpSpMk id="130" creationId="{E349178C-4CAB-1638-C405-E10D74A177F3}"/>
          </ac:grpSpMkLst>
        </pc:grpChg>
        <pc:inkChg chg="add de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" creationId="{13517794-9847-12B2-1B28-C92C30811D16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5" creationId="{CA5533C2-C11A-2608-FF3B-A36DA8D9265D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6" creationId="{5EDE8C2B-6796-48C8-97AF-A6EFE41EF051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7" creationId="{9D9BE818-45D8-CF85-875D-E74A552EAEB1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8" creationId="{D90841DD-D3DA-C769-ACA4-0DF6A2CBF009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2" creationId="{D3612B3F-1A51-54B7-35FF-70DD5A92CA66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3" creationId="{67515C9A-FBAF-26CC-1DB9-097A04ED5207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4" creationId="{1B94852F-5630-BB9E-BD0E-561315E502B1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5" creationId="{BF5BCCDB-A7E6-5A6E-1519-A37A787CD39B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6" creationId="{D1EA939C-628B-E667-B684-97A1A22D35E3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8" creationId="{B87881F5-265F-DC1D-A530-2350F53B1F73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19" creationId="{31BC0BC1-2828-C685-DD9F-F468171BA651}"/>
          </ac:inkMkLst>
        </pc:inkChg>
        <pc:inkChg chg="add de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20" creationId="{017A8A98-0953-632D-6606-6964D05ADB1F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1" creationId="{DB33A66D-8A4B-2B04-6D67-DE4D8E9DC974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2" creationId="{29D9A3A0-B656-D0F0-91AA-56B1334953DF}"/>
          </ac:inkMkLst>
        </pc:inkChg>
        <pc:inkChg chg="add de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23" creationId="{A7CE7372-E904-FB5B-244A-00B942B05E8F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4" creationId="{D7329FE2-2772-20BC-B4CA-3B8809BDF1FF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5" creationId="{EDB822B2-A7C2-D9EB-2B58-041D9C5AB757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6" creationId="{8AA3DA9B-7AEE-4012-F4F0-CBB356333091}"/>
          </ac:inkMkLst>
        </pc:inkChg>
        <pc:inkChg chg="del topLv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7" creationId="{E955BA2C-B6ED-3BE6-F7D4-15DDA1971E63}"/>
          </ac:inkMkLst>
        </pc:inkChg>
        <pc:inkChg chg="add de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28" creationId="{BFF58053-9877-966A-88A6-E6E77985B7BF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29" creationId="{16A2A361-C29B-B5A5-24EC-F61C5D60DCE9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0" creationId="{42B4A52C-BEBB-569F-B9C1-F993D82DB397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31" creationId="{959823D2-96D3-3303-2A35-4D169504A0E3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2" creationId="{457A619B-B7F9-9898-D401-60817E054BF4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4" creationId="{AE6F8744-9C38-DAFF-9E8C-68E749A94F55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5" creationId="{086B4538-2CB7-8866-A550-EC050B461A4A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6" creationId="{A23A8456-1F6D-CDFE-CA9A-02E0226A778F}"/>
          </ac:inkMkLst>
        </pc:inkChg>
        <pc:inkChg chg="del">
          <ac:chgData name="Leônidas Müller de Oliveira" userId="5af9566427f0cd7a" providerId="LiveId" clId="{92D6B3C0-DA6D-4EDF-BF9B-C653B1FD5BE6}" dt="2025-06-28T13:39:30.986" v="99" actId="478"/>
          <ac:inkMkLst>
            <pc:docMk/>
            <pc:sldMk cId="2747104185" sldId="295"/>
            <ac:inkMk id="37" creationId="{2F612BE5-E0F3-CDF4-E669-044AB5509A13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38" creationId="{0DE836CF-476E-143D-E09E-C07116C37042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0" creationId="{3AB2C9FC-92D3-EA2E-0E0C-861C212B7538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1" creationId="{20D7C169-5672-9285-CBC6-658165CC1A57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2" creationId="{3FA19465-954E-6B91-75AD-2692101AA65B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4" creationId="{F300A9A3-733E-53F6-3A24-3D408228DBBA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5" creationId="{2317E259-CCE3-26C6-9137-2FEC2B637829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6" creationId="{673C2EFD-B128-9691-B9CD-CC4EBE972872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8" creationId="{630AA24A-B3C2-9565-2333-1CCA461A7567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49" creationId="{871BF1CA-51E1-9733-D9F0-006531D26DB0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0" creationId="{79413FD2-10AD-7E81-A4D4-FE0605269FE5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1" creationId="{0755F381-4466-40BF-3A1F-07C99F6A2FAA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2" creationId="{CF45F8A3-62B7-79EE-FC23-EE21ADDFF4BF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3" creationId="{3AA96854-8A3E-5610-DC97-DCE03B2BEFE1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4" creationId="{86A202BF-DDFF-DC8D-1CFC-B9B13C0DD242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5" creationId="{57A1BA2B-B577-80DC-386B-C790FCE57434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6" creationId="{86FC8BA4-179A-9DFB-440E-0951ADCE2D6F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7" creationId="{FE0B05F5-1F09-60D4-C97F-3E48F454C867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58" creationId="{DFB9186E-6004-83D4-9A50-2E8E9399EEDB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60" creationId="{62B854AA-A95E-F444-88E7-E79F8BE00F07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61" creationId="{07B8A7E7-6B9D-48DD-C3ED-0F1AF0CFC659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62" creationId="{45214009-323E-6066-6764-8DDA0F09907A}"/>
          </ac:inkMkLst>
        </pc:inkChg>
        <pc:inkChg chg="add del mod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63" creationId="{F89E7D83-8B63-A6B1-5124-72B1C4F3C00B}"/>
          </ac:inkMkLst>
        </pc:inkChg>
        <pc:inkChg chg="add del mod topLvl">
          <ac:chgData name="Leônidas Müller de Oliveira" userId="5af9566427f0cd7a" providerId="LiveId" clId="{92D6B3C0-DA6D-4EDF-BF9B-C653B1FD5BE6}" dt="2025-06-30T01:20:44.654" v="319" actId="478"/>
          <ac:inkMkLst>
            <pc:docMk/>
            <pc:sldMk cId="2747104185" sldId="295"/>
            <ac:inkMk id="129" creationId="{B266BF60-7AA1-427F-F75F-43451738A41A}"/>
          </ac:inkMkLst>
        </pc:inkChg>
      </pc:sldChg>
      <pc:sldChg chg="addSp delSp modSp add del mod">
        <pc:chgData name="Leônidas Müller de Oliveira" userId="5af9566427f0cd7a" providerId="LiveId" clId="{92D6B3C0-DA6D-4EDF-BF9B-C653B1FD5BE6}" dt="2025-06-30T01:20:47.890" v="321" actId="47"/>
        <pc:sldMkLst>
          <pc:docMk/>
          <pc:sldMk cId="787677247" sldId="296"/>
        </pc:sldMkLst>
        <pc:grpChg chg="add del mod">
          <ac:chgData name="Leônidas Müller de Oliveira" userId="5af9566427f0cd7a" providerId="LiveId" clId="{92D6B3C0-DA6D-4EDF-BF9B-C653B1FD5BE6}" dt="2025-06-28T13:45:17.160" v="170"/>
          <ac:grpSpMkLst>
            <pc:docMk/>
            <pc:sldMk cId="787677247" sldId="296"/>
            <ac:grpSpMk id="7" creationId="{3C012E11-FA8E-888C-34B3-E6E7824F0A36}"/>
          </ac:grpSpMkLst>
        </pc:grpChg>
        <pc:grpChg chg="mod">
          <ac:chgData name="Leônidas Müller de Oliveira" userId="5af9566427f0cd7a" providerId="LiveId" clId="{92D6B3C0-DA6D-4EDF-BF9B-C653B1FD5BE6}" dt="2025-06-28T13:45:11.548" v="165"/>
          <ac:grpSpMkLst>
            <pc:docMk/>
            <pc:sldMk cId="787677247" sldId="296"/>
            <ac:grpSpMk id="13" creationId="{3B61F410-3460-D94C-B2A8-25430AB3EB5F}"/>
          </ac:grpSpMkLst>
        </pc:grpChg>
        <pc:grpChg chg="del mod">
          <ac:chgData name="Leônidas Müller de Oliveira" userId="5af9566427f0cd7a" providerId="LiveId" clId="{92D6B3C0-DA6D-4EDF-BF9B-C653B1FD5BE6}" dt="2025-06-28T13:45:18.158" v="172"/>
          <ac:grpSpMkLst>
            <pc:docMk/>
            <pc:sldMk cId="787677247" sldId="296"/>
            <ac:grpSpMk id="17" creationId="{A20AF9BE-EBD5-9C0F-62C3-BF14DF9D6096}"/>
          </ac:grpSpMkLst>
        </pc:grpChg>
        <pc:grpChg chg="add del mod">
          <ac:chgData name="Leônidas Müller de Oliveira" userId="5af9566427f0cd7a" providerId="LiveId" clId="{92D6B3C0-DA6D-4EDF-BF9B-C653B1FD5BE6}" dt="2025-06-28T13:45:27.413" v="180"/>
          <ac:grpSpMkLst>
            <pc:docMk/>
            <pc:sldMk cId="787677247" sldId="296"/>
            <ac:grpSpMk id="19" creationId="{2DBDBD1D-1DFC-83A9-E80E-E01EB8265F24}"/>
          </ac:grpSpMkLst>
        </pc:grpChg>
        <pc:grpChg chg="mod">
          <ac:chgData name="Leônidas Müller de Oliveira" userId="5af9566427f0cd7a" providerId="LiveId" clId="{92D6B3C0-DA6D-4EDF-BF9B-C653B1FD5BE6}" dt="2025-06-28T13:45:22.451" v="178"/>
          <ac:grpSpMkLst>
            <pc:docMk/>
            <pc:sldMk cId="787677247" sldId="296"/>
            <ac:grpSpMk id="21" creationId="{14B2F8AE-E1FB-BE3A-6631-98AD13D1CD0D}"/>
          </ac:grpSpMkLst>
        </pc:grpChg>
        <pc:grpChg chg="mod">
          <ac:chgData name="Leônidas Müller de Oliveira" userId="5af9566427f0cd7a" providerId="LiveId" clId="{92D6B3C0-DA6D-4EDF-BF9B-C653B1FD5BE6}" dt="2025-06-28T13:45:27.413" v="180"/>
          <ac:grpSpMkLst>
            <pc:docMk/>
            <pc:sldMk cId="787677247" sldId="296"/>
            <ac:grpSpMk id="24" creationId="{DBCADE19-6608-D824-8B46-26F5DE39083A}"/>
          </ac:grpSpMkLst>
        </pc:grp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5" creationId="{2F969EDE-9AB5-F80D-B42A-498D001CE116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6" creationId="{A2AB675F-93E3-8935-C124-C06C198F5659}"/>
          </ac:inkMkLst>
        </pc:inkChg>
        <pc:inkChg chg="add del">
          <ac:chgData name="Leônidas Müller de Oliveira" userId="5af9566427f0cd7a" providerId="LiveId" clId="{92D6B3C0-DA6D-4EDF-BF9B-C653B1FD5BE6}" dt="2025-06-28T13:45:33.297" v="182" actId="478"/>
          <ac:inkMkLst>
            <pc:docMk/>
            <pc:sldMk cId="787677247" sldId="296"/>
            <ac:inkMk id="8" creationId="{31C65C54-FEFE-AE36-6D66-DA5D206A9DCD}"/>
          </ac:inkMkLst>
        </pc:inkChg>
        <pc:inkChg chg="add del mod">
          <ac:chgData name="Leônidas Müller de Oliveira" userId="5af9566427f0cd7a" providerId="LiveId" clId="{92D6B3C0-DA6D-4EDF-BF9B-C653B1FD5BE6}" dt="2025-06-28T13:45:12.566" v="166" actId="9405"/>
          <ac:inkMkLst>
            <pc:docMk/>
            <pc:sldMk cId="787677247" sldId="296"/>
            <ac:inkMk id="11" creationId="{DC91A285-2972-A138-BE39-4E598AA2B212}"/>
          </ac:inkMkLst>
        </pc:inkChg>
        <pc:inkChg chg="add del mod">
          <ac:chgData name="Leônidas Müller de Oliveira" userId="5af9566427f0cd7a" providerId="LiveId" clId="{92D6B3C0-DA6D-4EDF-BF9B-C653B1FD5BE6}" dt="2025-06-28T13:45:11.548" v="165"/>
          <ac:inkMkLst>
            <pc:docMk/>
            <pc:sldMk cId="787677247" sldId="296"/>
            <ac:inkMk id="12" creationId="{CA1526EA-01CA-764B-C00D-B9347075DD38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14" creationId="{4EE3EF9B-C7B7-E05F-D980-745CFDF59B3E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15" creationId="{190C2E6E-F398-A0DE-3B8E-A8A02719924C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16" creationId="{297A2ECD-B416-4AFC-5120-668ECC535987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18" creationId="{148AAFDE-B12A-BD13-D33B-AAAA7F43F0BA}"/>
          </ac:inkMkLst>
        </pc:inkChg>
        <pc:inkChg chg="add del mod">
          <ac:chgData name="Leônidas Müller de Oliveira" userId="5af9566427f0cd7a" providerId="LiveId" clId="{92D6B3C0-DA6D-4EDF-BF9B-C653B1FD5BE6}" dt="2025-06-28T13:45:22.451" v="178"/>
          <ac:inkMkLst>
            <pc:docMk/>
            <pc:sldMk cId="787677247" sldId="296"/>
            <ac:inkMk id="20" creationId="{CB587552-61AB-A5A4-280D-5D1331401211}"/>
          </ac:inkMkLst>
        </pc:inkChg>
        <pc:inkChg chg="add del">
          <ac:chgData name="Leônidas Müller de Oliveira" userId="5af9566427f0cd7a" providerId="LiveId" clId="{92D6B3C0-DA6D-4EDF-BF9B-C653B1FD5BE6}" dt="2025-06-28T13:45:20.535" v="176" actId="9405"/>
          <ac:inkMkLst>
            <pc:docMk/>
            <pc:sldMk cId="787677247" sldId="296"/>
            <ac:inkMk id="22" creationId="{FDB8BE07-3633-3248-236F-645BB459022B}"/>
          </ac:inkMkLst>
        </pc:inkChg>
        <pc:inkChg chg="add mod">
          <ac:chgData name="Leônidas Müller de Oliveira" userId="5af9566427f0cd7a" providerId="LiveId" clId="{92D6B3C0-DA6D-4EDF-BF9B-C653B1FD5BE6}" dt="2025-06-28T13:45:27.413" v="180"/>
          <ac:inkMkLst>
            <pc:docMk/>
            <pc:sldMk cId="787677247" sldId="296"/>
            <ac:inkMk id="23" creationId="{295467E8-08E6-1C4A-534B-44C2DA76C7CF}"/>
          </ac:inkMkLst>
        </pc:inkChg>
        <pc:inkChg chg="add">
          <ac:chgData name="Leônidas Müller de Oliveira" userId="5af9566427f0cd7a" providerId="LiveId" clId="{92D6B3C0-DA6D-4EDF-BF9B-C653B1FD5BE6}" dt="2025-06-28T13:45:29.502" v="181" actId="9405"/>
          <ac:inkMkLst>
            <pc:docMk/>
            <pc:sldMk cId="787677247" sldId="296"/>
            <ac:inkMk id="25" creationId="{3242C053-448B-5EB6-F33A-CFB5008B57E2}"/>
          </ac:inkMkLst>
        </pc:inkChg>
        <pc:inkChg chg="add">
          <ac:chgData name="Leônidas Müller de Oliveira" userId="5af9566427f0cd7a" providerId="LiveId" clId="{92D6B3C0-DA6D-4EDF-BF9B-C653B1FD5BE6}" dt="2025-06-28T13:45:36.917" v="183" actId="9405"/>
          <ac:inkMkLst>
            <pc:docMk/>
            <pc:sldMk cId="787677247" sldId="296"/>
            <ac:inkMk id="26" creationId="{ADA37025-D228-7CE9-EC03-319F3922F650}"/>
          </ac:inkMkLst>
        </pc:inkChg>
      </pc:sldChg>
      <pc:sldChg chg="addSp delSp modSp add del mod">
        <pc:chgData name="Leônidas Müller de Oliveira" userId="5af9566427f0cd7a" providerId="LiveId" clId="{92D6B3C0-DA6D-4EDF-BF9B-C653B1FD5BE6}" dt="2025-06-30T01:20:49.022" v="322" actId="47"/>
        <pc:sldMkLst>
          <pc:docMk/>
          <pc:sldMk cId="4179417362" sldId="297"/>
        </pc:sldMkLst>
        <pc:grpChg chg="mod">
          <ac:chgData name="Leônidas Müller de Oliveira" userId="5af9566427f0cd7a" providerId="LiveId" clId="{92D6B3C0-DA6D-4EDF-BF9B-C653B1FD5BE6}" dt="2025-06-28T13:46:20.120" v="192"/>
          <ac:grpSpMkLst>
            <pc:docMk/>
            <pc:sldMk cId="4179417362" sldId="297"/>
            <ac:grpSpMk id="12" creationId="{D03A338D-8806-0E20-78D1-B204394813C4}"/>
          </ac:grpSpMkLst>
        </pc:grpChg>
        <pc:inkChg chg="add">
          <ac:chgData name="Leônidas Müller de Oliveira" userId="5af9566427f0cd7a" providerId="LiveId" clId="{92D6B3C0-DA6D-4EDF-BF9B-C653B1FD5BE6}" dt="2025-06-28T13:46:13.289" v="189" actId="9405"/>
          <ac:inkMkLst>
            <pc:docMk/>
            <pc:sldMk cId="4179417362" sldId="297"/>
            <ac:inkMk id="7" creationId="{975DB3B1-3EBD-9A30-9626-83E6382028FA}"/>
          </ac:inkMkLst>
        </pc:inkChg>
        <pc:inkChg chg="add mod">
          <ac:chgData name="Leônidas Müller de Oliveira" userId="5af9566427f0cd7a" providerId="LiveId" clId="{92D6B3C0-DA6D-4EDF-BF9B-C653B1FD5BE6}" dt="2025-06-28T13:46:20.120" v="192"/>
          <ac:inkMkLst>
            <pc:docMk/>
            <pc:sldMk cId="4179417362" sldId="297"/>
            <ac:inkMk id="8" creationId="{9A9EB0F7-8976-2B3D-57A8-F649CF442739}"/>
          </ac:inkMkLst>
        </pc:inkChg>
        <pc:inkChg chg="add mod">
          <ac:chgData name="Leônidas Müller de Oliveira" userId="5af9566427f0cd7a" providerId="LiveId" clId="{92D6B3C0-DA6D-4EDF-BF9B-C653B1FD5BE6}" dt="2025-06-28T13:46:20.120" v="192"/>
          <ac:inkMkLst>
            <pc:docMk/>
            <pc:sldMk cId="4179417362" sldId="297"/>
            <ac:inkMk id="11" creationId="{96228B9D-2CB4-09D4-3F54-16C1DBC12962}"/>
          </ac:inkMkLst>
        </pc:inkChg>
        <pc:inkChg chg="del">
          <ac:chgData name="Leônidas Müller de Oliveira" userId="5af9566427f0cd7a" providerId="LiveId" clId="{92D6B3C0-DA6D-4EDF-BF9B-C653B1FD5BE6}" dt="2025-06-28T13:46:10.077" v="188" actId="478"/>
          <ac:inkMkLst>
            <pc:docMk/>
            <pc:sldMk cId="4179417362" sldId="297"/>
            <ac:inkMk id="15" creationId="{190C2E6E-F398-A0DE-3B8E-A8A02719924C}"/>
          </ac:inkMkLst>
        </pc:inkChg>
        <pc:inkChg chg="del">
          <ac:chgData name="Leônidas Müller de Oliveira" userId="5af9566427f0cd7a" providerId="LiveId" clId="{92D6B3C0-DA6D-4EDF-BF9B-C653B1FD5BE6}" dt="2025-06-28T13:46:08.504" v="187" actId="478"/>
          <ac:inkMkLst>
            <pc:docMk/>
            <pc:sldMk cId="4179417362" sldId="297"/>
            <ac:inkMk id="16" creationId="{297A2ECD-B416-4AFC-5120-668ECC535987}"/>
          </ac:inkMkLst>
        </pc:inkChg>
        <pc:inkChg chg="del">
          <ac:chgData name="Leônidas Müller de Oliveira" userId="5af9566427f0cd7a" providerId="LiveId" clId="{92D6B3C0-DA6D-4EDF-BF9B-C653B1FD5BE6}" dt="2025-06-28T13:46:05.334" v="186" actId="478"/>
          <ac:inkMkLst>
            <pc:docMk/>
            <pc:sldMk cId="4179417362" sldId="297"/>
            <ac:inkMk id="23" creationId="{295467E8-08E6-1C4A-534B-44C2DA76C7CF}"/>
          </ac:inkMkLst>
        </pc:inkChg>
        <pc:inkChg chg="del">
          <ac:chgData name="Leônidas Müller de Oliveira" userId="5af9566427f0cd7a" providerId="LiveId" clId="{92D6B3C0-DA6D-4EDF-BF9B-C653B1FD5BE6}" dt="2025-06-28T13:46:03.122" v="185" actId="478"/>
          <ac:inkMkLst>
            <pc:docMk/>
            <pc:sldMk cId="4179417362" sldId="297"/>
            <ac:inkMk id="26" creationId="{ADA37025-D228-7CE9-EC03-319F3922F650}"/>
          </ac:inkMkLst>
        </pc:inkChg>
      </pc:sldChg>
      <pc:sldChg chg="addSp delSp modSp add del mod">
        <pc:chgData name="Leônidas Müller de Oliveira" userId="5af9566427f0cd7a" providerId="LiveId" clId="{92D6B3C0-DA6D-4EDF-BF9B-C653B1FD5BE6}" dt="2025-06-30T01:20:49.760" v="323" actId="47"/>
        <pc:sldMkLst>
          <pc:docMk/>
          <pc:sldMk cId="702880126" sldId="298"/>
        </pc:sldMkLst>
        <pc:grpChg chg="mod">
          <ac:chgData name="Leônidas Müller de Oliveira" userId="5af9566427f0cd7a" providerId="LiveId" clId="{92D6B3C0-DA6D-4EDF-BF9B-C653B1FD5BE6}" dt="2025-06-28T13:47:17.730" v="201"/>
          <ac:grpSpMkLst>
            <pc:docMk/>
            <pc:sldMk cId="702880126" sldId="298"/>
            <ac:grpSpMk id="22" creationId="{D288D995-26C8-4DA7-4064-A84316DF8F86}"/>
          </ac:grpSpMkLst>
        </pc:grpChg>
        <pc:grpChg chg="mod">
          <ac:chgData name="Leônidas Müller de Oliveira" userId="5af9566427f0cd7a" providerId="LiveId" clId="{92D6B3C0-DA6D-4EDF-BF9B-C653B1FD5BE6}" dt="2025-06-28T13:47:24.660" v="204"/>
          <ac:grpSpMkLst>
            <pc:docMk/>
            <pc:sldMk cId="702880126" sldId="298"/>
            <ac:grpSpMk id="27" creationId="{36F69B44-C442-9EA0-1FC2-404B23E59C12}"/>
          </ac:grpSpMkLst>
        </pc:grpChg>
        <pc:grpChg chg="mod">
          <ac:chgData name="Leônidas Müller de Oliveira" userId="5af9566427f0cd7a" providerId="LiveId" clId="{92D6B3C0-DA6D-4EDF-BF9B-C653B1FD5BE6}" dt="2025-06-28T13:47:37.576" v="218"/>
          <ac:grpSpMkLst>
            <pc:docMk/>
            <pc:sldMk cId="702880126" sldId="298"/>
            <ac:grpSpMk id="39" creationId="{2456E3AF-FEC0-7FCA-22E4-5203C19F1989}"/>
          </ac:grpSpMkLst>
        </pc:grpChg>
        <pc:inkChg chg="add">
          <ac:chgData name="Leônidas Müller de Oliveira" userId="5af9566427f0cd7a" providerId="LiveId" clId="{92D6B3C0-DA6D-4EDF-BF9B-C653B1FD5BE6}" dt="2025-06-28T13:46:50.381" v="194" actId="9405"/>
          <ac:inkMkLst>
            <pc:docMk/>
            <pc:sldMk cId="702880126" sldId="298"/>
            <ac:inkMk id="13" creationId="{C4B4FDB5-BF2E-935A-B93D-83A06922C5B6}"/>
          </ac:inkMkLst>
        </pc:inkChg>
        <pc:inkChg chg="add">
          <ac:chgData name="Leônidas Müller de Oliveira" userId="5af9566427f0cd7a" providerId="LiveId" clId="{92D6B3C0-DA6D-4EDF-BF9B-C653B1FD5BE6}" dt="2025-06-28T13:46:55.339" v="195" actId="9405"/>
          <ac:inkMkLst>
            <pc:docMk/>
            <pc:sldMk cId="702880126" sldId="298"/>
            <ac:inkMk id="15" creationId="{4C2D8540-6DF7-93A3-884D-AEDEDB4D6733}"/>
          </ac:inkMkLst>
        </pc:inkChg>
        <pc:inkChg chg="add">
          <ac:chgData name="Leônidas Müller de Oliveira" userId="5af9566427f0cd7a" providerId="LiveId" clId="{92D6B3C0-DA6D-4EDF-BF9B-C653B1FD5BE6}" dt="2025-06-28T13:47:13.426" v="196" actId="9405"/>
          <ac:inkMkLst>
            <pc:docMk/>
            <pc:sldMk cId="702880126" sldId="298"/>
            <ac:inkMk id="16" creationId="{956D5296-96AA-25B6-6760-704B0F3DBB74}"/>
          </ac:inkMkLst>
        </pc:inkChg>
        <pc:inkChg chg="add mod">
          <ac:chgData name="Leônidas Müller de Oliveira" userId="5af9566427f0cd7a" providerId="LiveId" clId="{92D6B3C0-DA6D-4EDF-BF9B-C653B1FD5BE6}" dt="2025-06-28T13:47:17.730" v="201"/>
          <ac:inkMkLst>
            <pc:docMk/>
            <pc:sldMk cId="702880126" sldId="298"/>
            <ac:inkMk id="17" creationId="{A3BA732B-C8EA-B160-1466-546A0BCABB31}"/>
          </ac:inkMkLst>
        </pc:inkChg>
        <pc:inkChg chg="add mod">
          <ac:chgData name="Leônidas Müller de Oliveira" userId="5af9566427f0cd7a" providerId="LiveId" clId="{92D6B3C0-DA6D-4EDF-BF9B-C653B1FD5BE6}" dt="2025-06-28T13:47:17.730" v="201"/>
          <ac:inkMkLst>
            <pc:docMk/>
            <pc:sldMk cId="702880126" sldId="298"/>
            <ac:inkMk id="19" creationId="{8A42134A-257E-3728-69DD-A3D403ABE7F3}"/>
          </ac:inkMkLst>
        </pc:inkChg>
        <pc:inkChg chg="add mod">
          <ac:chgData name="Leônidas Müller de Oliveira" userId="5af9566427f0cd7a" providerId="LiveId" clId="{92D6B3C0-DA6D-4EDF-BF9B-C653B1FD5BE6}" dt="2025-06-28T13:47:17.730" v="201"/>
          <ac:inkMkLst>
            <pc:docMk/>
            <pc:sldMk cId="702880126" sldId="298"/>
            <ac:inkMk id="20" creationId="{CC69013D-68D6-CD31-347D-E5B23ECA3449}"/>
          </ac:inkMkLst>
        </pc:inkChg>
        <pc:inkChg chg="add">
          <ac:chgData name="Leônidas Müller de Oliveira" userId="5af9566427f0cd7a" providerId="LiveId" clId="{92D6B3C0-DA6D-4EDF-BF9B-C653B1FD5BE6}" dt="2025-06-28T13:47:17.205" v="200" actId="9405"/>
          <ac:inkMkLst>
            <pc:docMk/>
            <pc:sldMk cId="702880126" sldId="298"/>
            <ac:inkMk id="21" creationId="{A81BDB52-B52B-6354-F2F3-7203EE180153}"/>
          </ac:inkMkLst>
        </pc:inkChg>
        <pc:inkChg chg="add mod">
          <ac:chgData name="Leônidas Müller de Oliveira" userId="5af9566427f0cd7a" providerId="LiveId" clId="{92D6B3C0-DA6D-4EDF-BF9B-C653B1FD5BE6}" dt="2025-06-28T13:47:24.660" v="204"/>
          <ac:inkMkLst>
            <pc:docMk/>
            <pc:sldMk cId="702880126" sldId="298"/>
            <ac:inkMk id="23" creationId="{6102BF1E-0486-9592-9022-411D896D2A66}"/>
          </ac:inkMkLst>
        </pc:inkChg>
        <pc:inkChg chg="add mod">
          <ac:chgData name="Leônidas Müller de Oliveira" userId="5af9566427f0cd7a" providerId="LiveId" clId="{92D6B3C0-DA6D-4EDF-BF9B-C653B1FD5BE6}" dt="2025-06-28T13:47:24.660" v="204"/>
          <ac:inkMkLst>
            <pc:docMk/>
            <pc:sldMk cId="702880126" sldId="298"/>
            <ac:inkMk id="26" creationId="{9AB00A70-1BF2-E33C-B77D-23F3E6672167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28" creationId="{835D2FE4-D77B-5037-0FB9-236D56C0CD09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29" creationId="{F1955852-2747-9454-CA3D-A8E34ADC1E4D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0" creationId="{B3C07071-5EA2-CBA8-A0FE-57F751262CA7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1" creationId="{4DBDCE91-2C62-2E1C-2CF4-13F847848D45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2" creationId="{10036A6B-9425-A2C1-18F2-B2F4A6CCFE11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3" creationId="{0D84418F-90C3-D9C3-6CAB-B631FE852C4C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4" creationId="{61EBAAF5-3E45-8790-740E-47BB4E80CE8F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5" creationId="{CD1EE107-FE96-7625-5887-AE17F0736D72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6" creationId="{6BEF15DB-43B5-04A3-C8CC-17B6BD4047E2}"/>
          </ac:inkMkLst>
        </pc:inkChg>
        <pc:inkChg chg="add mod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7" creationId="{55DDDEE6-24D9-3A0A-CCBD-F4304ED99D3F}"/>
          </ac:inkMkLst>
        </pc:inkChg>
        <pc:inkChg chg="add del">
          <ac:chgData name="Leônidas Müller de Oliveira" userId="5af9566427f0cd7a" providerId="LiveId" clId="{92D6B3C0-DA6D-4EDF-BF9B-C653B1FD5BE6}" dt="2025-06-28T13:47:37.576" v="218"/>
          <ac:inkMkLst>
            <pc:docMk/>
            <pc:sldMk cId="702880126" sldId="298"/>
            <ac:inkMk id="38" creationId="{79020C12-BE1D-9A96-5779-B7C8B73C3ED1}"/>
          </ac:inkMkLst>
        </pc:inkChg>
        <pc:inkChg chg="add">
          <ac:chgData name="Leônidas Müller de Oliveira" userId="5af9566427f0cd7a" providerId="LiveId" clId="{92D6B3C0-DA6D-4EDF-BF9B-C653B1FD5BE6}" dt="2025-06-28T13:47:42.310" v="219" actId="9405"/>
          <ac:inkMkLst>
            <pc:docMk/>
            <pc:sldMk cId="702880126" sldId="298"/>
            <ac:inkMk id="40" creationId="{626AA083-9C28-6A9F-8C0D-E1A4855B33A4}"/>
          </ac:inkMkLst>
        </pc:inkChg>
        <pc:inkChg chg="add">
          <ac:chgData name="Leônidas Müller de Oliveira" userId="5af9566427f0cd7a" providerId="LiveId" clId="{92D6B3C0-DA6D-4EDF-BF9B-C653B1FD5BE6}" dt="2025-06-28T13:47:46.485" v="220" actId="9405"/>
          <ac:inkMkLst>
            <pc:docMk/>
            <pc:sldMk cId="702880126" sldId="298"/>
            <ac:inkMk id="41" creationId="{3E8BADE0-5014-7E25-833D-C68E9DC46D8F}"/>
          </ac:inkMkLst>
        </pc:inkChg>
      </pc:sldChg>
      <pc:sldChg chg="addSp add del mod">
        <pc:chgData name="Leônidas Müller de Oliveira" userId="5af9566427f0cd7a" providerId="LiveId" clId="{92D6B3C0-DA6D-4EDF-BF9B-C653B1FD5BE6}" dt="2025-06-30T01:20:50.664" v="324" actId="47"/>
        <pc:sldMkLst>
          <pc:docMk/>
          <pc:sldMk cId="3958816447" sldId="299"/>
        </pc:sldMkLst>
        <pc:inkChg chg="add">
          <ac:chgData name="Leônidas Müller de Oliveira" userId="5af9566427f0cd7a" providerId="LiveId" clId="{92D6B3C0-DA6D-4EDF-BF9B-C653B1FD5BE6}" dt="2025-06-28T13:47:59.574" v="222" actId="9405"/>
          <ac:inkMkLst>
            <pc:docMk/>
            <pc:sldMk cId="3958816447" sldId="299"/>
            <ac:inkMk id="38" creationId="{2D1CC585-037C-73A3-CDD7-24360B0E0C83}"/>
          </ac:inkMkLst>
        </pc:inkChg>
        <pc:inkChg chg="add">
          <ac:chgData name="Leônidas Müller de Oliveira" userId="5af9566427f0cd7a" providerId="LiveId" clId="{92D6B3C0-DA6D-4EDF-BF9B-C653B1FD5BE6}" dt="2025-06-28T13:48:01.858" v="223" actId="9405"/>
          <ac:inkMkLst>
            <pc:docMk/>
            <pc:sldMk cId="3958816447" sldId="299"/>
            <ac:inkMk id="39" creationId="{33487EE6-A9EF-707C-DF74-7B9EE6F36EC2}"/>
          </ac:inkMkLst>
        </pc:inkChg>
      </pc:sldChg>
      <pc:sldChg chg="addSp delSp modSp add del mod">
        <pc:chgData name="Leônidas Müller de Oliveira" userId="5af9566427f0cd7a" providerId="LiveId" clId="{92D6B3C0-DA6D-4EDF-BF9B-C653B1FD5BE6}" dt="2025-06-30T01:20:51.723" v="325" actId="47"/>
        <pc:sldMkLst>
          <pc:docMk/>
          <pc:sldMk cId="2507698960" sldId="300"/>
        </pc:sldMkLst>
        <pc:grpChg chg="mod">
          <ac:chgData name="Leônidas Müller de Oliveira" userId="5af9566427f0cd7a" providerId="LiveId" clId="{92D6B3C0-DA6D-4EDF-BF9B-C653B1FD5BE6}" dt="2025-06-28T13:49:35.746" v="235"/>
          <ac:grpSpMkLst>
            <pc:docMk/>
            <pc:sldMk cId="2507698960" sldId="300"/>
            <ac:grpSpMk id="49" creationId="{AC0C61AA-EE23-E4F9-D222-FC4529C47915}"/>
          </ac:grpSpMkLst>
        </pc:grpChg>
        <pc:grpChg chg="del mod">
          <ac:chgData name="Leônidas Müller de Oliveira" userId="5af9566427f0cd7a" providerId="LiveId" clId="{92D6B3C0-DA6D-4EDF-BF9B-C653B1FD5BE6}" dt="2025-06-28T13:49:46.435" v="245"/>
          <ac:grpSpMkLst>
            <pc:docMk/>
            <pc:sldMk cId="2507698960" sldId="300"/>
            <ac:grpSpMk id="52" creationId="{A8D530EF-0EC0-3C41-443C-C6D63F6237E6}"/>
          </ac:grpSpMkLst>
        </pc:grpChg>
        <pc:grpChg chg="del mod">
          <ac:chgData name="Leônidas Müller de Oliveira" userId="5af9566427f0cd7a" providerId="LiveId" clId="{92D6B3C0-DA6D-4EDF-BF9B-C653B1FD5BE6}" dt="2025-06-28T13:49:47.923" v="248"/>
          <ac:grpSpMkLst>
            <pc:docMk/>
            <pc:sldMk cId="2507698960" sldId="300"/>
            <ac:grpSpMk id="59" creationId="{0D877B1D-E224-C9F0-DE77-695E6F872003}"/>
          </ac:grpSpMkLst>
        </pc:grpChg>
        <pc:grpChg chg="del mod">
          <ac:chgData name="Leônidas Müller de Oliveira" userId="5af9566427f0cd7a" providerId="LiveId" clId="{92D6B3C0-DA6D-4EDF-BF9B-C653B1FD5BE6}" dt="2025-06-28T13:49:50.737" v="253"/>
          <ac:grpSpMkLst>
            <pc:docMk/>
            <pc:sldMk cId="2507698960" sldId="300"/>
            <ac:grpSpMk id="62" creationId="{02EF7FE7-4062-6312-3A44-72FE9EC870F5}"/>
          </ac:grpSpMkLst>
        </pc:grpChg>
        <pc:grpChg chg="del mod">
          <ac:chgData name="Leônidas Müller de Oliveira" userId="5af9566427f0cd7a" providerId="LiveId" clId="{92D6B3C0-DA6D-4EDF-BF9B-C653B1FD5BE6}" dt="2025-06-28T13:49:54.437" v="256"/>
          <ac:grpSpMkLst>
            <pc:docMk/>
            <pc:sldMk cId="2507698960" sldId="300"/>
            <ac:grpSpMk id="131" creationId="{474652A0-BDB1-5261-0D30-7ECB268086E9}"/>
          </ac:grpSpMkLst>
        </pc:grpChg>
        <pc:grpChg chg="mod">
          <ac:chgData name="Leônidas Müller de Oliveira" userId="5af9566427f0cd7a" providerId="LiveId" clId="{92D6B3C0-DA6D-4EDF-BF9B-C653B1FD5BE6}" dt="2025-06-28T13:49:54.437" v="256"/>
          <ac:grpSpMkLst>
            <pc:docMk/>
            <pc:sldMk cId="2507698960" sldId="300"/>
            <ac:grpSpMk id="134" creationId="{DAE30147-DC8E-B7F2-EA10-CB6B695E3F56}"/>
          </ac:grpSpMkLst>
        </pc:grpChg>
        <pc:inkChg chg="del">
          <ac:chgData name="Leônidas Müller de Oliveira" userId="5af9566427f0cd7a" providerId="LiveId" clId="{92D6B3C0-DA6D-4EDF-BF9B-C653B1FD5BE6}" dt="2025-06-28T13:48:15.048" v="227" actId="478"/>
          <ac:inkMkLst>
            <pc:docMk/>
            <pc:sldMk cId="2507698960" sldId="300"/>
            <ac:inkMk id="39" creationId="{33487EE6-A9EF-707C-DF74-7B9EE6F36EC2}"/>
          </ac:inkMkLst>
        </pc:inkChg>
        <pc:inkChg chg="add">
          <ac:chgData name="Leônidas Müller de Oliveira" userId="5af9566427f0cd7a" providerId="LiveId" clId="{92D6B3C0-DA6D-4EDF-BF9B-C653B1FD5BE6}" dt="2025-06-28T13:48:19.674" v="228" actId="9405"/>
          <ac:inkMkLst>
            <pc:docMk/>
            <pc:sldMk cId="2507698960" sldId="300"/>
            <ac:inkMk id="42" creationId="{6402BBF9-DDCF-B2E9-81C5-2FB05E27751F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3" creationId="{A14B518B-DE3E-A6FA-6429-45C83C1DC2FC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4" creationId="{153B4E9D-DCEB-213E-C4E2-717D301C4C95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5" creationId="{3B77180F-7F7F-0F5D-8F60-D35C9AAA2E40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6" creationId="{74A7288C-E0CD-7C9B-A86B-7BDE89B8ECFA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7" creationId="{2FB798EE-9498-27DA-8F67-2D1CA31E62BC}"/>
          </ac:inkMkLst>
        </pc:inkChg>
        <pc:inkChg chg="add mod">
          <ac:chgData name="Leônidas Müller de Oliveira" userId="5af9566427f0cd7a" providerId="LiveId" clId="{92D6B3C0-DA6D-4EDF-BF9B-C653B1FD5BE6}" dt="2025-06-28T13:49:35.746" v="235"/>
          <ac:inkMkLst>
            <pc:docMk/>
            <pc:sldMk cId="2507698960" sldId="300"/>
            <ac:inkMk id="48" creationId="{E64D9732-972A-BB4C-04DC-DA80021EDDE7}"/>
          </ac:inkMkLst>
        </pc:inkChg>
        <pc:inkChg chg="add mod">
          <ac:chgData name="Leônidas Müller de Oliveira" userId="5af9566427f0cd7a" providerId="LiveId" clId="{92D6B3C0-DA6D-4EDF-BF9B-C653B1FD5BE6}" dt="2025-06-28T13:49:47.923" v="248"/>
          <ac:inkMkLst>
            <pc:docMk/>
            <pc:sldMk cId="2507698960" sldId="300"/>
            <ac:inkMk id="50" creationId="{897A4C6C-FC3B-5AD2-65D1-BEA3BFDF3C43}"/>
          </ac:inkMkLst>
        </pc:inkChg>
        <pc:inkChg chg="add mod">
          <ac:chgData name="Leônidas Müller de Oliveira" userId="5af9566427f0cd7a" providerId="LiveId" clId="{92D6B3C0-DA6D-4EDF-BF9B-C653B1FD5BE6}" dt="2025-06-28T13:49:47.923" v="248"/>
          <ac:inkMkLst>
            <pc:docMk/>
            <pc:sldMk cId="2507698960" sldId="300"/>
            <ac:inkMk id="51" creationId="{211B4824-F32B-0103-3FD6-D4ECEB2A8A29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3" creationId="{7185F725-B080-5E60-7681-4E5207048741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4" creationId="{F65E34D9-E469-C1F7-B933-E9C281D0824A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5" creationId="{DCF499E9-3130-15CB-AD9D-C7BFEB7DD107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6" creationId="{6B5369E7-48A8-1113-74EB-84960DD248C3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7" creationId="{6E433EED-DDB3-B7DA-D959-50B9989B1CBD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58" creationId="{2F722B2E-B180-DAE6-8BF2-D714AAF2048A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60" creationId="{DBEF2DA7-0630-A51F-2E44-69C02DFD0447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61" creationId="{9AAB5158-5932-E548-119C-0021CE21205C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63" creationId="{BC49577D-83C5-7500-01C2-2CC2D182D779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128" creationId="{6743A98B-440A-CD58-129F-97EED6E1832B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129" creationId="{973A193F-96D7-F09C-9BC0-6017C1FCBFCF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130" creationId="{57185620-7B17-551F-B375-B46859D8A84B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132" creationId="{0528E777-314F-C262-B764-327303876C3D}"/>
          </ac:inkMkLst>
        </pc:inkChg>
        <pc:inkChg chg="add mod">
          <ac:chgData name="Leônidas Müller de Oliveira" userId="5af9566427f0cd7a" providerId="LiveId" clId="{92D6B3C0-DA6D-4EDF-BF9B-C653B1FD5BE6}" dt="2025-06-28T13:49:54.437" v="256"/>
          <ac:inkMkLst>
            <pc:docMk/>
            <pc:sldMk cId="2507698960" sldId="300"/>
            <ac:inkMk id="133" creationId="{4B38E820-3B74-A9CE-50D0-6D3B36741712}"/>
          </ac:inkMkLst>
        </pc:inkChg>
      </pc:sldChg>
      <pc:sldChg chg="addSp modSp add del mod">
        <pc:chgData name="Leônidas Müller de Oliveira" userId="5af9566427f0cd7a" providerId="LiveId" clId="{92D6B3C0-DA6D-4EDF-BF9B-C653B1FD5BE6}" dt="2025-06-30T01:20:52.486" v="326" actId="47"/>
        <pc:sldMkLst>
          <pc:docMk/>
          <pc:sldMk cId="2498776118" sldId="301"/>
        </pc:sldMkLst>
        <pc:grpChg chg="mod">
          <ac:chgData name="Leônidas Müller de Oliveira" userId="5af9566427f0cd7a" providerId="LiveId" clId="{92D6B3C0-DA6D-4EDF-BF9B-C653B1FD5BE6}" dt="2025-06-28T13:52:35.967" v="269"/>
          <ac:grpSpMkLst>
            <pc:docMk/>
            <pc:sldMk cId="2498776118" sldId="301"/>
            <ac:grpSpMk id="135" creationId="{F1F7BEAA-31B0-0F5C-5749-4CC0C2D09884}"/>
          </ac:grpSpMkLst>
        </pc:grpChg>
        <pc:inkChg chg="add">
          <ac:chgData name="Leônidas Müller de Oliveira" userId="5af9566427f0cd7a" providerId="LiveId" clId="{92D6B3C0-DA6D-4EDF-BF9B-C653B1FD5BE6}" dt="2025-06-28T13:50:23.357" v="258" actId="9405"/>
          <ac:inkMkLst>
            <pc:docMk/>
            <pc:sldMk cId="2498776118" sldId="301"/>
            <ac:inkMk id="39" creationId="{E7770FDA-5539-BBBF-21DF-CD53CC16862B}"/>
          </ac:inkMkLst>
        </pc:inkChg>
        <pc:inkChg chg="add mod">
          <ac:chgData name="Leônidas Müller de Oliveira" userId="5af9566427f0cd7a" providerId="LiveId" clId="{92D6B3C0-DA6D-4EDF-BF9B-C653B1FD5BE6}" dt="2025-06-28T13:52:35.967" v="269"/>
          <ac:inkMkLst>
            <pc:docMk/>
            <pc:sldMk cId="2498776118" sldId="301"/>
            <ac:inkMk id="52" creationId="{C5BC7330-5F88-B32E-CD42-BFD5B5759380}"/>
          </ac:inkMkLst>
        </pc:inkChg>
        <pc:inkChg chg="add mod">
          <ac:chgData name="Leônidas Müller de Oliveira" userId="5af9566427f0cd7a" providerId="LiveId" clId="{92D6B3C0-DA6D-4EDF-BF9B-C653B1FD5BE6}" dt="2025-06-28T13:52:35.967" v="269"/>
          <ac:inkMkLst>
            <pc:docMk/>
            <pc:sldMk cId="2498776118" sldId="301"/>
            <ac:inkMk id="59" creationId="{A107310D-FD65-A059-49BA-F1AFFF1B9291}"/>
          </ac:inkMkLst>
        </pc:inkChg>
        <pc:inkChg chg="add mod">
          <ac:chgData name="Leônidas Müller de Oliveira" userId="5af9566427f0cd7a" providerId="LiveId" clId="{92D6B3C0-DA6D-4EDF-BF9B-C653B1FD5BE6}" dt="2025-06-28T13:52:35.967" v="269"/>
          <ac:inkMkLst>
            <pc:docMk/>
            <pc:sldMk cId="2498776118" sldId="301"/>
            <ac:inkMk id="62" creationId="{D6C3A044-78C6-8662-F5D1-06336634B58E}"/>
          </ac:inkMkLst>
        </pc:inkChg>
        <pc:inkChg chg="add mod">
          <ac:chgData name="Leônidas Müller de Oliveira" userId="5af9566427f0cd7a" providerId="LiveId" clId="{92D6B3C0-DA6D-4EDF-BF9B-C653B1FD5BE6}" dt="2025-06-28T13:52:35.967" v="269"/>
          <ac:inkMkLst>
            <pc:docMk/>
            <pc:sldMk cId="2498776118" sldId="301"/>
            <ac:inkMk id="131" creationId="{A30BE990-D464-29E5-457B-6CF8D413D36F}"/>
          </ac:inkMkLst>
        </pc:inkChg>
        <pc:inkChg chg="add">
          <ac:chgData name="Leônidas Müller de Oliveira" userId="5af9566427f0cd7a" providerId="LiveId" clId="{92D6B3C0-DA6D-4EDF-BF9B-C653B1FD5BE6}" dt="2025-06-28T13:55:02.269" v="309" actId="9405"/>
          <ac:inkMkLst>
            <pc:docMk/>
            <pc:sldMk cId="2498776118" sldId="301"/>
            <ac:inkMk id="136" creationId="{E31FD040-C930-3009-69B2-9C4A6075132D}"/>
          </ac:inkMkLst>
        </pc:inkChg>
        <pc:inkChg chg="add">
          <ac:chgData name="Leônidas Müller de Oliveira" userId="5af9566427f0cd7a" providerId="LiveId" clId="{92D6B3C0-DA6D-4EDF-BF9B-C653B1FD5BE6}" dt="2025-06-28T13:55:03.984" v="310" actId="9405"/>
          <ac:inkMkLst>
            <pc:docMk/>
            <pc:sldMk cId="2498776118" sldId="301"/>
            <ac:inkMk id="137" creationId="{CC655916-3B52-9F3A-A5D5-910A31146F2F}"/>
          </ac:inkMkLst>
        </pc:inkChg>
      </pc:sldChg>
      <pc:sldChg chg="add ord">
        <pc:chgData name="Leônidas Müller de Oliveira" userId="5af9566427f0cd7a" providerId="LiveId" clId="{92D6B3C0-DA6D-4EDF-BF9B-C653B1FD5BE6}" dt="2025-06-28T13:54:44.647" v="306"/>
        <pc:sldMkLst>
          <pc:docMk/>
          <pc:sldMk cId="375321882" sldId="302"/>
        </pc:sldMkLst>
      </pc:sldChg>
      <pc:sldChg chg="addSp delSp add del mod">
        <pc:chgData name="Leônidas Müller de Oliveira" userId="5af9566427f0cd7a" providerId="LiveId" clId="{92D6B3C0-DA6D-4EDF-BF9B-C653B1FD5BE6}" dt="2025-06-30T01:20:59.866" v="329" actId="47"/>
        <pc:sldMkLst>
          <pc:docMk/>
          <pc:sldMk cId="2056898872" sldId="303"/>
        </pc:sldMkLst>
        <pc:grpChg chg="del">
          <ac:chgData name="Leônidas Müller de Oliveira" userId="5af9566427f0cd7a" providerId="LiveId" clId="{92D6B3C0-DA6D-4EDF-BF9B-C653B1FD5BE6}" dt="2025-06-28T13:53:33.720" v="294" actId="478"/>
          <ac:grpSpMkLst>
            <pc:docMk/>
            <pc:sldMk cId="2056898872" sldId="303"/>
            <ac:grpSpMk id="13" creationId="{FA99E2D7-5F4F-F8C5-6E30-B136021D80AD}"/>
          </ac:grpSpMkLst>
        </pc:grpChg>
        <pc:grpChg chg="del">
          <ac:chgData name="Leônidas Müller de Oliveira" userId="5af9566427f0cd7a" providerId="LiveId" clId="{92D6B3C0-DA6D-4EDF-BF9B-C653B1FD5BE6}" dt="2025-06-28T13:53:33.720" v="294" actId="478"/>
          <ac:grpSpMkLst>
            <pc:docMk/>
            <pc:sldMk cId="2056898872" sldId="303"/>
            <ac:grpSpMk id="24" creationId="{DE4BB29F-0243-5C4E-FA25-A21FB0C17D61}"/>
          </ac:grpSpMkLst>
        </pc:grp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" creationId="{5394A473-7F07-4D76-C4B2-CC03C30B5C89}"/>
          </ac:inkMkLst>
        </pc:inkChg>
        <pc:inkChg chg="del topLv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3" creationId="{B53CB8C3-B889-FD77-C20C-9E081F928A01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4" creationId="{2D67F493-A3BF-EB27-FF17-62385AA4754C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5" creationId="{2788AACE-0041-0259-C3AB-62C0EE41A115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7" creationId="{A5463E0C-1FD1-B94E-DB83-AD1B2235BAC6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8" creationId="{F42179B6-CFA7-3D90-C52C-570A6692D8C2}"/>
          </ac:inkMkLst>
        </pc:inkChg>
        <pc:inkChg chg="del topLv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9" creationId="{847B1C80-5A7A-6FD9-CDB7-B30612E1F87E}"/>
          </ac:inkMkLst>
        </pc:inkChg>
        <pc:inkChg chg="add">
          <ac:chgData name="Leônidas Müller de Oliveira" userId="5af9566427f0cd7a" providerId="LiveId" clId="{92D6B3C0-DA6D-4EDF-BF9B-C653B1FD5BE6}" dt="2025-06-28T13:53:55.512" v="295" actId="9405"/>
          <ac:inkMkLst>
            <pc:docMk/>
            <pc:sldMk cId="2056898872" sldId="303"/>
            <ac:inkMk id="11" creationId="{544E5888-2E8D-4184-3DC3-2067EC4C834B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2" creationId="{5E253718-A612-FD59-7557-6C227D2CE188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4" creationId="{5D8E90FD-5570-6038-947B-DD6853C1A11A}"/>
          </ac:inkMkLst>
        </pc:inkChg>
        <pc:inkChg chg="del topLv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5" creationId="{72F34BCB-64BB-0395-BDAA-01FC6FDCAA3B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6" creationId="{345E4B3D-1E45-B6A9-6088-9994DC0D212D}"/>
          </ac:inkMkLst>
        </pc:inkChg>
        <pc:inkChg chg="del topLv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7" creationId="{701C8EE0-AD7E-9601-6D13-AB1395B527B8}"/>
          </ac:inkMkLst>
        </pc:inkChg>
        <pc:inkChg chg="add">
          <ac:chgData name="Leônidas Müller de Oliveira" userId="5af9566427f0cd7a" providerId="LiveId" clId="{92D6B3C0-DA6D-4EDF-BF9B-C653B1FD5BE6}" dt="2025-06-28T13:54:05.083" v="296" actId="9405"/>
          <ac:inkMkLst>
            <pc:docMk/>
            <pc:sldMk cId="2056898872" sldId="303"/>
            <ac:inkMk id="18" creationId="{1CEBC3F6-CD4D-7A1F-4A3E-6AB0E027252F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19" creationId="{47A9F4D1-1653-A1C3-9D35-87B793E785DA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1" creationId="{CBC004AC-3154-321B-42CF-87401D2152CE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2" creationId="{8834C08E-8EC9-D218-E0AD-182E51541690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3" creationId="{8CA757D1-C165-6BD5-A3FE-803B390C3790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5" creationId="{DBAB7128-3790-9475-5078-652F98F9A568}"/>
          </ac:inkMkLst>
        </pc:inkChg>
        <pc:inkChg chg="del">
          <ac:chgData name="Leônidas Müller de Oliveira" userId="5af9566427f0cd7a" providerId="LiveId" clId="{92D6B3C0-DA6D-4EDF-BF9B-C653B1FD5BE6}" dt="2025-06-28T13:53:33.720" v="294" actId="478"/>
          <ac:inkMkLst>
            <pc:docMk/>
            <pc:sldMk cId="2056898872" sldId="303"/>
            <ac:inkMk id="26" creationId="{95ADB72E-D691-4A64-0DFD-F4EDA34BAD1F}"/>
          </ac:inkMkLst>
        </pc:inkChg>
      </pc:sldChg>
      <pc:sldChg chg="modSp add del mod">
        <pc:chgData name="Leônidas Müller de Oliveira" userId="5af9566427f0cd7a" providerId="LiveId" clId="{92D6B3C0-DA6D-4EDF-BF9B-C653B1FD5BE6}" dt="2025-06-30T01:21:01.337" v="330" actId="47"/>
        <pc:sldMkLst>
          <pc:docMk/>
          <pc:sldMk cId="4094566156" sldId="304"/>
        </pc:sldMkLst>
        <pc:picChg chg="mod modCrop">
          <ac:chgData name="Leônidas Müller de Oliveira" userId="5af9566427f0cd7a" providerId="LiveId" clId="{92D6B3C0-DA6D-4EDF-BF9B-C653B1FD5BE6}" dt="2025-06-28T13:54:38.826" v="303" actId="1076"/>
          <ac:picMkLst>
            <pc:docMk/>
            <pc:sldMk cId="4094566156" sldId="304"/>
            <ac:picMk id="6" creationId="{890E3821-4035-F4DC-75A9-EA25A965E436}"/>
          </ac:picMkLst>
        </pc:picChg>
      </pc:sldChg>
      <pc:sldChg chg="addSp add del mod">
        <pc:chgData name="Leônidas Müller de Oliveira" userId="5af9566427f0cd7a" providerId="LiveId" clId="{92D6B3C0-DA6D-4EDF-BF9B-C653B1FD5BE6}" dt="2025-06-30T01:21:02.497" v="331" actId="47"/>
        <pc:sldMkLst>
          <pc:docMk/>
          <pc:sldMk cId="3249845309" sldId="305"/>
        </pc:sldMkLst>
        <pc:inkChg chg="add">
          <ac:chgData name="Leônidas Müller de Oliveira" userId="5af9566427f0cd7a" providerId="LiveId" clId="{92D6B3C0-DA6D-4EDF-BF9B-C653B1FD5BE6}" dt="2025-06-28T13:54:51.165" v="307" actId="9405"/>
          <ac:inkMkLst>
            <pc:docMk/>
            <pc:sldMk cId="3249845309" sldId="305"/>
            <ac:inkMk id="2" creationId="{C4A93372-5C1C-1E70-4DE1-FBD643571B63}"/>
          </ac:inkMkLst>
        </pc:inkChg>
        <pc:inkChg chg="add">
          <ac:chgData name="Leônidas Müller de Oliveira" userId="5af9566427f0cd7a" providerId="LiveId" clId="{92D6B3C0-DA6D-4EDF-BF9B-C653B1FD5BE6}" dt="2025-06-28T13:54:54.015" v="308" actId="9405"/>
          <ac:inkMkLst>
            <pc:docMk/>
            <pc:sldMk cId="3249845309" sldId="305"/>
            <ac:inkMk id="3" creationId="{C706DE98-010D-5DC0-7AF6-A8335BE41CEA}"/>
          </ac:inkMkLst>
        </pc:inkChg>
      </pc:sldChg>
    </pc:docChg>
  </pc:docChgLst>
  <pc:docChgLst>
    <pc:chgData name="Leônidas Müller de Oliveira" userId="5af9566427f0cd7a" providerId="LiveId" clId="{68137F2F-A734-458A-A931-CE69A71D87D1}"/>
    <pc:docChg chg="undo custSel addSld delSld modSld sldOrd">
      <pc:chgData name="Leônidas Müller de Oliveira" userId="5af9566427f0cd7a" providerId="LiveId" clId="{68137F2F-A734-458A-A931-CE69A71D87D1}" dt="2021-01-14T19:02:43.230" v="4504" actId="1076"/>
      <pc:docMkLst>
        <pc:docMk/>
      </pc:docMkLst>
      <pc:sldChg chg="addSp delSp modSp mod">
        <pc:chgData name="Leônidas Müller de Oliveira" userId="5af9566427f0cd7a" providerId="LiveId" clId="{68137F2F-A734-458A-A931-CE69A71D87D1}" dt="2021-01-13T23:59:32.723" v="4479" actId="1076"/>
        <pc:sldMkLst>
          <pc:docMk/>
          <pc:sldMk cId="0" sldId="256"/>
        </pc:sldMkLst>
        <pc:spChg chg="add mod">
          <ac:chgData name="Leônidas Müller de Oliveira" userId="5af9566427f0cd7a" providerId="LiveId" clId="{68137F2F-A734-458A-A931-CE69A71D87D1}" dt="2021-01-13T23:59:32.723" v="4479" actId="1076"/>
          <ac:spMkLst>
            <pc:docMk/>
            <pc:sldMk cId="0" sldId="256"/>
            <ac:spMk id="7" creationId="{00EB666D-0319-45BD-8717-7407D63A1E8C}"/>
          </ac:spMkLst>
        </pc:spChg>
        <pc:picChg chg="del">
          <ac:chgData name="Leônidas Müller de Oliveira" userId="5af9566427f0cd7a" providerId="LiveId" clId="{68137F2F-A734-458A-A931-CE69A71D87D1}" dt="2021-01-13T19:51:29.316" v="0" actId="478"/>
          <ac:picMkLst>
            <pc:docMk/>
            <pc:sldMk cId="0" sldId="256"/>
            <ac:picMk id="54" creationId="{00000000-0000-0000-0000-000000000000}"/>
          </ac:picMkLst>
        </pc:picChg>
        <pc:picChg chg="mod">
          <ac:chgData name="Leônidas Müller de Oliveira" userId="5af9566427f0cd7a" providerId="LiveId" clId="{68137F2F-A734-458A-A931-CE69A71D87D1}" dt="2021-01-13T19:52:20.563" v="7" actId="1076"/>
          <ac:picMkLst>
            <pc:docMk/>
            <pc:sldMk cId="0" sldId="256"/>
            <ac:picMk id="59" creationId="{00000000-0000-0000-0000-000000000000}"/>
          </ac:picMkLst>
        </pc:picChg>
      </pc:sldChg>
      <pc:sldChg chg="delSp modSp mod">
        <pc:chgData name="Leônidas Müller de Oliveira" userId="5af9566427f0cd7a" providerId="LiveId" clId="{68137F2F-A734-458A-A931-CE69A71D87D1}" dt="2021-01-13T20:05:14.925" v="886" actId="6549"/>
        <pc:sldMkLst>
          <pc:docMk/>
          <pc:sldMk cId="0" sldId="257"/>
        </pc:sldMkLst>
        <pc:spChg chg="mod">
          <ac:chgData name="Leônidas Müller de Oliveira" userId="5af9566427f0cd7a" providerId="LiveId" clId="{68137F2F-A734-458A-A931-CE69A71D87D1}" dt="2021-01-13T20:05:07.251" v="882" actId="1076"/>
          <ac:spMkLst>
            <pc:docMk/>
            <pc:sldMk cId="0" sldId="257"/>
            <ac:spMk id="6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09.177" v="883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5:14.925" v="886" actId="6549"/>
          <ac:spMkLst>
            <pc:docMk/>
            <pc:sldMk cId="0" sldId="257"/>
            <ac:spMk id="6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19:52:34.624" v="8" actId="478"/>
          <ac:picMkLst>
            <pc:docMk/>
            <pc:sldMk cId="0" sldId="257"/>
            <ac:picMk id="64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1:16:30.520" v="1422" actId="6549"/>
        <pc:sldMkLst>
          <pc:docMk/>
          <pc:sldMk cId="0" sldId="258"/>
        </pc:sldMkLst>
        <pc:spChg chg="mod">
          <ac:chgData name="Leônidas Müller de Oliveira" userId="5af9566427f0cd7a" providerId="LiveId" clId="{68137F2F-A734-458A-A931-CE69A71D87D1}" dt="2021-01-13T19:54:46.167" v="243" actId="6549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0.861" v="340" actId="20577"/>
          <ac:spMkLst>
            <pc:docMk/>
            <pc:sldMk cId="0" sldId="258"/>
            <ac:spMk id="75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19:56:56.934" v="342" actId="1076"/>
          <ac:spMkLst>
            <pc:docMk/>
            <pc:sldMk cId="0" sldId="258"/>
            <ac:spMk id="76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19:56:45.319" v="332" actId="478"/>
          <ac:spMkLst>
            <pc:docMk/>
            <pc:sldMk cId="0" sldId="258"/>
            <ac:spMk id="77" creationId="{00000000-0000-0000-0000-000000000000}"/>
          </ac:spMkLst>
        </pc:spChg>
        <pc:spChg chg="add del mod">
          <ac:chgData name="Leônidas Müller de Oliveira" userId="5af9566427f0cd7a" providerId="LiveId" clId="{68137F2F-A734-458A-A931-CE69A71D87D1}" dt="2021-01-13T21:16:30.520" v="1422" actId="6549"/>
          <ac:spMkLst>
            <pc:docMk/>
            <pc:sldMk cId="0" sldId="258"/>
            <ac:spMk id="7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19:55:53.218" v="244" actId="14826"/>
          <ac:picMkLst>
            <pc:docMk/>
            <pc:sldMk cId="0" sldId="258"/>
            <ac:picMk id="74" creationId="{00000000-0000-0000-0000-000000000000}"/>
          </ac:picMkLst>
        </pc:picChg>
      </pc:sldChg>
      <pc:sldChg chg="del">
        <pc:chgData name="Leônidas Müller de Oliveira" userId="5af9566427f0cd7a" providerId="LiveId" clId="{68137F2F-A734-458A-A931-CE69A71D87D1}" dt="2021-01-13T19:57:23.848" v="393" actId="47"/>
        <pc:sldMkLst>
          <pc:docMk/>
          <pc:sldMk cId="0" sldId="259"/>
        </pc:sldMkLst>
      </pc:sldChg>
      <pc:sldChg chg="del">
        <pc:chgData name="Leônidas Müller de Oliveira" userId="5af9566427f0cd7a" providerId="LiveId" clId="{68137F2F-A734-458A-A931-CE69A71D87D1}" dt="2021-01-13T19:57:24.568" v="394" actId="47"/>
        <pc:sldMkLst>
          <pc:docMk/>
          <pc:sldMk cId="0" sldId="260"/>
        </pc:sldMkLst>
      </pc:sldChg>
      <pc:sldChg chg="del">
        <pc:chgData name="Leônidas Müller de Oliveira" userId="5af9566427f0cd7a" providerId="LiveId" clId="{68137F2F-A734-458A-A931-CE69A71D87D1}" dt="2021-01-13T19:57:26.297" v="395" actId="47"/>
        <pc:sldMkLst>
          <pc:docMk/>
          <pc:sldMk cId="0" sldId="261"/>
        </pc:sldMkLst>
      </pc:sldChg>
      <pc:sldChg chg="addSp delSp modSp mod">
        <pc:chgData name="Leônidas Müller de Oliveira" userId="5af9566427f0cd7a" providerId="LiveId" clId="{68137F2F-A734-458A-A931-CE69A71D87D1}" dt="2021-01-13T21:16:54.279" v="1430"/>
        <pc:sldMkLst>
          <pc:docMk/>
          <pc:sldMk cId="0" sldId="262"/>
        </pc:sldMkLst>
        <pc:spChg chg="add mod">
          <ac:chgData name="Leônidas Müller de Oliveira" userId="5af9566427f0cd7a" providerId="LiveId" clId="{68137F2F-A734-458A-A931-CE69A71D87D1}" dt="2021-01-13T21:16:54.279" v="1430"/>
          <ac:spMkLst>
            <pc:docMk/>
            <pc:sldMk cId="0" sldId="262"/>
            <ac:spMk id="7" creationId="{89A6ED73-2DEB-4C28-B281-140763718763}"/>
          </ac:spMkLst>
        </pc:spChg>
        <pc:spChg chg="add del mod">
          <ac:chgData name="Leônidas Müller de Oliveira" userId="5af9566427f0cd7a" providerId="LiveId" clId="{68137F2F-A734-458A-A931-CE69A71D87D1}" dt="2021-01-13T19:57:41.481" v="400"/>
          <ac:spMkLst>
            <pc:docMk/>
            <pc:sldMk cId="0" sldId="262"/>
            <ac:spMk id="7" creationId="{9FA3DA35-CFBB-404B-AE5D-9984A4CD1B23}"/>
          </ac:spMkLst>
        </pc:spChg>
        <pc:spChg chg="add del mod">
          <ac:chgData name="Leônidas Müller de Oliveira" userId="5af9566427f0cd7a" providerId="LiveId" clId="{68137F2F-A734-458A-A931-CE69A71D87D1}" dt="2021-01-13T21:16:53.979" v="1429" actId="478"/>
          <ac:spMkLst>
            <pc:docMk/>
            <pc:sldMk cId="0" sldId="262"/>
            <ac:spMk id="8" creationId="{C34D776D-C320-4E9C-AB8B-6C9E2B4934AE}"/>
          </ac:spMkLst>
        </pc:spChg>
        <pc:spChg chg="mod">
          <ac:chgData name="Leônidas Müller de Oliveira" userId="5af9566427f0cd7a" providerId="LiveId" clId="{68137F2F-A734-458A-A931-CE69A71D87D1}" dt="2021-01-13T20:06:48.787" v="957" actId="1076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06:36.273" v="912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27:20.409" v="996" actId="20577"/>
          <ac:spMkLst>
            <pc:docMk/>
            <pc:sldMk cId="0" sldId="262"/>
            <ac:spMk id="143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19:57:44.438" v="401" actId="478"/>
          <ac:spMkLst>
            <pc:docMk/>
            <pc:sldMk cId="0" sldId="262"/>
            <ac:spMk id="144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4T13:52:17.725" v="4503" actId="1076"/>
        <pc:sldMkLst>
          <pc:docMk/>
          <pc:sldMk cId="0" sldId="263"/>
        </pc:sldMkLst>
        <pc:spChg chg="add mod">
          <ac:chgData name="Leônidas Müller de Oliveira" userId="5af9566427f0cd7a" providerId="LiveId" clId="{68137F2F-A734-458A-A931-CE69A71D87D1}" dt="2021-01-13T21:16:50.262" v="1428"/>
          <ac:spMkLst>
            <pc:docMk/>
            <pc:sldMk cId="0" sldId="263"/>
            <ac:spMk id="6" creationId="{25BF22B5-A45B-4D54-99F5-34066FDE8862}"/>
          </ac:spMkLst>
        </pc:spChg>
        <pc:spChg chg="mod">
          <ac:chgData name="Leônidas Müller de Oliveira" userId="5af9566427f0cd7a" providerId="LiveId" clId="{68137F2F-A734-458A-A931-CE69A71D87D1}" dt="2021-01-14T13:52:17.725" v="4503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11:37.874" v="1416" actId="1076"/>
          <ac:spMkLst>
            <pc:docMk/>
            <pc:sldMk cId="0" sldId="263"/>
            <ac:spMk id="150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0:01.463" v="1351" actId="478"/>
          <ac:spMkLst>
            <pc:docMk/>
            <pc:sldMk cId="0" sldId="263"/>
            <ac:spMk id="1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9.997" v="1427" actId="478"/>
          <ac:spMkLst>
            <pc:docMk/>
            <pc:sldMk cId="0" sldId="263"/>
            <ac:spMk id="152" creationId="{00000000-0000-0000-0000-000000000000}"/>
          </ac:spMkLst>
        </pc:spChg>
      </pc:sldChg>
      <pc:sldChg chg="addSp delSp modSp mod ord">
        <pc:chgData name="Leônidas Müller de Oliveira" userId="5af9566427f0cd7a" providerId="LiveId" clId="{68137F2F-A734-458A-A931-CE69A71D87D1}" dt="2021-01-13T21:16:41.095" v="1424"/>
        <pc:sldMkLst>
          <pc:docMk/>
          <pc:sldMk cId="0" sldId="264"/>
        </pc:sldMkLst>
        <pc:spChg chg="add mod">
          <ac:chgData name="Leônidas Müller de Oliveira" userId="5af9566427f0cd7a" providerId="LiveId" clId="{68137F2F-A734-458A-A931-CE69A71D87D1}" dt="2021-01-13T21:16:41.095" v="1424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68137F2F-A734-458A-A931-CE69A71D87D1}" dt="2021-01-13T20:36:40.237" v="1020" actId="6549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0:37:51.249" v="1237" actId="20577"/>
          <ac:spMkLst>
            <pc:docMk/>
            <pc:sldMk cId="0" sldId="264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0.494" v="1423" actId="478"/>
          <ac:spMkLst>
            <pc:docMk/>
            <pc:sldMk cId="0" sldId="264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0:41:16.568" v="1238" actId="14826"/>
          <ac:picMkLst>
            <pc:docMk/>
            <pc:sldMk cId="0" sldId="264"/>
            <ac:picMk id="159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1:36:25.499" v="1991" actId="2696"/>
        <pc:sldMkLst>
          <pc:docMk/>
          <pc:sldMk cId="0" sldId="265"/>
        </pc:sldMkLst>
        <pc:picChg chg="mod">
          <ac:chgData name="Leônidas Müller de Oliveira" userId="5af9566427f0cd7a" providerId="LiveId" clId="{68137F2F-A734-458A-A931-CE69A71D87D1}" dt="2021-01-13T21:35:13.305" v="1851" actId="14100"/>
          <ac:picMkLst>
            <pc:docMk/>
            <pc:sldMk cId="0" sldId="265"/>
            <ac:picMk id="16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718" v="1850" actId="478"/>
          <ac:picMkLst>
            <pc:docMk/>
            <pc:sldMk cId="0" sldId="265"/>
            <ac:picMk id="168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35:10.348" v="1849" actId="478"/>
          <ac:picMkLst>
            <pc:docMk/>
            <pc:sldMk cId="0" sldId="265"/>
            <ac:picMk id="169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11:28.021" v="2194" actId="20577"/>
        <pc:sldMkLst>
          <pc:docMk/>
          <pc:sldMk cId="0" sldId="266"/>
        </pc:sldMkLst>
        <pc:spChg chg="add mod">
          <ac:chgData name="Leônidas Müller de Oliveira" userId="5af9566427f0cd7a" providerId="LiveId" clId="{68137F2F-A734-458A-A931-CE69A71D87D1}" dt="2021-01-13T21:46:42.536" v="2089"/>
          <ac:spMkLst>
            <pc:docMk/>
            <pc:sldMk cId="0" sldId="266"/>
            <ac:spMk id="7" creationId="{7C21F359-349F-4011-A06B-88E613DE1D62}"/>
          </ac:spMkLst>
        </pc:spChg>
        <pc:spChg chg="mod">
          <ac:chgData name="Leônidas Müller de Oliveira" userId="5af9566427f0cd7a" providerId="LiveId" clId="{68137F2F-A734-458A-A931-CE69A71D87D1}" dt="2021-01-13T22:11:28.021" v="2194" actId="20577"/>
          <ac:spMkLst>
            <pc:docMk/>
            <pc:sldMk cId="0" sldId="266"/>
            <ac:spMk id="17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3.003" v="2086" actId="478"/>
          <ac:spMkLst>
            <pc:docMk/>
            <pc:sldMk cId="0" sldId="266"/>
            <ac:spMk id="17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46:37.820" v="2088" actId="478"/>
          <ac:spMkLst>
            <pc:docMk/>
            <pc:sldMk cId="0" sldId="266"/>
            <ac:spMk id="179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49:48.141" v="2187" actId="14100"/>
          <ac:picMkLst>
            <pc:docMk/>
            <pc:sldMk cId="0" sldId="266"/>
            <ac:picMk id="177" creationId="{00000000-0000-0000-0000-000000000000}"/>
          </ac:picMkLst>
        </pc:picChg>
        <pc:picChg chg="del">
          <ac:chgData name="Leônidas Müller de Oliveira" userId="5af9566427f0cd7a" providerId="LiveId" clId="{68137F2F-A734-458A-A931-CE69A71D87D1}" dt="2021-01-13T21:49:18.676" v="2183" actId="478"/>
          <ac:picMkLst>
            <pc:docMk/>
            <pc:sldMk cId="0" sldId="266"/>
            <ac:picMk id="178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2:24:00.654" v="2244" actId="478"/>
        <pc:sldMkLst>
          <pc:docMk/>
          <pc:sldMk cId="0" sldId="267"/>
        </pc:sldMkLst>
        <pc:spChg chg="add mod">
          <ac:chgData name="Leônidas Müller de Oliveira" userId="5af9566427f0cd7a" providerId="LiveId" clId="{68137F2F-A734-458A-A931-CE69A71D87D1}" dt="2021-01-13T22:18:57.823" v="2232"/>
          <ac:spMkLst>
            <pc:docMk/>
            <pc:sldMk cId="0" sldId="267"/>
            <ac:spMk id="6" creationId="{FC6013AE-9CB7-4BBB-8411-9C6335FC9B30}"/>
          </ac:spMkLst>
        </pc:spChg>
        <pc:spChg chg="mod">
          <ac:chgData name="Leônidas Müller de Oliveira" userId="5af9566427f0cd7a" providerId="LiveId" clId="{68137F2F-A734-458A-A931-CE69A71D87D1}" dt="2021-01-13T22:12:33.211" v="2225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21:40.377" v="2242" actId="20577"/>
          <ac:spMkLst>
            <pc:docMk/>
            <pc:sldMk cId="0" sldId="267"/>
            <ac:spMk id="18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18:57.033" v="2231" actId="478"/>
          <ac:spMkLst>
            <pc:docMk/>
            <pc:sldMk cId="0" sldId="267"/>
            <ac:spMk id="187" creationId="{00000000-0000-0000-0000-000000000000}"/>
          </ac:spMkLst>
        </pc:spChg>
        <pc:graphicFrameChg chg="add del modGraphic">
          <ac:chgData name="Leônidas Müller de Oliveira" userId="5af9566427f0cd7a" providerId="LiveId" clId="{68137F2F-A734-458A-A931-CE69A71D87D1}" dt="2021-01-13T22:24:00.654" v="2244" actId="478"/>
          <ac:graphicFrameMkLst>
            <pc:docMk/>
            <pc:sldMk cId="0" sldId="267"/>
            <ac:graphicFrameMk id="3" creationId="{76D8C606-A76B-4302-AB5C-82D4751FECFE}"/>
          </ac:graphicFrameMkLst>
        </pc:graphicFrameChg>
        <pc:picChg chg="mod">
          <ac:chgData name="Leônidas Müller de Oliveira" userId="5af9566427f0cd7a" providerId="LiveId" clId="{68137F2F-A734-458A-A931-CE69A71D87D1}" dt="2021-01-13T22:19:01.483" v="2234" actId="14100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4T00:29:43.090" v="4481" actId="1076"/>
        <pc:sldMkLst>
          <pc:docMk/>
          <pc:sldMk cId="0" sldId="268"/>
        </pc:sldMkLst>
        <pc:spChg chg="add mod">
          <ac:chgData name="Leônidas Müller de Oliveira" userId="5af9566427f0cd7a" providerId="LiveId" clId="{68137F2F-A734-458A-A931-CE69A71D87D1}" dt="2021-01-14T00:29:43.090" v="4481" actId="1076"/>
          <ac:spMkLst>
            <pc:docMk/>
            <pc:sldMk cId="0" sldId="268"/>
            <ac:spMk id="11" creationId="{66D68495-624D-436A-A86D-E42CC4800A32}"/>
          </ac:spMkLst>
        </pc:spChg>
        <pc:spChg chg="add mod">
          <ac:chgData name="Leônidas Müller de Oliveira" userId="5af9566427f0cd7a" providerId="LiveId" clId="{68137F2F-A734-458A-A931-CE69A71D87D1}" dt="2021-01-13T22:28:12.015" v="2364"/>
          <ac:spMkLst>
            <pc:docMk/>
            <pc:sldMk cId="0" sldId="268"/>
            <ac:spMk id="12" creationId="{18466C6D-A0D4-4C5C-9B03-F662411778D8}"/>
          </ac:spMkLst>
        </pc:spChg>
        <pc:spChg chg="mod">
          <ac:chgData name="Leônidas Müller de Oliveira" userId="5af9566427f0cd7a" providerId="LiveId" clId="{68137F2F-A734-458A-A931-CE69A71D87D1}" dt="2021-01-13T22:30:25.690" v="2367"/>
          <ac:spMkLst>
            <pc:docMk/>
            <pc:sldMk cId="0" sldId="268"/>
            <ac:spMk id="192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2.098" v="2247" actId="478"/>
          <ac:spMkLst>
            <pc:docMk/>
            <pc:sldMk cId="0" sldId="268"/>
            <ac:spMk id="193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3.291" v="2249" actId="478"/>
          <ac:spMkLst>
            <pc:docMk/>
            <pc:sldMk cId="0" sldId="268"/>
            <ac:spMk id="194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5.369" v="2253" actId="478"/>
          <ac:spMkLst>
            <pc:docMk/>
            <pc:sldMk cId="0" sldId="268"/>
            <ac:spMk id="195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26:44.176" v="2251" actId="478"/>
          <ac:spMkLst>
            <pc:docMk/>
            <pc:sldMk cId="0" sldId="268"/>
            <ac:spMk id="196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6.505" v="2254" actId="478"/>
          <ac:spMkLst>
            <pc:docMk/>
            <pc:sldMk cId="0" sldId="268"/>
            <ac:spMk id="197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6:47.665" v="2255" actId="478"/>
          <ac:spMkLst>
            <pc:docMk/>
            <pc:sldMk cId="0" sldId="268"/>
            <ac:spMk id="19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28:11.041" v="2363" actId="478"/>
          <ac:spMkLst>
            <pc:docMk/>
            <pc:sldMk cId="0" sldId="268"/>
            <ac:spMk id="20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31:15.488" v="2368" actId="14826"/>
          <ac:picMkLst>
            <pc:docMk/>
            <pc:sldMk cId="0" sldId="268"/>
            <ac:picMk id="199" creationId="{00000000-0000-0000-0000-000000000000}"/>
          </ac:picMkLst>
        </pc:picChg>
      </pc:sldChg>
      <pc:sldChg chg="del ord">
        <pc:chgData name="Leônidas Müller de Oliveira" userId="5af9566427f0cd7a" providerId="LiveId" clId="{68137F2F-A734-458A-A931-CE69A71D87D1}" dt="2021-01-13T23:03:58.467" v="3830" actId="47"/>
        <pc:sldMkLst>
          <pc:docMk/>
          <pc:sldMk cId="0" sldId="269"/>
        </pc:sldMkLst>
      </pc:sldChg>
      <pc:sldChg chg="addSp delSp modSp mod ord">
        <pc:chgData name="Leônidas Müller de Oliveira" userId="5af9566427f0cd7a" providerId="LiveId" clId="{68137F2F-A734-458A-A931-CE69A71D87D1}" dt="2021-01-13T22:35:35.056" v="2428"/>
        <pc:sldMkLst>
          <pc:docMk/>
          <pc:sldMk cId="0" sldId="270"/>
        </pc:sldMkLst>
        <pc:spChg chg="add mod">
          <ac:chgData name="Leônidas Müller de Oliveira" userId="5af9566427f0cd7a" providerId="LiveId" clId="{68137F2F-A734-458A-A931-CE69A71D87D1}" dt="2021-01-13T22:35:35.056" v="2428"/>
          <ac:spMkLst>
            <pc:docMk/>
            <pc:sldMk cId="0" sldId="270"/>
            <ac:spMk id="6" creationId="{930CC52F-ED8A-47A5-A077-E851C4C95BC3}"/>
          </ac:spMkLst>
        </pc:spChg>
        <pc:spChg chg="mod">
          <ac:chgData name="Leônidas Müller de Oliveira" userId="5af9566427f0cd7a" providerId="LiveId" clId="{68137F2F-A734-458A-A931-CE69A71D87D1}" dt="2021-01-13T22:34:39.885" v="2417" actId="20577"/>
          <ac:spMkLst>
            <pc:docMk/>
            <pc:sldMk cId="0" sldId="270"/>
            <ac:spMk id="21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35:31.557" v="2426" actId="1076"/>
          <ac:spMkLst>
            <pc:docMk/>
            <pc:sldMk cId="0" sldId="270"/>
            <ac:spMk id="21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35:34.388" v="2427" actId="478"/>
          <ac:spMkLst>
            <pc:docMk/>
            <pc:sldMk cId="0" sldId="270"/>
            <ac:spMk id="220" creationId="{00000000-0000-0000-0000-000000000000}"/>
          </ac:spMkLst>
        </pc:spChg>
      </pc:sldChg>
      <pc:sldChg chg="addSp delSp modSp mod">
        <pc:chgData name="Leônidas Müller de Oliveira" userId="5af9566427f0cd7a" providerId="LiveId" clId="{68137F2F-A734-458A-A931-CE69A71D87D1}" dt="2021-01-14T00:51:51.943" v="4499" actId="1076"/>
        <pc:sldMkLst>
          <pc:docMk/>
          <pc:sldMk cId="0" sldId="271"/>
        </pc:sldMkLst>
        <pc:spChg chg="add mod">
          <ac:chgData name="Leônidas Müller de Oliveira" userId="5af9566427f0cd7a" providerId="LiveId" clId="{68137F2F-A734-458A-A931-CE69A71D87D1}" dt="2021-01-13T23:04:05.651" v="3832"/>
          <ac:spMkLst>
            <pc:docMk/>
            <pc:sldMk cId="0" sldId="271"/>
            <ac:spMk id="8" creationId="{83F31AB0-14A9-4E61-8540-674C7E14B2A5}"/>
          </ac:spMkLst>
        </pc:spChg>
        <pc:spChg chg="mod">
          <ac:chgData name="Leônidas Müller de Oliveira" userId="5af9566427f0cd7a" providerId="LiveId" clId="{68137F2F-A734-458A-A931-CE69A71D87D1}" dt="2021-01-14T00:51:49.451" v="4498" actId="1076"/>
          <ac:spMkLst>
            <pc:docMk/>
            <pc:sldMk cId="0" sldId="271"/>
            <ac:spMk id="22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4:05.230" v="3831" actId="478"/>
          <ac:spMkLst>
            <pc:docMk/>
            <pc:sldMk cId="0" sldId="271"/>
            <ac:spMk id="22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51.943" v="4499" actId="1076"/>
          <ac:spMkLst>
            <pc:docMk/>
            <pc:sldMk cId="0" sldId="271"/>
            <ac:spMk id="22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3:03:56.265" v="3829" actId="1076"/>
          <ac:picMkLst>
            <pc:docMk/>
            <pc:sldMk cId="0" sldId="271"/>
            <ac:picMk id="3" creationId="{36E3D016-5FC1-4823-80C4-550D12960490}"/>
          </ac:picMkLst>
        </pc:picChg>
        <pc:picChg chg="del">
          <ac:chgData name="Leônidas Müller de Oliveira" userId="5af9566427f0cd7a" providerId="LiveId" clId="{68137F2F-A734-458A-A931-CE69A71D87D1}" dt="2021-01-13T23:03:52.798" v="3828" actId="478"/>
          <ac:picMkLst>
            <pc:docMk/>
            <pc:sldMk cId="0" sldId="271"/>
            <ac:picMk id="226" creationId="{00000000-0000-0000-0000-000000000000}"/>
          </ac:picMkLst>
        </pc:picChg>
      </pc:sldChg>
      <pc:sldChg chg="addSp delSp modSp mod">
        <pc:chgData name="Leônidas Müller de Oliveira" userId="5af9566427f0cd7a" providerId="LiveId" clId="{68137F2F-A734-458A-A931-CE69A71D87D1}" dt="2021-01-13T23:07:52.213" v="4440"/>
        <pc:sldMkLst>
          <pc:docMk/>
          <pc:sldMk cId="0" sldId="272"/>
        </pc:sldMkLst>
        <pc:spChg chg="add mod">
          <ac:chgData name="Leônidas Müller de Oliveira" userId="5af9566427f0cd7a" providerId="LiveId" clId="{68137F2F-A734-458A-A931-CE69A71D87D1}" dt="2021-01-13T23:07:52.213" v="4440"/>
          <ac:spMkLst>
            <pc:docMk/>
            <pc:sldMk cId="0" sldId="272"/>
            <ac:spMk id="6" creationId="{FD76ADCD-BBBA-4B59-816B-9784258BC36A}"/>
          </ac:spMkLst>
        </pc:spChg>
        <pc:spChg chg="mod">
          <ac:chgData name="Leônidas Müller de Oliveira" userId="5af9566427f0cd7a" providerId="LiveId" clId="{68137F2F-A734-458A-A931-CE69A71D87D1}" dt="2021-01-13T23:06:47.574" v="4327" actId="20577"/>
          <ac:spMkLst>
            <pc:docMk/>
            <pc:sldMk cId="0" sldId="272"/>
            <ac:spMk id="233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01.263" v="4368" actId="20577"/>
          <ac:spMkLst>
            <pc:docMk/>
            <pc:sldMk cId="0" sldId="272"/>
            <ac:spMk id="23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3:07:45.626" v="4438" actId="20577"/>
          <ac:spMkLst>
            <pc:docMk/>
            <pc:sldMk cId="0" sldId="272"/>
            <ac:spMk id="235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3:07:51.855" v="4439" actId="478"/>
          <ac:spMkLst>
            <pc:docMk/>
            <pc:sldMk cId="0" sldId="272"/>
            <ac:spMk id="236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3:07:58.595" v="4441" actId="47"/>
        <pc:sldMkLst>
          <pc:docMk/>
          <pc:sldMk cId="0" sldId="273"/>
        </pc:sldMkLst>
      </pc:sldChg>
      <pc:sldChg chg="addSp delSp modSp mod ord">
        <pc:chgData name="Leônidas Müller de Oliveira" userId="5af9566427f0cd7a" providerId="LiveId" clId="{68137F2F-A734-458A-A931-CE69A71D87D1}" dt="2021-01-14T00:46:51.650" v="4491" actId="1076"/>
        <pc:sldMkLst>
          <pc:docMk/>
          <pc:sldMk cId="0" sldId="274"/>
        </pc:sldMkLst>
        <pc:spChg chg="add mod">
          <ac:chgData name="Leônidas Müller de Oliveira" userId="5af9566427f0cd7a" providerId="LiveId" clId="{68137F2F-A734-458A-A931-CE69A71D87D1}" dt="2021-01-13T22:59:47.191" v="3477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68137F2F-A734-458A-A931-CE69A71D87D1}" dt="2021-01-13T22:56:26.530" v="3166" actId="14100"/>
          <ac:spMkLst>
            <pc:docMk/>
            <pc:sldMk cId="0" sldId="274"/>
            <ac:spMk id="249" creationId="{00000000-0000-0000-0000-000000000000}"/>
          </ac:spMkLst>
        </pc:spChg>
        <pc:spChg chg="del mod">
          <ac:chgData name="Leônidas Müller de Oliveira" userId="5af9566427f0cd7a" providerId="LiveId" clId="{68137F2F-A734-458A-A931-CE69A71D87D1}" dt="2021-01-13T22:56:32.602" v="3168" actId="478"/>
          <ac:spMkLst>
            <pc:docMk/>
            <pc:sldMk cId="0" sldId="274"/>
            <ac:spMk id="250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6:51.650" v="4491" actId="1076"/>
          <ac:spMkLst>
            <pc:docMk/>
            <pc:sldMk cId="0" sldId="274"/>
            <ac:spMk id="251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2:59:46.662" v="3476" actId="478"/>
          <ac:spMkLst>
            <pc:docMk/>
            <pc:sldMk cId="0" sldId="274"/>
            <ac:spMk id="252" creationId="{00000000-0000-0000-0000-000000000000}"/>
          </ac:spMkLst>
        </pc:spChg>
      </pc:sldChg>
      <pc:sldChg chg="del">
        <pc:chgData name="Leônidas Müller de Oliveira" userId="5af9566427f0cd7a" providerId="LiveId" clId="{68137F2F-A734-458A-A931-CE69A71D87D1}" dt="2021-01-13T22:55:54.862" v="3157" actId="47"/>
        <pc:sldMkLst>
          <pc:docMk/>
          <pc:sldMk cId="0" sldId="275"/>
        </pc:sldMkLst>
      </pc:sldChg>
      <pc:sldChg chg="del">
        <pc:chgData name="Leônidas Müller de Oliveira" userId="5af9566427f0cd7a" providerId="LiveId" clId="{68137F2F-A734-458A-A931-CE69A71D87D1}" dt="2021-01-13T22:55:56.371" v="3158" actId="47"/>
        <pc:sldMkLst>
          <pc:docMk/>
          <pc:sldMk cId="0" sldId="276"/>
        </pc:sldMkLst>
      </pc:sldChg>
      <pc:sldChg chg="del">
        <pc:chgData name="Leônidas Müller de Oliveira" userId="5af9566427f0cd7a" providerId="LiveId" clId="{68137F2F-A734-458A-A931-CE69A71D87D1}" dt="2021-01-13T23:08:00.540" v="4442" actId="47"/>
        <pc:sldMkLst>
          <pc:docMk/>
          <pc:sldMk cId="0" sldId="277"/>
        </pc:sldMkLst>
      </pc:sldChg>
      <pc:sldChg chg="del">
        <pc:chgData name="Leônidas Müller de Oliveira" userId="5af9566427f0cd7a" providerId="LiveId" clId="{68137F2F-A734-458A-A931-CE69A71D87D1}" dt="2021-01-13T23:08:01.452" v="4443" actId="47"/>
        <pc:sldMkLst>
          <pc:docMk/>
          <pc:sldMk cId="0" sldId="278"/>
        </pc:sldMkLst>
      </pc:sldChg>
      <pc:sldChg chg="del">
        <pc:chgData name="Leônidas Müller de Oliveira" userId="5af9566427f0cd7a" providerId="LiveId" clId="{68137F2F-A734-458A-A931-CE69A71D87D1}" dt="2021-01-13T23:08:02.198" v="4444" actId="47"/>
        <pc:sldMkLst>
          <pc:docMk/>
          <pc:sldMk cId="0" sldId="279"/>
        </pc:sldMkLst>
      </pc:sldChg>
      <pc:sldChg chg="del">
        <pc:chgData name="Leônidas Müller de Oliveira" userId="5af9566427f0cd7a" providerId="LiveId" clId="{68137F2F-A734-458A-A931-CE69A71D87D1}" dt="2021-01-13T23:08:02.829" v="4445" actId="47"/>
        <pc:sldMkLst>
          <pc:docMk/>
          <pc:sldMk cId="0" sldId="280"/>
        </pc:sldMkLst>
      </pc:sldChg>
      <pc:sldChg chg="addSp delSp modSp mod">
        <pc:chgData name="Leônidas Müller de Oliveira" userId="5af9566427f0cd7a" providerId="LiveId" clId="{68137F2F-A734-458A-A931-CE69A71D87D1}" dt="2021-01-14T01:02:53.449" v="4502" actId="1076"/>
        <pc:sldMkLst>
          <pc:docMk/>
          <pc:sldMk cId="0" sldId="281"/>
        </pc:sldMkLst>
        <pc:spChg chg="add mod">
          <ac:chgData name="Leônidas Müller de Oliveira" userId="5af9566427f0cd7a" providerId="LiveId" clId="{68137F2F-A734-458A-A931-CE69A71D87D1}" dt="2021-01-14T01:02:36.645" v="4500" actId="1076"/>
          <ac:spMkLst>
            <pc:docMk/>
            <pc:sldMk cId="0" sldId="281"/>
            <ac:spMk id="6" creationId="{E13DB553-13BB-41C1-8D73-D4CF2AC42EA7}"/>
          </ac:spMkLst>
        </pc:spChg>
        <pc:spChg chg="add mod">
          <ac:chgData name="Leônidas Müller de Oliveira" userId="5af9566427f0cd7a" providerId="LiveId" clId="{68137F2F-A734-458A-A931-CE69A71D87D1}" dt="2021-01-14T01:02:53.449" v="4502" actId="1076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68137F2F-A734-458A-A931-CE69A71D87D1}" dt="2021-01-13T22:48:58.821" v="2682" actId="1076"/>
          <ac:spMkLst>
            <pc:docMk/>
            <pc:sldMk cId="0" sldId="281"/>
            <ac:spMk id="33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8:56.794" v="2681" actId="1076"/>
          <ac:spMkLst>
            <pc:docMk/>
            <pc:sldMk cId="0" sldId="281"/>
            <ac:spMk id="338" creationId="{00000000-0000-0000-0000-000000000000}"/>
          </ac:spMkLst>
        </pc:spChg>
        <pc:picChg chg="add mod">
          <ac:chgData name="Leônidas Müller de Oliveira" userId="5af9566427f0cd7a" providerId="LiveId" clId="{68137F2F-A734-458A-A931-CE69A71D87D1}" dt="2021-01-13T22:48:49.633" v="2679"/>
          <ac:picMkLst>
            <pc:docMk/>
            <pc:sldMk cId="0" sldId="281"/>
            <ac:picMk id="5" creationId="{B5D4AE09-62A7-4F55-8392-1C90A5E86B25}"/>
          </ac:picMkLst>
        </pc:picChg>
        <pc:picChg chg="del">
          <ac:chgData name="Leônidas Müller de Oliveira" userId="5af9566427f0cd7a" providerId="LiveId" clId="{68137F2F-A734-458A-A931-CE69A71D87D1}" dt="2021-01-13T22:47:42.899" v="2636" actId="478"/>
          <ac:picMkLst>
            <pc:docMk/>
            <pc:sldMk cId="0" sldId="281"/>
            <ac:picMk id="336" creationId="{00000000-0000-0000-0000-000000000000}"/>
          </ac:picMkLst>
        </pc:picChg>
      </pc:sldChg>
      <pc:sldChg chg="delSp modSp del mod">
        <pc:chgData name="Leônidas Müller de Oliveira" userId="5af9566427f0cd7a" providerId="LiveId" clId="{68137F2F-A734-458A-A931-CE69A71D87D1}" dt="2021-01-13T22:49:13.482" v="2687" actId="47"/>
        <pc:sldMkLst>
          <pc:docMk/>
          <pc:sldMk cId="3187776213" sldId="282"/>
        </pc:sldMkLst>
        <pc:spChg chg="mod">
          <ac:chgData name="Leônidas Müller de Oliveira" userId="5af9566427f0cd7a" providerId="LiveId" clId="{68137F2F-A734-458A-A931-CE69A71D87D1}" dt="2021-01-13T22:45:11.028" v="2594" actId="20577"/>
          <ac:spMkLst>
            <pc:docMk/>
            <pc:sldMk cId="3187776213" sldId="282"/>
            <ac:spMk id="344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1.264" v="2616" actId="20577"/>
          <ac:spMkLst>
            <pc:docMk/>
            <pc:sldMk cId="3187776213" sldId="282"/>
            <ac:spMk id="346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2:47:38.347" v="2635" actId="20577"/>
          <ac:spMkLst>
            <pc:docMk/>
            <pc:sldMk cId="3187776213" sldId="282"/>
            <ac:spMk id="347" creationId="{00000000-0000-0000-0000-000000000000}"/>
          </ac:spMkLst>
        </pc:spChg>
        <pc:picChg chg="del">
          <ac:chgData name="Leônidas Müller de Oliveira" userId="5af9566427f0cd7a" providerId="LiveId" clId="{68137F2F-A734-458A-A931-CE69A71D87D1}" dt="2021-01-13T22:45:07.029" v="2591" actId="478"/>
          <ac:picMkLst>
            <pc:docMk/>
            <pc:sldMk cId="3187776213" sldId="282"/>
            <ac:picMk id="343" creationId="{00000000-0000-0000-0000-000000000000}"/>
          </ac:picMkLst>
        </pc:picChg>
        <pc:picChg chg="mod modCrop">
          <ac:chgData name="Leônidas Müller de Oliveira" userId="5af9566427f0cd7a" providerId="LiveId" clId="{68137F2F-A734-458A-A931-CE69A71D87D1}" dt="2021-01-13T22:47:20.532" v="2606" actId="732"/>
          <ac:picMkLst>
            <pc:docMk/>
            <pc:sldMk cId="3187776213" sldId="282"/>
            <ac:picMk id="345" creationId="{00000000-0000-0000-0000-000000000000}"/>
          </ac:picMkLst>
        </pc:picChg>
      </pc:sldChg>
      <pc:sldChg chg="addSp delSp modSp add mod">
        <pc:chgData name="Leônidas Müller de Oliveira" userId="5af9566427f0cd7a" providerId="LiveId" clId="{68137F2F-A734-458A-A931-CE69A71D87D1}" dt="2021-01-14T19:02:43.230" v="4504" actId="1076"/>
        <pc:sldMkLst>
          <pc:docMk/>
          <pc:sldMk cId="569711459" sldId="283"/>
        </pc:sldMkLst>
        <pc:spChg chg="add mod">
          <ac:chgData name="Leônidas Müller de Oliveira" userId="5af9566427f0cd7a" providerId="LiveId" clId="{68137F2F-A734-458A-A931-CE69A71D87D1}" dt="2021-01-13T21:16:46.684" v="1426"/>
          <ac:spMkLst>
            <pc:docMk/>
            <pc:sldMk cId="569711459" sldId="283"/>
            <ac:spMk id="6" creationId="{8773F3A6-AB81-492A-9E25-5D2FE5C24475}"/>
          </ac:spMkLst>
        </pc:spChg>
        <pc:spChg chg="mod">
          <ac:chgData name="Leônidas Müller de Oliveira" userId="5af9566427f0cd7a" providerId="LiveId" clId="{68137F2F-A734-458A-A931-CE69A71D87D1}" dt="2021-01-13T21:08:13.998" v="1309" actId="20577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19:02:43.230" v="4504" actId="1076"/>
          <ac:spMkLst>
            <pc:docMk/>
            <pc:sldMk cId="569711459" sldId="283"/>
            <ac:spMk id="158" creationId="{00000000-0000-0000-0000-000000000000}"/>
          </ac:spMkLst>
        </pc:spChg>
        <pc:spChg chg="del">
          <ac:chgData name="Leônidas Müller de Oliveira" userId="5af9566427f0cd7a" providerId="LiveId" clId="{68137F2F-A734-458A-A931-CE69A71D87D1}" dt="2021-01-13T21:16:46.188" v="1425" actId="478"/>
          <ac:spMkLst>
            <pc:docMk/>
            <pc:sldMk cId="569711459" sldId="283"/>
            <ac:spMk id="160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09:01.276" v="1316" actId="14826"/>
          <ac:picMkLst>
            <pc:docMk/>
            <pc:sldMk cId="569711459" sldId="283"/>
            <ac:picMk id="159" creationId="{00000000-0000-0000-0000-000000000000}"/>
          </ac:picMkLst>
        </pc:picChg>
      </pc:sldChg>
      <pc:sldChg chg="modSp add del mod ord">
        <pc:chgData name="Leônidas Müller de Oliveira" userId="5af9566427f0cd7a" providerId="LiveId" clId="{68137F2F-A734-458A-A931-CE69A71D87D1}" dt="2021-01-13T20:03:56.859" v="833" actId="2890"/>
        <pc:sldMkLst>
          <pc:docMk/>
          <pc:sldMk cId="579065743" sldId="283"/>
        </pc:sldMkLst>
        <pc:spChg chg="mod">
          <ac:chgData name="Leônidas Müller de Oliveira" userId="5af9566427f0cd7a" providerId="LiveId" clId="{68137F2F-A734-458A-A931-CE69A71D87D1}" dt="2021-01-13T20:03:56.066" v="831" actId="20577"/>
          <ac:spMkLst>
            <pc:docMk/>
            <pc:sldMk cId="579065743" sldId="283"/>
            <ac:spMk id="141" creationId="{00000000-0000-0000-0000-000000000000}"/>
          </ac:spMkLst>
        </pc:spChg>
      </pc:sldChg>
      <pc:sldChg chg="addSp delSp modSp add mod ord">
        <pc:chgData name="Leônidas Müller de Oliveira" userId="5af9566427f0cd7a" providerId="LiveId" clId="{68137F2F-A734-458A-A931-CE69A71D87D1}" dt="2021-01-13T21:25:04.087" v="1848" actId="1076"/>
        <pc:sldMkLst>
          <pc:docMk/>
          <pc:sldMk cId="1437011287" sldId="284"/>
        </pc:sldMkLst>
        <pc:spChg chg="add mod">
          <ac:chgData name="Leônidas Müller de Oliveira" userId="5af9566427f0cd7a" providerId="LiveId" clId="{68137F2F-A734-458A-A931-CE69A71D87D1}" dt="2021-01-13T21:24:57.112" v="1847" actId="1076"/>
          <ac:spMkLst>
            <pc:docMk/>
            <pc:sldMk cId="1437011287" sldId="284"/>
            <ac:spMk id="2" creationId="{B5FAAC12-83B7-4468-968E-BD39CFBF23F8}"/>
          </ac:spMkLst>
        </pc:spChg>
        <pc:spChg chg="add ord">
          <ac:chgData name="Leônidas Müller de Oliveira" userId="5af9566427f0cd7a" providerId="LiveId" clId="{68137F2F-A734-458A-A931-CE69A71D87D1}" dt="2021-01-13T21:24:52.463" v="1846" actId="167"/>
          <ac:spMkLst>
            <pc:docMk/>
            <pc:sldMk cId="1437011287" sldId="284"/>
            <ac:spMk id="3" creationId="{5A9CA915-CCB3-442A-9489-70F111D48946}"/>
          </ac:spMkLst>
        </pc:spChg>
        <pc:spChg chg="add mod">
          <ac:chgData name="Leônidas Müller de Oliveira" userId="5af9566427f0cd7a" providerId="LiveId" clId="{68137F2F-A734-458A-A931-CE69A71D87D1}" dt="2021-01-13T21:25:04.087" v="1848" actId="1076"/>
          <ac:spMkLst>
            <pc:docMk/>
            <pc:sldMk cId="1437011287" sldId="284"/>
            <ac:spMk id="5" creationId="{694E9661-0DA9-4439-A260-5A55C84F5188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7" creationId="{A4DD453D-BBF4-4D35-BEA3-93C8AFDFAD21}"/>
          </ac:spMkLst>
        </pc:spChg>
        <pc:spChg chg="add del mod">
          <ac:chgData name="Leônidas Müller de Oliveira" userId="5af9566427f0cd7a" providerId="LiveId" clId="{68137F2F-A734-458A-A931-CE69A71D87D1}" dt="2021-01-13T21:21:34.154" v="1796" actId="478"/>
          <ac:spMkLst>
            <pc:docMk/>
            <pc:sldMk cId="1437011287" sldId="284"/>
            <ac:spMk id="8" creationId="{18024FAC-ADEC-4672-B0B3-FD3107CF3622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9" creationId="{C42EB859-19E8-4973-97DF-EF93B5B2D845}"/>
          </ac:spMkLst>
        </pc:spChg>
        <pc:spChg chg="add mod">
          <ac:chgData name="Leônidas Müller de Oliveira" userId="5af9566427f0cd7a" providerId="LiveId" clId="{68137F2F-A734-458A-A931-CE69A71D87D1}" dt="2021-01-13T21:24:10.543" v="1832" actId="465"/>
          <ac:spMkLst>
            <pc:docMk/>
            <pc:sldMk cId="1437011287" sldId="284"/>
            <ac:spMk id="10" creationId="{D85E2755-D8D3-49BC-BE27-FFE170CCCC28}"/>
          </ac:spMkLst>
        </pc:spChg>
        <pc:spChg chg="add mod">
          <ac:chgData name="Leônidas Müller de Oliveira" userId="5af9566427f0cd7a" providerId="LiveId" clId="{68137F2F-A734-458A-A931-CE69A71D87D1}" dt="2021-01-13T21:23:53.752" v="1831" actId="1076"/>
          <ac:spMkLst>
            <pc:docMk/>
            <pc:sldMk cId="1437011287" sldId="284"/>
            <ac:spMk id="11" creationId="{265A0DFD-B71D-43C1-AD39-A6ABF5557A41}"/>
          </ac:spMkLst>
        </pc:spChg>
        <pc:spChg chg="mod">
          <ac:chgData name="Leônidas Müller de Oliveira" userId="5af9566427f0cd7a" providerId="LiveId" clId="{68137F2F-A734-458A-A931-CE69A71D87D1}" dt="2021-01-13T21:24:13.614" v="1834" actId="1076"/>
          <ac:spMkLst>
            <pc:docMk/>
            <pc:sldMk cId="1437011287" sldId="284"/>
            <ac:spMk id="149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23:28.244" v="1825" actId="552"/>
          <ac:spMkLst>
            <pc:docMk/>
            <pc:sldMk cId="1437011287" sldId="284"/>
            <ac:spMk id="150" creationId="{00000000-0000-0000-0000-000000000000}"/>
          </ac:spMkLst>
        </pc:spChg>
      </pc:sldChg>
      <pc:sldChg chg="modSp add mod ord">
        <pc:chgData name="Leônidas Müller de Oliveira" userId="5af9566427f0cd7a" providerId="LiveId" clId="{68137F2F-A734-458A-A931-CE69A71D87D1}" dt="2021-01-13T21:36:11.834" v="1990" actId="14100"/>
        <pc:sldMkLst>
          <pc:docMk/>
          <pc:sldMk cId="2813838532" sldId="285"/>
        </pc:sldMkLst>
        <pc:spChg chg="mod">
          <ac:chgData name="Leônidas Müller de Oliveira" userId="5af9566427f0cd7a" providerId="LiveId" clId="{68137F2F-A734-458A-A931-CE69A71D87D1}" dt="2021-01-13T21:35:28.849" v="1876" actId="14100"/>
          <ac:spMkLst>
            <pc:docMk/>
            <pc:sldMk cId="2813838532" sldId="285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3T21:35:48.905" v="1983" actId="20577"/>
          <ac:spMkLst>
            <pc:docMk/>
            <pc:sldMk cId="2813838532" sldId="285"/>
            <ac:spMk id="158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1:36:11.834" v="1990" actId="14100"/>
          <ac:picMkLst>
            <pc:docMk/>
            <pc:sldMk cId="2813838532" sldId="285"/>
            <ac:picMk id="159" creationId="{00000000-0000-0000-0000-000000000000}"/>
          </ac:picMkLst>
        </pc:picChg>
      </pc:sldChg>
      <pc:sldChg chg="addSp delSp modSp add del mod">
        <pc:chgData name="Leônidas Müller de Oliveira" userId="5af9566427f0cd7a" providerId="LiveId" clId="{68137F2F-A734-458A-A931-CE69A71D87D1}" dt="2021-01-13T22:44:49.198" v="2589" actId="47"/>
        <pc:sldMkLst>
          <pc:docMk/>
          <pc:sldMk cId="2907770087" sldId="286"/>
        </pc:sldMkLst>
        <pc:spChg chg="add del">
          <ac:chgData name="Leônidas Müller de Oliveira" userId="5af9566427f0cd7a" providerId="LiveId" clId="{68137F2F-A734-458A-A931-CE69A71D87D1}" dt="2021-01-13T22:39:46.586" v="2430" actId="22"/>
          <ac:spMkLst>
            <pc:docMk/>
            <pc:sldMk cId="2907770087" sldId="286"/>
            <ac:spMk id="12" creationId="{663EB6C0-7929-4ED7-BC40-5CBDD5E5E9EC}"/>
          </ac:spMkLst>
        </pc:spChg>
        <pc:spChg chg="add del">
          <ac:chgData name="Leônidas Müller de Oliveira" userId="5af9566427f0cd7a" providerId="LiveId" clId="{68137F2F-A734-458A-A931-CE69A71D87D1}" dt="2021-01-13T22:39:57.052" v="2432" actId="22"/>
          <ac:spMkLst>
            <pc:docMk/>
            <pc:sldMk cId="2907770087" sldId="286"/>
            <ac:spMk id="14" creationId="{7C0CAF90-B48A-48ED-AFB5-6E37D2DC41EE}"/>
          </ac:spMkLst>
        </pc:spChg>
        <pc:spChg chg="mod">
          <ac:chgData name="Leônidas Müller de Oliveira" userId="5af9566427f0cd7a" providerId="LiveId" clId="{68137F2F-A734-458A-A931-CE69A71D87D1}" dt="2021-01-13T22:41:16.530" v="2463" actId="20577"/>
          <ac:spMkLst>
            <pc:docMk/>
            <pc:sldMk cId="2907770087" sldId="286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3T22:41:03.715" v="2435" actId="14100"/>
          <ac:picMkLst>
            <pc:docMk/>
            <pc:sldMk cId="2907770087" sldId="286"/>
            <ac:picMk id="199" creationId="{00000000-0000-0000-0000-000000000000}"/>
          </ac:picMkLst>
        </pc:picChg>
      </pc:sldChg>
      <pc:sldChg chg="add del">
        <pc:chgData name="Leônidas Müller de Oliveira" userId="5af9566427f0cd7a" providerId="LiveId" clId="{68137F2F-A734-458A-A931-CE69A71D87D1}" dt="2021-01-13T22:44:52.084" v="2590" actId="47"/>
        <pc:sldMkLst>
          <pc:docMk/>
          <pc:sldMk cId="1064290854" sldId="287"/>
        </pc:sldMkLst>
      </pc:sldChg>
      <pc:sldChg chg="modSp add mod">
        <pc:chgData name="Leônidas Müller de Oliveira" userId="5af9566427f0cd7a" providerId="LiveId" clId="{68137F2F-A734-458A-A931-CE69A71D87D1}" dt="2021-01-14T00:45:56.787" v="4490" actId="1076"/>
        <pc:sldMkLst>
          <pc:docMk/>
          <pc:sldMk cId="946061715" sldId="288"/>
        </pc:sldMkLst>
        <pc:spChg chg="mod">
          <ac:chgData name="Leônidas Müller de Oliveira" userId="5af9566427f0cd7a" providerId="LiveId" clId="{68137F2F-A734-458A-A931-CE69A71D87D1}" dt="2021-01-14T00:45:18.794" v="4489" actId="20577"/>
          <ac:spMkLst>
            <pc:docMk/>
            <pc:sldMk cId="946061715" sldId="288"/>
            <ac:spMk id="11" creationId="{66D68495-624D-436A-A86D-E42CC4800A32}"/>
          </ac:spMkLst>
        </pc:spChg>
        <pc:spChg chg="mod">
          <ac:chgData name="Leônidas Müller de Oliveira" userId="5af9566427f0cd7a" providerId="LiveId" clId="{68137F2F-A734-458A-A931-CE69A71D87D1}" dt="2021-01-13T22:41:39.132" v="2493" actId="20577"/>
          <ac:spMkLst>
            <pc:docMk/>
            <pc:sldMk cId="946061715" sldId="288"/>
            <ac:spMk id="192" creationId="{00000000-0000-0000-0000-000000000000}"/>
          </ac:spMkLst>
        </pc:spChg>
        <pc:picChg chg="mod">
          <ac:chgData name="Leônidas Müller de Oliveira" userId="5af9566427f0cd7a" providerId="LiveId" clId="{68137F2F-A734-458A-A931-CE69A71D87D1}" dt="2021-01-14T00:45:56.787" v="4490" actId="1076"/>
          <ac:picMkLst>
            <pc:docMk/>
            <pc:sldMk cId="946061715" sldId="288"/>
            <ac:picMk id="199" creationId="{00000000-0000-0000-0000-000000000000}"/>
          </ac:picMkLst>
        </pc:picChg>
      </pc:sldChg>
      <pc:sldChg chg="modSp add mod">
        <pc:chgData name="Leônidas Müller de Oliveira" userId="5af9566427f0cd7a" providerId="LiveId" clId="{68137F2F-A734-458A-A931-CE69A71D87D1}" dt="2021-01-14T00:44:48.781" v="4488" actId="14100"/>
        <pc:sldMkLst>
          <pc:docMk/>
          <pc:sldMk cId="4038552212" sldId="289"/>
        </pc:sldMkLst>
        <pc:spChg chg="mod">
          <ac:chgData name="Leônidas Müller de Oliveira" userId="5af9566427f0cd7a" providerId="LiveId" clId="{68137F2F-A734-458A-A931-CE69A71D87D1}" dt="2021-01-13T22:49:58.994" v="2725" actId="20577"/>
          <ac:spMkLst>
            <pc:docMk/>
            <pc:sldMk cId="4038552212" sldId="289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44:48.781" v="4488" actId="14100"/>
          <ac:spMkLst>
            <pc:docMk/>
            <pc:sldMk cId="4038552212" sldId="289"/>
            <ac:spMk id="158" creationId="{00000000-0000-0000-0000-000000000000}"/>
          </ac:spMkLst>
        </pc:spChg>
      </pc:sldChg>
      <pc:sldChg chg="modSp add mod">
        <pc:chgData name="Leônidas Müller de Oliveira" userId="5af9566427f0cd7a" providerId="LiveId" clId="{68137F2F-A734-458A-A931-CE69A71D87D1}" dt="2021-01-14T00:51:00.650" v="4497" actId="20577"/>
        <pc:sldMkLst>
          <pc:docMk/>
          <pc:sldMk cId="2908053148" sldId="290"/>
        </pc:sldMkLst>
        <pc:spChg chg="mod">
          <ac:chgData name="Leônidas Müller de Oliveira" userId="5af9566427f0cd7a" providerId="LiveId" clId="{68137F2F-A734-458A-A931-CE69A71D87D1}" dt="2021-01-14T00:50:50.248" v="4492" actId="1076"/>
          <ac:spMkLst>
            <pc:docMk/>
            <pc:sldMk cId="2908053148" sldId="290"/>
            <ac:spMk id="157" creationId="{00000000-0000-0000-0000-000000000000}"/>
          </ac:spMkLst>
        </pc:spChg>
        <pc:spChg chg="mod">
          <ac:chgData name="Leônidas Müller de Oliveira" userId="5af9566427f0cd7a" providerId="LiveId" clId="{68137F2F-A734-458A-A931-CE69A71D87D1}" dt="2021-01-14T00:51:00.650" v="4497" actId="20577"/>
          <ac:spMkLst>
            <pc:docMk/>
            <pc:sldMk cId="2908053148" sldId="290"/>
            <ac:spMk id="158" creationId="{00000000-0000-0000-0000-000000000000}"/>
          </ac:spMkLst>
        </pc:spChg>
      </pc:sldChg>
      <pc:sldChg chg="modSp add del mod">
        <pc:chgData name="Leônidas Müller de Oliveira" userId="5af9566427f0cd7a" providerId="LiveId" clId="{68137F2F-A734-458A-A931-CE69A71D87D1}" dt="2021-01-13T22:59:53.923" v="3478" actId="2696"/>
        <pc:sldMkLst>
          <pc:docMk/>
          <pc:sldMk cId="3394121669" sldId="290"/>
        </pc:sldMkLst>
        <pc:spChg chg="mod">
          <ac:chgData name="Leônidas Müller de Oliveira" userId="5af9566427f0cd7a" providerId="LiveId" clId="{68137F2F-A734-458A-A931-CE69A71D87D1}" dt="2021-01-13T22:53:00.676" v="3156" actId="1076"/>
          <ac:spMkLst>
            <pc:docMk/>
            <pc:sldMk cId="3394121669" sldId="290"/>
            <ac:spMk id="149" creationId="{00000000-0000-0000-0000-000000000000}"/>
          </ac:spMkLst>
        </pc:spChg>
      </pc:sldChg>
      <pc:sldChg chg="add">
        <pc:chgData name="Leônidas Müller de Oliveira" userId="5af9566427f0cd7a" providerId="LiveId" clId="{68137F2F-A734-458A-A931-CE69A71D87D1}" dt="2021-01-13T23:58:58.383" v="4446" actId="2890"/>
        <pc:sldMkLst>
          <pc:docMk/>
          <pc:sldMk cId="2491790395" sldId="291"/>
        </pc:sldMkLst>
      </pc:sldChg>
    </pc:docChg>
  </pc:docChgLst>
  <pc:docChgLst>
    <pc:chgData name="Leônidas Müller de Oliveira" userId="5af9566427f0cd7a" providerId="LiveId" clId="{D49B06D2-AB48-4160-B09E-8709E4BBF467}"/>
    <pc:docChg chg="undo custSel addSld delSld modSld sldOrd">
      <pc:chgData name="Leônidas Müller de Oliveira" userId="5af9566427f0cd7a" providerId="LiveId" clId="{D49B06D2-AB48-4160-B09E-8709E4BBF467}" dt="2021-01-27T17:46:21.983" v="1303" actId="47"/>
      <pc:docMkLst>
        <pc:docMk/>
      </pc:docMkLst>
      <pc:sldChg chg="modSp mod">
        <pc:chgData name="Leônidas Müller de Oliveira" userId="5af9566427f0cd7a" providerId="LiveId" clId="{D49B06D2-AB48-4160-B09E-8709E4BBF467}" dt="2021-01-27T17:34:54.516" v="1242" actId="21"/>
        <pc:sldMkLst>
          <pc:docMk/>
          <pc:sldMk cId="0" sldId="257"/>
        </pc:sldMkLst>
        <pc:spChg chg="mod">
          <ac:chgData name="Leônidas Müller de Oliveira" userId="5af9566427f0cd7a" providerId="LiveId" clId="{D49B06D2-AB48-4160-B09E-8709E4BBF467}" dt="2021-01-27T17:28:50.534" v="1201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34:54.516" v="1242" actId="21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5:36:00.695" v="54" actId="47"/>
        <pc:sldMkLst>
          <pc:docMk/>
          <pc:sldMk cId="0" sldId="258"/>
        </pc:sldMkLst>
      </pc:sldChg>
      <pc:sldChg chg="delSp modSp mod ord">
        <pc:chgData name="Leônidas Müller de Oliveira" userId="5af9566427f0cd7a" providerId="LiveId" clId="{D49B06D2-AB48-4160-B09E-8709E4BBF467}" dt="2021-01-27T17:20:23.831" v="1045"/>
        <pc:sldMkLst>
          <pc:docMk/>
          <pc:sldMk cId="0" sldId="262"/>
        </pc:sldMkLst>
        <pc:spChg chg="del">
          <ac:chgData name="Leônidas Müller de Oliveira" userId="5af9566427f0cd7a" providerId="LiveId" clId="{D49B06D2-AB48-4160-B09E-8709E4BBF467}" dt="2021-01-27T17:18:41.745" v="830" actId="478"/>
          <ac:spMkLst>
            <pc:docMk/>
            <pc:sldMk cId="0" sldId="262"/>
            <ac:spMk id="7" creationId="{89A6ED73-2DEB-4C28-B281-140763718763}"/>
          </ac:spMkLst>
        </pc:spChg>
        <pc:spChg chg="mod">
          <ac:chgData name="Leônidas Müller de Oliveira" userId="5af9566427f0cd7a" providerId="LiveId" clId="{D49B06D2-AB48-4160-B09E-8709E4BBF467}" dt="2021-01-27T17:16:24.446" v="361" actId="20577"/>
          <ac:spMkLst>
            <pc:docMk/>
            <pc:sldMk cId="0" sldId="262"/>
            <ac:spMk id="141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20:07.995" v="1041" actId="1076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7:19:21.264" v="885" actId="1076"/>
          <ac:spMkLst>
            <pc:docMk/>
            <pc:sldMk cId="0" sldId="262"/>
            <ac:spMk id="143" creationId="{00000000-0000-0000-0000-000000000000}"/>
          </ac:spMkLst>
        </pc:spChg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3"/>
        </pc:sldMkLst>
      </pc:sldChg>
      <pc:sldChg chg="delSp modSp mod">
        <pc:chgData name="Leônidas Müller de Oliveira" userId="5af9566427f0cd7a" providerId="LiveId" clId="{D49B06D2-AB48-4160-B09E-8709E4BBF467}" dt="2021-01-27T15:39:05.223" v="303" actId="6549"/>
        <pc:sldMkLst>
          <pc:docMk/>
          <pc:sldMk cId="0" sldId="264"/>
        </pc:sldMkLst>
        <pc:spChg chg="del">
          <ac:chgData name="Leônidas Müller de Oliveira" userId="5af9566427f0cd7a" providerId="LiveId" clId="{D49B06D2-AB48-4160-B09E-8709E4BBF467}" dt="2021-01-27T15:36:52.210" v="56" actId="478"/>
          <ac:spMkLst>
            <pc:docMk/>
            <pc:sldMk cId="0" sldId="264"/>
            <ac:spMk id="6" creationId="{10B588A6-AAA8-4B22-906C-ABB969691807}"/>
          </ac:spMkLst>
        </pc:spChg>
        <pc:spChg chg="mod">
          <ac:chgData name="Leônidas Müller de Oliveira" userId="5af9566427f0cd7a" providerId="LiveId" clId="{D49B06D2-AB48-4160-B09E-8709E4BBF467}" dt="2021-01-27T15:38:20.111" v="291" actId="14100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D49B06D2-AB48-4160-B09E-8709E4BBF467}" dt="2021-01-27T15:39:05.223" v="303" actId="6549"/>
          <ac:spMkLst>
            <pc:docMk/>
            <pc:sldMk cId="0" sldId="264"/>
            <ac:spMk id="158" creationId="{00000000-0000-0000-0000-000000000000}"/>
          </ac:spMkLst>
        </pc:spChg>
        <pc:picChg chg="mod">
          <ac:chgData name="Leônidas Müller de Oliveira" userId="5af9566427f0cd7a" providerId="LiveId" clId="{D49B06D2-AB48-4160-B09E-8709E4BBF467}" dt="2021-01-27T15:38:41.437" v="296" actId="1076"/>
          <ac:picMkLst>
            <pc:docMk/>
            <pc:sldMk cId="0" sldId="264"/>
            <ac:picMk id="7" creationId="{90A7E0AD-ABBC-4E3A-95FB-0F31B77E3FD6}"/>
          </ac:picMkLst>
        </pc:picChg>
      </pc:sldChg>
      <pc:sldChg chg="del">
        <pc:chgData name="Leônidas Müller de Oliveira" userId="5af9566427f0cd7a" providerId="LiveId" clId="{D49B06D2-AB48-4160-B09E-8709E4BBF467}" dt="2021-01-27T17:26:17.542" v="1050" actId="47"/>
        <pc:sldMkLst>
          <pc:docMk/>
          <pc:sldMk cId="0" sldId="266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67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0" sldId="272"/>
        </pc:sldMkLst>
      </pc:sldChg>
      <pc:sldChg chg="delSp modSp add del mod">
        <pc:chgData name="Leônidas Müller de Oliveira" userId="5af9566427f0cd7a" providerId="LiveId" clId="{D49B06D2-AB48-4160-B09E-8709E4BBF467}" dt="2021-01-27T17:46:21.983" v="1303" actId="47"/>
        <pc:sldMkLst>
          <pc:docMk/>
          <pc:sldMk cId="0" sldId="274"/>
        </pc:sldMkLst>
        <pc:spChg chg="del">
          <ac:chgData name="Leônidas Müller de Oliveira" userId="5af9566427f0cd7a" providerId="LiveId" clId="{D49B06D2-AB48-4160-B09E-8709E4BBF467}" dt="2021-01-27T17:46:17.220" v="1302" actId="478"/>
          <ac:spMkLst>
            <pc:docMk/>
            <pc:sldMk cId="0" sldId="274"/>
            <ac:spMk id="6" creationId="{32143811-F134-4409-AC77-19852463A64F}"/>
          </ac:spMkLst>
        </pc:spChg>
        <pc:spChg chg="mod">
          <ac:chgData name="Leônidas Müller de Oliveira" userId="5af9566427f0cd7a" providerId="LiveId" clId="{D49B06D2-AB48-4160-B09E-8709E4BBF467}" dt="2021-01-27T17:45:55.381" v="1301" actId="20577"/>
          <ac:spMkLst>
            <pc:docMk/>
            <pc:sldMk cId="0" sldId="274"/>
            <ac:spMk id="251" creationId="{00000000-0000-0000-0000-000000000000}"/>
          </ac:spMkLst>
        </pc:spChg>
      </pc:sldChg>
      <pc:sldChg chg="delSp modSp mod">
        <pc:chgData name="Leônidas Müller de Oliveira" userId="5af9566427f0cd7a" providerId="LiveId" clId="{D49B06D2-AB48-4160-B09E-8709E4BBF467}" dt="2021-01-27T17:28:22.390" v="1168" actId="20577"/>
        <pc:sldMkLst>
          <pc:docMk/>
          <pc:sldMk cId="0" sldId="281"/>
        </pc:sldMkLst>
        <pc:spChg chg="del">
          <ac:chgData name="Leônidas Müller de Oliveira" userId="5af9566427f0cd7a" providerId="LiveId" clId="{D49B06D2-AB48-4160-B09E-8709E4BBF467}" dt="2021-01-27T17:27:14.353" v="1070" actId="478"/>
          <ac:spMkLst>
            <pc:docMk/>
            <pc:sldMk cId="0" sldId="281"/>
            <ac:spMk id="6" creationId="{E13DB553-13BB-41C1-8D73-D4CF2AC42EA7}"/>
          </ac:spMkLst>
        </pc:spChg>
        <pc:spChg chg="del">
          <ac:chgData name="Leônidas Müller de Oliveira" userId="5af9566427f0cd7a" providerId="LiveId" clId="{D49B06D2-AB48-4160-B09E-8709E4BBF467}" dt="2021-01-27T17:27:13.123" v="1069" actId="478"/>
          <ac:spMkLst>
            <pc:docMk/>
            <pc:sldMk cId="0" sldId="281"/>
            <ac:spMk id="7" creationId="{5702FB7F-E2F0-43AF-82E6-9EF6F09B9185}"/>
          </ac:spMkLst>
        </pc:spChg>
        <pc:spChg chg="mod">
          <ac:chgData name="Leônidas Müller de Oliveira" userId="5af9566427f0cd7a" providerId="LiveId" clId="{D49B06D2-AB48-4160-B09E-8709E4BBF467}" dt="2021-01-27T17:28:22.390" v="1168" actId="20577"/>
          <ac:spMkLst>
            <pc:docMk/>
            <pc:sldMk cId="0" sldId="281"/>
            <ac:spMk id="337" creationId="{00000000-0000-0000-0000-000000000000}"/>
          </ac:spMkLst>
        </pc:spChg>
        <pc:spChg chg="del mod">
          <ac:chgData name="Leônidas Müller de Oliveira" userId="5af9566427f0cd7a" providerId="LiveId" clId="{D49B06D2-AB48-4160-B09E-8709E4BBF467}" dt="2021-01-27T17:27:49.521" v="1100" actId="478"/>
          <ac:spMkLst>
            <pc:docMk/>
            <pc:sldMk cId="0" sldId="281"/>
            <ac:spMk id="338" creationId="{00000000-0000-0000-0000-000000000000}"/>
          </ac:spMkLst>
        </pc:spChg>
        <pc:picChg chg="del">
          <ac:chgData name="Leônidas Müller de Oliveira" userId="5af9566427f0cd7a" providerId="LiveId" clId="{D49B06D2-AB48-4160-B09E-8709E4BBF467}" dt="2021-01-27T17:26:53.526" v="1052" actId="478"/>
          <ac:picMkLst>
            <pc:docMk/>
            <pc:sldMk cId="0" sldId="281"/>
            <ac:picMk id="5" creationId="{B5D4AE09-62A7-4F55-8392-1C90A5E86B25}"/>
          </ac:picMkLst>
        </pc:picChg>
      </pc:sldChg>
      <pc:sldChg chg="delSp del mod">
        <pc:chgData name="Leônidas Müller de Oliveira" userId="5af9566427f0cd7a" providerId="LiveId" clId="{D49B06D2-AB48-4160-B09E-8709E4BBF467}" dt="2021-01-27T17:28:35.660" v="1169" actId="47"/>
        <pc:sldMkLst>
          <pc:docMk/>
          <pc:sldMk cId="569711459" sldId="283"/>
        </pc:sldMkLst>
        <pc:spChg chg="del">
          <ac:chgData name="Leônidas Müller de Oliveira" userId="5af9566427f0cd7a" providerId="LiveId" clId="{D49B06D2-AB48-4160-B09E-8709E4BBF467}" dt="2021-01-27T15:36:44.721" v="55" actId="478"/>
          <ac:spMkLst>
            <pc:docMk/>
            <pc:sldMk cId="569711459" sldId="283"/>
            <ac:spMk id="6" creationId="{8773F3A6-AB81-492A-9E25-5D2FE5C24475}"/>
          </ac:spMkLst>
        </pc:spChg>
      </pc:sldChg>
      <pc:sldChg chg="del">
        <pc:chgData name="Leônidas Müller de Oliveira" userId="5af9566427f0cd7a" providerId="LiveId" clId="{D49B06D2-AB48-4160-B09E-8709E4BBF467}" dt="2021-01-27T17:20:53.278" v="1046" actId="47"/>
        <pc:sldMkLst>
          <pc:docMk/>
          <pc:sldMk cId="1437011287" sldId="284"/>
        </pc:sldMkLst>
      </pc:sldChg>
      <pc:sldChg chg="del">
        <pc:chgData name="Leônidas Müller de Oliveira" userId="5af9566427f0cd7a" providerId="LiveId" clId="{D49B06D2-AB48-4160-B09E-8709E4BBF467}" dt="2021-01-27T17:20:54.903" v="1047" actId="47"/>
        <pc:sldMkLst>
          <pc:docMk/>
          <pc:sldMk cId="2813838532" sldId="285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946061715" sldId="28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4038552212" sldId="28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908053148" sldId="290"/>
        </pc:sldMkLst>
      </pc:sldChg>
      <pc:sldChg chg="del">
        <pc:chgData name="Leônidas Müller de Oliveira" userId="5af9566427f0cd7a" providerId="LiveId" clId="{D49B06D2-AB48-4160-B09E-8709E4BBF467}" dt="2021-01-27T15:32:49.346" v="0" actId="47"/>
        <pc:sldMkLst>
          <pc:docMk/>
          <pc:sldMk cId="2491790395" sldId="291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768986171" sldId="292"/>
        </pc:sldMkLst>
      </pc:sldChg>
      <pc:sldChg chg="del">
        <pc:chgData name="Leônidas Müller de Oliveira" userId="5af9566427f0cd7a" providerId="LiveId" clId="{D49B06D2-AB48-4160-B09E-8709E4BBF467}" dt="2021-01-27T17:25:58.237" v="1048" actId="47"/>
        <pc:sldMkLst>
          <pc:docMk/>
          <pc:sldMk cId="1542352846" sldId="297"/>
        </pc:sldMkLst>
      </pc:sldChg>
      <pc:sldChg chg="del">
        <pc:chgData name="Leônidas Müller de Oliveira" userId="5af9566427f0cd7a" providerId="LiveId" clId="{D49B06D2-AB48-4160-B09E-8709E4BBF467}" dt="2021-01-27T17:26:15.220" v="1049" actId="47"/>
        <pc:sldMkLst>
          <pc:docMk/>
          <pc:sldMk cId="126974504" sldId="298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2452318423" sldId="299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580050991" sldId="300"/>
        </pc:sldMkLst>
      </pc:sldChg>
      <pc:sldChg chg="del">
        <pc:chgData name="Leônidas Müller de Oliveira" userId="5af9566427f0cd7a" providerId="LiveId" clId="{D49B06D2-AB48-4160-B09E-8709E4BBF467}" dt="2021-01-27T17:26:49.890" v="1051" actId="47"/>
        <pc:sldMkLst>
          <pc:docMk/>
          <pc:sldMk cId="1031171993" sldId="301"/>
        </pc:sldMkLst>
      </pc:sldChg>
      <pc:sldMasterChg chg="delSldLayout">
        <pc:chgData name="Leônidas Müller de Oliveira" userId="5af9566427f0cd7a" providerId="LiveId" clId="{D49B06D2-AB48-4160-B09E-8709E4BBF467}" dt="2021-01-27T17:46:21.983" v="1303" actId="47"/>
        <pc:sldMasterMkLst>
          <pc:docMk/>
          <pc:sldMasterMk cId="0" sldId="2147483648"/>
        </pc:sldMasterMkLst>
        <pc:sldLayoutChg chg="del">
          <pc:chgData name="Leônidas Müller de Oliveira" userId="5af9566427f0cd7a" providerId="LiveId" clId="{D49B06D2-AB48-4160-B09E-8709E4BBF467}" dt="2021-01-27T17:26:49.890" v="1051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ônidas Müller de Oliveira" userId="5af9566427f0cd7a" providerId="LiveId" clId="{D49B06D2-AB48-4160-B09E-8709E4BBF467}" dt="2021-01-27T17:46:21.983" v="1303" actId="47"/>
          <pc:sldLayoutMkLst>
            <pc:docMk/>
            <pc:sldMasterMk cId="0" sldId="2147483648"/>
            <pc:sldLayoutMk cId="2743432905" sldId="2147483660"/>
          </pc:sldLayoutMkLst>
        </pc:sldLayoutChg>
      </pc:sldMasterChg>
    </pc:docChg>
  </pc:docChgLst>
  <pc:docChgLst>
    <pc:chgData name="Leônidas Müller de Oliveira" userId="5af9566427f0cd7a" providerId="LiveId" clId="{9CEBAD42-B415-46AD-8527-E1F9C7EE6655}"/>
    <pc:docChg chg="undo custSel addSld delSld modSld sldOrd">
      <pc:chgData name="Leônidas Müller de Oliveira" userId="5af9566427f0cd7a" providerId="LiveId" clId="{9CEBAD42-B415-46AD-8527-E1F9C7EE6655}" dt="2022-08-30T13:44:09.491" v="869" actId="14100"/>
      <pc:docMkLst>
        <pc:docMk/>
      </pc:docMkLst>
      <pc:sldChg chg="modSp mod">
        <pc:chgData name="Leônidas Müller de Oliveira" userId="5af9566427f0cd7a" providerId="LiveId" clId="{9CEBAD42-B415-46AD-8527-E1F9C7EE6655}" dt="2022-08-30T13:43:27.494" v="868" actId="20577"/>
        <pc:sldMkLst>
          <pc:docMk/>
          <pc:sldMk cId="0" sldId="257"/>
        </pc:sldMkLst>
        <pc:spChg chg="mod">
          <ac:chgData name="Leônidas Müller de Oliveira" userId="5af9566427f0cd7a" providerId="LiveId" clId="{9CEBAD42-B415-46AD-8527-E1F9C7EE6655}" dt="2022-08-30T13:43:27.494" v="868" actId="20577"/>
          <ac:spMkLst>
            <pc:docMk/>
            <pc:sldMk cId="0" sldId="257"/>
            <ac:spMk id="67" creationId="{00000000-0000-0000-0000-000000000000}"/>
          </ac:spMkLst>
        </pc:spChg>
      </pc:sldChg>
      <pc:sldChg chg="modSp mod">
        <pc:chgData name="Leônidas Müller de Oliveira" userId="5af9566427f0cd7a" providerId="LiveId" clId="{9CEBAD42-B415-46AD-8527-E1F9C7EE6655}" dt="2022-08-29T14:05:54.369" v="488" actId="1076"/>
        <pc:sldMkLst>
          <pc:docMk/>
          <pc:sldMk cId="0" sldId="281"/>
        </pc:sldMkLst>
        <pc:spChg chg="mod">
          <ac:chgData name="Leônidas Müller de Oliveira" userId="5af9566427f0cd7a" providerId="LiveId" clId="{9CEBAD42-B415-46AD-8527-E1F9C7EE6655}" dt="2022-08-29T14:05:54.369" v="488" actId="1076"/>
          <ac:spMkLst>
            <pc:docMk/>
            <pc:sldMk cId="0" sldId="281"/>
            <ac:spMk id="337" creationId="{00000000-0000-0000-0000-000000000000}"/>
          </ac:spMkLst>
        </pc:spChg>
      </pc:sldChg>
      <pc:sldChg chg="addSp delSp modSp del mod ord">
        <pc:chgData name="Leônidas Müller de Oliveira" userId="5af9566427f0cd7a" providerId="LiveId" clId="{9CEBAD42-B415-46AD-8527-E1F9C7EE6655}" dt="2022-08-30T13:18:13.881" v="617" actId="47"/>
        <pc:sldMkLst>
          <pc:docMk/>
          <pc:sldMk cId="3187776213" sldId="282"/>
        </pc:sldMkLst>
        <pc:spChg chg="del mod">
          <ac:chgData name="Leônidas Müller de Oliveira" userId="5af9566427f0cd7a" providerId="LiveId" clId="{9CEBAD42-B415-46AD-8527-E1F9C7EE6655}" dt="2022-08-29T15:00:03.560" v="513" actId="478"/>
          <ac:spMkLst>
            <pc:docMk/>
            <pc:sldMk cId="3187776213" sldId="282"/>
            <ac:spMk id="9" creationId="{9C81958B-AE4B-43C9-BC2C-2CBADE7FE55A}"/>
          </ac:spMkLst>
        </pc:spChg>
        <pc:spChg chg="del mod">
          <ac:chgData name="Leônidas Müller de Oliveira" userId="5af9566427f0cd7a" providerId="LiveId" clId="{9CEBAD42-B415-46AD-8527-E1F9C7EE6655}" dt="2022-08-29T15:00:17.115" v="529" actId="478"/>
          <ac:spMkLst>
            <pc:docMk/>
            <pc:sldMk cId="3187776213" sldId="282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20.881" v="490" actId="478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5:00:21.709" v="530" actId="14100"/>
          <ac:spMkLst>
            <pc:docMk/>
            <pc:sldMk cId="3187776213" sldId="282"/>
            <ac:spMk id="140" creationId="{00000000-0000-0000-0000-000000000000}"/>
          </ac:spMkLst>
        </pc:spChg>
        <pc:spChg chg="mod">
          <ac:chgData name="Leônidas Müller de Oliveira" userId="5af9566427f0cd7a" providerId="LiveId" clId="{9CEBAD42-B415-46AD-8527-E1F9C7EE6655}" dt="2022-08-29T15:00:14.637" v="528" actId="20577"/>
          <ac:spMkLst>
            <pc:docMk/>
            <pc:sldMk cId="3187776213" sldId="282"/>
            <ac:spMk id="141" creationId="{00000000-0000-0000-0000-000000000000}"/>
          </ac:spMkLst>
        </pc:spChg>
        <pc:picChg chg="add mod">
          <ac:chgData name="Leônidas Müller de Oliveira" userId="5af9566427f0cd7a" providerId="LiveId" clId="{9CEBAD42-B415-46AD-8527-E1F9C7EE6655}" dt="2022-08-29T15:17:30.382" v="551" actId="1076"/>
          <ac:picMkLst>
            <pc:docMk/>
            <pc:sldMk cId="3187776213" sldId="282"/>
            <ac:picMk id="3" creationId="{14BF5BD9-2F15-9321-92A7-51CAD07C8887}"/>
          </ac:picMkLst>
        </pc:picChg>
      </pc:sldChg>
      <pc:sldChg chg="delSp modSp mod ord">
        <pc:chgData name="Leônidas Müller de Oliveira" userId="5af9566427f0cd7a" providerId="LiveId" clId="{9CEBAD42-B415-46AD-8527-E1F9C7EE6655}" dt="2022-08-29T14:06:18.019" v="489" actId="478"/>
        <pc:sldMkLst>
          <pc:docMk/>
          <pc:sldMk cId="2510226186" sldId="285"/>
        </pc:sldMkLst>
        <pc:spChg chg="mod">
          <ac:chgData name="Leônidas Müller de Oliveira" userId="5af9566427f0cd7a" providerId="LiveId" clId="{9CEBAD42-B415-46AD-8527-E1F9C7EE6655}" dt="2022-08-29T14:00:24.288" v="422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3:56:18.045" v="260" actId="20577"/>
          <ac:spMkLst>
            <pc:docMk/>
            <pc:sldMk cId="2510226186" sldId="285"/>
            <ac:spMk id="10" creationId="{D7001BA3-CB80-4627-9BF8-F969EC7D3809}"/>
          </ac:spMkLst>
        </pc:spChg>
        <pc:spChg chg="del">
          <ac:chgData name="Leônidas Müller de Oliveira" userId="5af9566427f0cd7a" providerId="LiveId" clId="{9CEBAD42-B415-46AD-8527-E1F9C7EE6655}" dt="2022-08-29T14:06:18.019" v="489" actId="478"/>
          <ac:spMkLst>
            <pc:docMk/>
            <pc:sldMk cId="2510226186" sldId="285"/>
            <ac:spMk id="11" creationId="{96FE473C-D562-44AA-8027-DF747996706D}"/>
          </ac:spMkLst>
        </pc:spChg>
        <pc:spChg chg="mod">
          <ac:chgData name="Leônidas Müller de Oliveira" userId="5af9566427f0cd7a" providerId="LiveId" clId="{9CEBAD42-B415-46AD-8527-E1F9C7EE6655}" dt="2022-08-29T13:56:11.804" v="235" actId="20577"/>
          <ac:spMkLst>
            <pc:docMk/>
            <pc:sldMk cId="2510226186" sldId="285"/>
            <ac:spMk id="141" creationId="{00000000-0000-0000-0000-000000000000}"/>
          </ac:spMkLst>
        </pc:spChg>
      </pc:sldChg>
      <pc:sldChg chg="del">
        <pc:chgData name="Leônidas Müller de Oliveira" userId="5af9566427f0cd7a" providerId="LiveId" clId="{9CEBAD42-B415-46AD-8527-E1F9C7EE6655}" dt="2022-08-29T14:05:33.251" v="425" actId="2696"/>
        <pc:sldMkLst>
          <pc:docMk/>
          <pc:sldMk cId="3008501193" sldId="286"/>
        </pc:sldMkLst>
      </pc:sldChg>
      <pc:sldChg chg="add">
        <pc:chgData name="Leônidas Müller de Oliveira" userId="5af9566427f0cd7a" providerId="LiveId" clId="{9CEBAD42-B415-46AD-8527-E1F9C7EE6655}" dt="2022-08-29T14:59:49.352" v="491" actId="2890"/>
        <pc:sldMkLst>
          <pc:docMk/>
          <pc:sldMk cId="4004384132" sldId="286"/>
        </pc:sldMkLst>
      </pc:sldChg>
      <pc:sldChg chg="addSp delSp modSp add del mod">
        <pc:chgData name="Leônidas Müller de Oliveira" userId="5af9566427f0cd7a" providerId="LiveId" clId="{9CEBAD42-B415-46AD-8527-E1F9C7EE6655}" dt="2022-08-30T13:18:17.551" v="618" actId="47"/>
        <pc:sldMkLst>
          <pc:docMk/>
          <pc:sldMk cId="1554863389" sldId="287"/>
        </pc:sldMkLst>
        <pc:spChg chg="mod">
          <ac:chgData name="Leônidas Müller de Oliveira" userId="5af9566427f0cd7a" providerId="LiveId" clId="{9CEBAD42-B415-46AD-8527-E1F9C7EE6655}" dt="2022-08-29T15:06:16.487" v="543" actId="20577"/>
          <ac:spMkLst>
            <pc:docMk/>
            <pc:sldMk cId="1554863389" sldId="287"/>
            <ac:spMk id="141" creationId="{00000000-0000-0000-0000-000000000000}"/>
          </ac:spMkLst>
        </pc:spChg>
        <pc:picChg chg="del">
          <ac:chgData name="Leônidas Müller de Oliveira" userId="5af9566427f0cd7a" providerId="LiveId" clId="{9CEBAD42-B415-46AD-8527-E1F9C7EE6655}" dt="2022-08-29T15:08:59.134" v="544" actId="478"/>
          <ac:picMkLst>
            <pc:docMk/>
            <pc:sldMk cId="1554863389" sldId="287"/>
            <ac:picMk id="3" creationId="{14BF5BD9-2F15-9321-92A7-51CAD07C8887}"/>
          </ac:picMkLst>
        </pc:picChg>
        <pc:picChg chg="add mod">
          <ac:chgData name="Leônidas Müller de Oliveira" userId="5af9566427f0cd7a" providerId="LiveId" clId="{9CEBAD42-B415-46AD-8527-E1F9C7EE6655}" dt="2022-08-29T15:09:10.139" v="549" actId="1076"/>
          <ac:picMkLst>
            <pc:docMk/>
            <pc:sldMk cId="1554863389" sldId="287"/>
            <ac:picMk id="4" creationId="{9EDA415D-D006-2F9A-5020-56193F99FAD4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7:45.063" v="567"/>
        <pc:sldMkLst>
          <pc:docMk/>
          <pc:sldMk cId="196204676" sldId="288"/>
        </pc:sldMkLst>
        <pc:spChg chg="del">
          <ac:chgData name="Leônidas Müller de Oliveira" userId="5af9566427f0cd7a" providerId="LiveId" clId="{9CEBAD42-B415-46AD-8527-E1F9C7EE6655}" dt="2022-08-29T15:17:41.983" v="566" actId="478"/>
          <ac:spMkLst>
            <pc:docMk/>
            <pc:sldMk cId="196204676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9CEBAD42-B415-46AD-8527-E1F9C7EE6655}" dt="2022-08-29T15:17:39.382" v="565" actId="20577"/>
          <ac:spMkLst>
            <pc:docMk/>
            <pc:sldMk cId="196204676" sldId="288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29T15:17:45.063" v="567"/>
          <ac:picMkLst>
            <pc:docMk/>
            <pc:sldMk cId="196204676" sldId="288"/>
            <ac:picMk id="2" creationId="{4F55D875-ACB0-2AA7-3E8F-2CDA0A571B40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29T15:18:36.933" v="615" actId="20577"/>
        <pc:sldMkLst>
          <pc:docMk/>
          <pc:sldMk cId="3083649940" sldId="289"/>
        </pc:sldMkLst>
        <pc:spChg chg="mod">
          <ac:chgData name="Leônidas Müller de Oliveira" userId="5af9566427f0cd7a" providerId="LiveId" clId="{9CEBAD42-B415-46AD-8527-E1F9C7EE6655}" dt="2022-08-29T15:18:36.933" v="615" actId="20577"/>
          <ac:spMkLst>
            <pc:docMk/>
            <pc:sldMk cId="3083649940" sldId="289"/>
            <ac:spMk id="10" creationId="{D7001BA3-CB80-4627-9BF8-F969EC7D3809}"/>
          </ac:spMkLst>
        </pc:spChg>
        <pc:picChg chg="del mod">
          <ac:chgData name="Leônidas Müller de Oliveira" userId="5af9566427f0cd7a" providerId="LiveId" clId="{9CEBAD42-B415-46AD-8527-E1F9C7EE6655}" dt="2022-08-29T15:17:55.592" v="580" actId="478"/>
          <ac:picMkLst>
            <pc:docMk/>
            <pc:sldMk cId="3083649940" sldId="289"/>
            <ac:picMk id="2" creationId="{4F55D875-ACB0-2AA7-3E8F-2CDA0A571B40}"/>
          </ac:picMkLst>
        </pc:picChg>
        <pc:picChg chg="add mod">
          <ac:chgData name="Leônidas Müller de Oliveira" userId="5af9566427f0cd7a" providerId="LiveId" clId="{9CEBAD42-B415-46AD-8527-E1F9C7EE6655}" dt="2022-08-29T15:18:08.377" v="584" actId="1076"/>
          <ac:picMkLst>
            <pc:docMk/>
            <pc:sldMk cId="3083649940" sldId="289"/>
            <ac:picMk id="3" creationId="{376D601F-5728-49B5-EF36-21A9A51CAEDA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23:31.922" v="729" actId="20577"/>
        <pc:sldMkLst>
          <pc:docMk/>
          <pc:sldMk cId="1829811407" sldId="290"/>
        </pc:sldMkLst>
        <pc:spChg chg="mod">
          <ac:chgData name="Leônidas Müller de Oliveira" userId="5af9566427f0cd7a" providerId="LiveId" clId="{9CEBAD42-B415-46AD-8527-E1F9C7EE6655}" dt="2022-08-30T13:23:31.922" v="729" actId="20577"/>
          <ac:spMkLst>
            <pc:docMk/>
            <pc:sldMk cId="1829811407" sldId="290"/>
            <ac:spMk id="10" creationId="{D7001BA3-CB80-4627-9BF8-F969EC7D3809}"/>
          </ac:spMkLst>
        </pc:spChg>
        <pc:picChg chg="del">
          <ac:chgData name="Leônidas Müller de Oliveira" userId="5af9566427f0cd7a" providerId="LiveId" clId="{9CEBAD42-B415-46AD-8527-E1F9C7EE6655}" dt="2022-08-30T13:19:51.931" v="650" actId="478"/>
          <ac:picMkLst>
            <pc:docMk/>
            <pc:sldMk cId="1829811407" sldId="290"/>
            <ac:picMk id="3" creationId="{376D601F-5728-49B5-EF36-21A9A51CAEDA}"/>
          </ac:picMkLst>
        </pc:picChg>
        <pc:picChg chg="add del mod">
          <ac:chgData name="Leônidas Müller de Oliveira" userId="5af9566427f0cd7a" providerId="LiveId" clId="{9CEBAD42-B415-46AD-8527-E1F9C7EE6655}" dt="2022-08-30T13:20:07.231" v="654" actId="478"/>
          <ac:picMkLst>
            <pc:docMk/>
            <pc:sldMk cId="1829811407" sldId="290"/>
            <ac:picMk id="4" creationId="{B307C6C5-E755-C801-2177-86FC37490F91}"/>
          </ac:picMkLst>
        </pc:picChg>
        <pc:picChg chg="add mod">
          <ac:chgData name="Leônidas Müller de Oliveira" userId="5af9566427f0cd7a" providerId="LiveId" clId="{9CEBAD42-B415-46AD-8527-E1F9C7EE6655}" dt="2022-08-30T13:20:17.971" v="658" actId="1076"/>
          <ac:picMkLst>
            <pc:docMk/>
            <pc:sldMk cId="1829811407" sldId="290"/>
            <ac:picMk id="6" creationId="{8256C0C9-A9CD-B910-6159-F7B0697E39A8}"/>
          </ac:picMkLst>
        </pc:picChg>
      </pc:sldChg>
      <pc:sldChg chg="add del">
        <pc:chgData name="Leônidas Müller de Oliveira" userId="5af9566427f0cd7a" providerId="LiveId" clId="{9CEBAD42-B415-46AD-8527-E1F9C7EE6655}" dt="2022-08-30T13:18:19.821" v="619" actId="47"/>
        <pc:sldMkLst>
          <pc:docMk/>
          <pc:sldMk cId="2909319333" sldId="290"/>
        </pc:sldMkLst>
      </pc:sldChg>
      <pc:sldChg chg="addSp delSp modSp add mod">
        <pc:chgData name="Leônidas Müller de Oliveira" userId="5af9566427f0cd7a" providerId="LiveId" clId="{9CEBAD42-B415-46AD-8527-E1F9C7EE6655}" dt="2022-08-30T13:23:41.571" v="731"/>
        <pc:sldMkLst>
          <pc:docMk/>
          <pc:sldMk cId="267836333" sldId="291"/>
        </pc:sldMkLst>
        <pc:spChg chg="mod">
          <ac:chgData name="Leônidas Müller de Oliveira" userId="5af9566427f0cd7a" providerId="LiveId" clId="{9CEBAD42-B415-46AD-8527-E1F9C7EE6655}" dt="2022-08-30T13:23:41.571" v="731"/>
          <ac:spMkLst>
            <pc:docMk/>
            <pc:sldMk cId="267836333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9CEBAD42-B415-46AD-8527-E1F9C7EE6655}" dt="2022-08-30T13:22:53.961" v="666" actId="1076"/>
          <ac:picMkLst>
            <pc:docMk/>
            <pc:sldMk cId="267836333" sldId="291"/>
            <ac:picMk id="3" creationId="{F1B4F703-42BA-8E03-65F1-9FE2188BB9D4}"/>
          </ac:picMkLst>
        </pc:picChg>
        <pc:picChg chg="del">
          <ac:chgData name="Leônidas Müller de Oliveira" userId="5af9566427f0cd7a" providerId="LiveId" clId="{9CEBAD42-B415-46AD-8527-E1F9C7EE6655}" dt="2022-08-30T13:22:45.421" v="660" actId="478"/>
          <ac:picMkLst>
            <pc:docMk/>
            <pc:sldMk cId="267836333" sldId="291"/>
            <ac:picMk id="6" creationId="{8256C0C9-A9CD-B910-6159-F7B0697E39A8}"/>
          </ac:picMkLst>
        </pc:picChg>
      </pc:sldChg>
      <pc:sldChg chg="addSp delSp modSp add mod">
        <pc:chgData name="Leônidas Müller de Oliveira" userId="5af9566427f0cd7a" providerId="LiveId" clId="{9CEBAD42-B415-46AD-8527-E1F9C7EE6655}" dt="2022-08-30T13:44:09.491" v="869" actId="14100"/>
        <pc:sldMkLst>
          <pc:docMk/>
          <pc:sldMk cId="3456523691" sldId="292"/>
        </pc:sldMkLst>
        <pc:picChg chg="del">
          <ac:chgData name="Leônidas Müller de Oliveira" userId="5af9566427f0cd7a" providerId="LiveId" clId="{9CEBAD42-B415-46AD-8527-E1F9C7EE6655}" dt="2022-08-30T13:24:34.291" v="732" actId="478"/>
          <ac:picMkLst>
            <pc:docMk/>
            <pc:sldMk cId="3456523691" sldId="292"/>
            <ac:picMk id="3" creationId="{F1B4F703-42BA-8E03-65F1-9FE2188BB9D4}"/>
          </ac:picMkLst>
        </pc:picChg>
        <pc:picChg chg="add mod">
          <ac:chgData name="Leônidas Müller de Oliveira" userId="5af9566427f0cd7a" providerId="LiveId" clId="{9CEBAD42-B415-46AD-8527-E1F9C7EE6655}" dt="2022-08-30T13:44:09.491" v="869" actId="14100"/>
          <ac:picMkLst>
            <pc:docMk/>
            <pc:sldMk cId="3456523691" sldId="292"/>
            <ac:picMk id="4" creationId="{688D0160-BEAF-2825-F2BB-1ACBECF641EB}"/>
          </ac:picMkLst>
        </pc:picChg>
      </pc:sldChg>
    </pc:docChg>
  </pc:docChgLst>
  <pc:docChgLst>
    <pc:chgData name="Leônidas Müller de Oliveira" userId="5af9566427f0cd7a" providerId="LiveId" clId="{105336E2-12FC-481E-9E60-4B5E32849816}"/>
    <pc:docChg chg="undo custSel addSld modSld">
      <pc:chgData name="Leônidas Müller de Oliveira" userId="5af9566427f0cd7a" providerId="LiveId" clId="{105336E2-12FC-481E-9E60-4B5E32849816}" dt="2022-10-26T18:15:04.372" v="155"/>
      <pc:docMkLst>
        <pc:docMk/>
      </pc:docMkLst>
      <pc:sldChg chg="addSp mod">
        <pc:chgData name="Leônidas Müller de Oliveira" userId="5af9566427f0cd7a" providerId="LiveId" clId="{105336E2-12FC-481E-9E60-4B5E32849816}" dt="2022-10-26T18:07:53.340" v="1" actId="9405"/>
        <pc:sldMkLst>
          <pc:docMk/>
          <pc:sldMk cId="548551176" sldId="292"/>
        </pc:sldMkLst>
        <pc:inkChg chg="add">
          <ac:chgData name="Leônidas Müller de Oliveira" userId="5af9566427f0cd7a" providerId="LiveId" clId="{105336E2-12FC-481E-9E60-4B5E32849816}" dt="2022-10-26T18:07:50.610" v="0" actId="9405"/>
          <ac:inkMkLst>
            <pc:docMk/>
            <pc:sldMk cId="548551176" sldId="292"/>
            <ac:inkMk id="2" creationId="{FFA8BD9E-1D20-49C9-F1CC-E2EF8B54C02A}"/>
          </ac:inkMkLst>
        </pc:inkChg>
        <pc:inkChg chg="add">
          <ac:chgData name="Leônidas Müller de Oliveira" userId="5af9566427f0cd7a" providerId="LiveId" clId="{105336E2-12FC-481E-9E60-4B5E32849816}" dt="2022-10-26T18:07:53.340" v="1" actId="9405"/>
          <ac:inkMkLst>
            <pc:docMk/>
            <pc:sldMk cId="548551176" sldId="292"/>
            <ac:inkMk id="4" creationId="{A5081F09-5A89-AF99-C441-2A40E4A942F3}"/>
          </ac:inkMkLst>
        </pc:inkChg>
      </pc:sldChg>
      <pc:sldChg chg="addSp delSp modSp add mod">
        <pc:chgData name="Leônidas Müller de Oliveira" userId="5af9566427f0cd7a" providerId="LiveId" clId="{105336E2-12FC-481E-9E60-4B5E32849816}" dt="2022-10-26T18:15:04.372" v="155"/>
        <pc:sldMkLst>
          <pc:docMk/>
          <pc:sldMk cId="3929197866" sldId="294"/>
        </pc:sldMkLst>
        <pc:spChg chg="del">
          <ac:chgData name="Leônidas Müller de Oliveira" userId="5af9566427f0cd7a" providerId="LiveId" clId="{105336E2-12FC-481E-9E60-4B5E32849816}" dt="2022-10-26T18:08:12.682" v="10" actId="478"/>
          <ac:spMkLst>
            <pc:docMk/>
            <pc:sldMk cId="3929197866" sldId="294"/>
            <ac:spMk id="9" creationId="{9C81958B-AE4B-43C9-BC2C-2CBADE7FE55A}"/>
          </ac:spMkLst>
        </pc:spChg>
        <pc:grpChg chg="add del mod">
          <ac:chgData name="Leônidas Müller de Oliveira" userId="5af9566427f0cd7a" providerId="LiveId" clId="{105336E2-12FC-481E-9E60-4B5E32849816}" dt="2022-10-26T18:09:49.383" v="36"/>
          <ac:grpSpMkLst>
            <pc:docMk/>
            <pc:sldMk cId="3929197866" sldId="294"/>
            <ac:grpSpMk id="16" creationId="{210BA471-203C-FC8A-7EB8-AC0490D85641}"/>
          </ac:grpSpMkLst>
        </pc:grpChg>
        <pc:grpChg chg="add del mod">
          <ac:chgData name="Leônidas Müller de Oliveira" userId="5af9566427f0cd7a" providerId="LiveId" clId="{105336E2-12FC-481E-9E60-4B5E32849816}" dt="2022-10-26T18:09:39.991" v="30"/>
          <ac:grpSpMkLst>
            <pc:docMk/>
            <pc:sldMk cId="3929197866" sldId="294"/>
            <ac:grpSpMk id="18" creationId="{16319702-D039-9F7C-7572-F3ABBA284374}"/>
          </ac:grpSpMkLst>
        </pc:grpChg>
        <pc:grpChg chg="mod">
          <ac:chgData name="Leônidas Müller de Oliveira" userId="5af9566427f0cd7a" providerId="LiveId" clId="{105336E2-12FC-481E-9E60-4B5E32849816}" dt="2022-10-26T18:09:39.774" v="28"/>
          <ac:grpSpMkLst>
            <pc:docMk/>
            <pc:sldMk cId="3929197866" sldId="294"/>
            <ac:grpSpMk id="20" creationId="{54CAB100-3CD1-D71B-9D2E-D20B5E3EA267}"/>
          </ac:grpSpMkLst>
        </pc:grpChg>
        <pc:grpChg chg="mod">
          <ac:chgData name="Leônidas Müller de Oliveira" userId="5af9566427f0cd7a" providerId="LiveId" clId="{105336E2-12FC-481E-9E60-4B5E32849816}" dt="2022-10-26T18:09:46.670" v="34"/>
          <ac:grpSpMkLst>
            <pc:docMk/>
            <pc:sldMk cId="3929197866" sldId="294"/>
            <ac:grpSpMk id="22" creationId="{94377D27-EA4B-8649-C167-FC00BCBCF2A9}"/>
          </ac:grpSpMkLst>
        </pc:grpChg>
        <pc:grpChg chg="add del mod">
          <ac:chgData name="Leônidas Müller de Oliveira" userId="5af9566427f0cd7a" providerId="LiveId" clId="{105336E2-12FC-481E-9E60-4B5E32849816}" dt="2022-10-26T18:11:45.342" v="102"/>
          <ac:grpSpMkLst>
            <pc:docMk/>
            <pc:sldMk cId="3929197866" sldId="294"/>
            <ac:grpSpMk id="25" creationId="{FA1C5941-ACC5-1E8C-A8A0-2ED743FA3833}"/>
          </ac:grpSpMkLst>
        </pc:grpChg>
        <pc:grpChg chg="add del mod">
          <ac:chgData name="Leônidas Müller de Oliveira" userId="5af9566427f0cd7a" providerId="LiveId" clId="{105336E2-12FC-481E-9E60-4B5E32849816}" dt="2022-10-26T18:11:45.091" v="100"/>
          <ac:grpSpMkLst>
            <pc:docMk/>
            <pc:sldMk cId="3929197866" sldId="294"/>
            <ac:grpSpMk id="27" creationId="{2B4A9D11-7569-B975-9FFC-6A588FD3133C}"/>
          </ac:grpSpMkLst>
        </pc:grpChg>
        <pc:grpChg chg="add del mod">
          <ac:chgData name="Leônidas Müller de Oliveira" userId="5af9566427f0cd7a" providerId="LiveId" clId="{105336E2-12FC-481E-9E60-4B5E32849816}" dt="2022-10-26T18:11:44.853" v="98"/>
          <ac:grpSpMkLst>
            <pc:docMk/>
            <pc:sldMk cId="3929197866" sldId="294"/>
            <ac:grpSpMk id="29" creationId="{2DB51CBE-FFD4-4296-2AD0-001FFC86AB0A}"/>
          </ac:grpSpMkLst>
        </pc:grpChg>
        <pc:grpChg chg="mod">
          <ac:chgData name="Leônidas Müller de Oliveira" userId="5af9566427f0cd7a" providerId="LiveId" clId="{105336E2-12FC-481E-9E60-4B5E32849816}" dt="2022-10-26T18:10:10.054" v="48"/>
          <ac:grpSpMkLst>
            <pc:docMk/>
            <pc:sldMk cId="3929197866" sldId="294"/>
            <ac:grpSpMk id="31" creationId="{885F782E-0798-9980-B835-33BB2AEDA0D0}"/>
          </ac:grpSpMkLst>
        </pc:grpChg>
        <pc:grpChg chg="mod">
          <ac:chgData name="Leônidas Müller de Oliveira" userId="5af9566427f0cd7a" providerId="LiveId" clId="{105336E2-12FC-481E-9E60-4B5E32849816}" dt="2022-10-26T18:11:44.571" v="96"/>
          <ac:grpSpMkLst>
            <pc:docMk/>
            <pc:sldMk cId="3929197866" sldId="294"/>
            <ac:grpSpMk id="33" creationId="{DB4417CE-78CA-F62A-2D7F-F5DE13DF7F5E}"/>
          </ac:grpSpMkLst>
        </pc:grpChg>
        <pc:grpChg chg="mod">
          <ac:chgData name="Leônidas Müller de Oliveira" userId="5af9566427f0cd7a" providerId="LiveId" clId="{105336E2-12FC-481E-9E60-4B5E32849816}" dt="2022-10-26T18:10:54.390" v="56"/>
          <ac:grpSpMkLst>
            <pc:docMk/>
            <pc:sldMk cId="3929197866" sldId="294"/>
            <ac:grpSpMk id="37" creationId="{72912ABC-5FA3-8177-6BB1-1C4981564A6D}"/>
          </ac:grpSpMkLst>
        </pc:grpChg>
        <pc:grpChg chg="mod">
          <ac:chgData name="Leônidas Müller de Oliveira" userId="5af9566427f0cd7a" providerId="LiveId" clId="{105336E2-12FC-481E-9E60-4B5E32849816}" dt="2022-10-26T18:11:05.842" v="62"/>
          <ac:grpSpMkLst>
            <pc:docMk/>
            <pc:sldMk cId="3929197866" sldId="294"/>
            <ac:grpSpMk id="41" creationId="{A17058CC-3947-4E2C-0DF8-8CFE964422F7}"/>
          </ac:grpSpMkLst>
        </pc:grpChg>
        <pc:grpChg chg="add del mod">
          <ac:chgData name="Leônidas Müller de Oliveira" userId="5af9566427f0cd7a" providerId="LiveId" clId="{105336E2-12FC-481E-9E60-4B5E32849816}" dt="2022-10-26T18:11:43.460" v="90"/>
          <ac:grpSpMkLst>
            <pc:docMk/>
            <pc:sldMk cId="3929197866" sldId="294"/>
            <ac:grpSpMk id="43" creationId="{A1B5B4D7-161D-4B7E-E4CB-E56A04AC2432}"/>
          </ac:grpSpMkLst>
        </pc:grpChg>
        <pc:grpChg chg="mod">
          <ac:chgData name="Leônidas Müller de Oliveira" userId="5af9566427f0cd7a" providerId="LiveId" clId="{105336E2-12FC-481E-9E60-4B5E32849816}" dt="2022-10-26T18:11:43.221" v="88"/>
          <ac:grpSpMkLst>
            <pc:docMk/>
            <pc:sldMk cId="3929197866" sldId="294"/>
            <ac:grpSpMk id="45" creationId="{17E320A2-843A-93C4-DB33-660046A6F106}"/>
          </ac:grpSpMkLst>
        </pc:grpChg>
        <pc:grpChg chg="add del mod">
          <ac:chgData name="Leônidas Müller de Oliveira" userId="5af9566427f0cd7a" providerId="LiveId" clId="{105336E2-12FC-481E-9E60-4B5E32849816}" dt="2022-10-26T18:11:42.040" v="84"/>
          <ac:grpSpMkLst>
            <pc:docMk/>
            <pc:sldMk cId="3929197866" sldId="294"/>
            <ac:grpSpMk id="49" creationId="{DC650415-A875-665C-71C8-3DB8128EB501}"/>
          </ac:grpSpMkLst>
        </pc:grpChg>
        <pc:grpChg chg="mod">
          <ac:chgData name="Leônidas Müller de Oliveira" userId="5af9566427f0cd7a" providerId="LiveId" clId="{105336E2-12FC-481E-9E60-4B5E32849816}" dt="2022-10-26T18:11:42.040" v="84"/>
          <ac:grpSpMkLst>
            <pc:docMk/>
            <pc:sldMk cId="3929197866" sldId="294"/>
            <ac:grpSpMk id="50" creationId="{14F56447-D424-D84D-28EF-09684C4BB390}"/>
          </ac:grpSpMkLst>
        </pc:grpChg>
        <pc:grpChg chg="mod">
          <ac:chgData name="Leônidas Müller de Oliveira" userId="5af9566427f0cd7a" providerId="LiveId" clId="{105336E2-12FC-481E-9E60-4B5E32849816}" dt="2022-10-26T18:11:40.786" v="78"/>
          <ac:grpSpMkLst>
            <pc:docMk/>
            <pc:sldMk cId="3929197866" sldId="294"/>
            <ac:grpSpMk id="56" creationId="{C0C6255F-6D48-B23C-D993-0A892D884674}"/>
          </ac:grpSpMkLst>
        </pc:grpChg>
        <pc:grpChg chg="del mod">
          <ac:chgData name="Leônidas Müller de Oliveira" userId="5af9566427f0cd7a" providerId="LiveId" clId="{105336E2-12FC-481E-9E60-4B5E32849816}" dt="2022-10-26T18:11:58.641" v="113"/>
          <ac:grpSpMkLst>
            <pc:docMk/>
            <pc:sldMk cId="3929197866" sldId="294"/>
            <ac:grpSpMk id="62" creationId="{A19F53B6-82D4-DF8E-DBF7-F8095ED38EB7}"/>
          </ac:grpSpMkLst>
        </pc:grpChg>
        <pc:grpChg chg="del mod">
          <ac:chgData name="Leônidas Müller de Oliveira" userId="5af9566427f0cd7a" providerId="LiveId" clId="{105336E2-12FC-481E-9E60-4B5E32849816}" dt="2022-10-26T18:12:05.273" v="116"/>
          <ac:grpSpMkLst>
            <pc:docMk/>
            <pc:sldMk cId="3929197866" sldId="294"/>
            <ac:grpSpMk id="129" creationId="{2AA90856-F19E-2B10-3C12-F77FDA515976}"/>
          </ac:grpSpMkLst>
        </pc:grpChg>
        <pc:grpChg chg="del mod">
          <ac:chgData name="Leônidas Müller de Oliveira" userId="5af9566427f0cd7a" providerId="LiveId" clId="{105336E2-12FC-481E-9E60-4B5E32849816}" dt="2022-10-26T18:12:37.523" v="137"/>
          <ac:grpSpMkLst>
            <pc:docMk/>
            <pc:sldMk cId="3929197866" sldId="294"/>
            <ac:grpSpMk id="132" creationId="{77A4BC70-F9BB-507B-6FD0-711FF5518085}"/>
          </ac:grpSpMkLst>
        </pc:grpChg>
        <pc:grpChg chg="del mod">
          <ac:chgData name="Leônidas Müller de Oliveira" userId="5af9566427f0cd7a" providerId="LiveId" clId="{105336E2-12FC-481E-9E60-4B5E32849816}" dt="2022-10-26T18:12:13.286" v="123"/>
          <ac:grpSpMkLst>
            <pc:docMk/>
            <pc:sldMk cId="3929197866" sldId="294"/>
            <ac:grpSpMk id="136" creationId="{2A0E6005-FD8A-897A-5548-0AF1DEC5A346}"/>
          </ac:grpSpMkLst>
        </pc:grpChg>
        <pc:grpChg chg="add del mod">
          <ac:chgData name="Leônidas Müller de Oliveira" userId="5af9566427f0cd7a" providerId="LiveId" clId="{105336E2-12FC-481E-9E60-4B5E32849816}" dt="2022-10-26T18:12:28.801" v="133"/>
          <ac:grpSpMkLst>
            <pc:docMk/>
            <pc:sldMk cId="3929197866" sldId="294"/>
            <ac:grpSpMk id="139" creationId="{97431E4A-AF16-2633-65C6-0872D71AAF96}"/>
          </ac:grpSpMkLst>
        </pc:grpChg>
        <pc:grpChg chg="mod">
          <ac:chgData name="Leônidas Müller de Oliveira" userId="5af9566427f0cd7a" providerId="LiveId" clId="{105336E2-12FC-481E-9E60-4B5E32849816}" dt="2022-10-26T18:12:23.749" v="130"/>
          <ac:grpSpMkLst>
            <pc:docMk/>
            <pc:sldMk cId="3929197866" sldId="294"/>
            <ac:grpSpMk id="146" creationId="{657FF05D-FC77-ED27-1A5C-D869EE7E09C9}"/>
          </ac:grpSpMkLst>
        </pc:grpChg>
        <pc:grpChg chg="del mod">
          <ac:chgData name="Leônidas Müller de Oliveira" userId="5af9566427f0cd7a" providerId="LiveId" clId="{105336E2-12FC-481E-9E60-4B5E32849816}" dt="2022-10-26T18:12:34.726" v="135"/>
          <ac:grpSpMkLst>
            <pc:docMk/>
            <pc:sldMk cId="3929197866" sldId="294"/>
            <ac:grpSpMk id="149" creationId="{AB9F56CD-9C23-4BB1-AE83-B8DC569464F5}"/>
          </ac:grpSpMkLst>
        </pc:grpChg>
        <pc:grpChg chg="del mod">
          <ac:chgData name="Leônidas Müller de Oliveira" userId="5af9566427f0cd7a" providerId="LiveId" clId="{105336E2-12FC-481E-9E60-4B5E32849816}" dt="2022-10-26T18:12:37.523" v="137"/>
          <ac:grpSpMkLst>
            <pc:docMk/>
            <pc:sldMk cId="3929197866" sldId="294"/>
            <ac:grpSpMk id="151" creationId="{66A54BC4-978C-30D5-5B1E-97363D957600}"/>
          </ac:grpSpMkLst>
        </pc:grpChg>
        <pc:grpChg chg="del mod">
          <ac:chgData name="Leônidas Müller de Oliveira" userId="5af9566427f0cd7a" providerId="LiveId" clId="{105336E2-12FC-481E-9E60-4B5E32849816}" dt="2022-10-26T18:13:02.193" v="143"/>
          <ac:grpSpMkLst>
            <pc:docMk/>
            <pc:sldMk cId="3929197866" sldId="294"/>
            <ac:grpSpMk id="153" creationId="{E231E6D4-0BD9-EEA2-8BE4-313B4A70022D}"/>
          </ac:grpSpMkLst>
        </pc:grpChg>
        <pc:grpChg chg="del mod">
          <ac:chgData name="Leônidas Müller de Oliveira" userId="5af9566427f0cd7a" providerId="LiveId" clId="{105336E2-12FC-481E-9E60-4B5E32849816}" dt="2022-10-26T18:13:43.049" v="150"/>
          <ac:grpSpMkLst>
            <pc:docMk/>
            <pc:sldMk cId="3929197866" sldId="294"/>
            <ac:grpSpMk id="157" creationId="{09326A68-975B-4598-19C5-3424BD6F1835}"/>
          </ac:grpSpMkLst>
        </pc:grpChg>
        <pc:grpChg chg="del mod">
          <ac:chgData name="Leônidas Müller de Oliveira" userId="5af9566427f0cd7a" providerId="LiveId" clId="{105336E2-12FC-481E-9E60-4B5E32849816}" dt="2022-10-26T18:14:49.803" v="153"/>
          <ac:grpSpMkLst>
            <pc:docMk/>
            <pc:sldMk cId="3929197866" sldId="294"/>
            <ac:grpSpMk id="164" creationId="{37D545E6-7D45-522E-CAE7-E863C7CBF7DD}"/>
          </ac:grpSpMkLst>
        </pc:grpChg>
        <pc:grpChg chg="del mod">
          <ac:chgData name="Leônidas Müller de Oliveira" userId="5af9566427f0cd7a" providerId="LiveId" clId="{105336E2-12FC-481E-9E60-4B5E32849816}" dt="2022-10-26T18:15:04.372" v="155"/>
          <ac:grpSpMkLst>
            <pc:docMk/>
            <pc:sldMk cId="3929197866" sldId="294"/>
            <ac:grpSpMk id="167" creationId="{F38B5F2B-93B0-1C3F-4E7F-0B2600B20149}"/>
          </ac:grpSpMkLst>
        </pc:grpChg>
        <pc:grpChg chg="mod">
          <ac:chgData name="Leônidas Müller de Oliveira" userId="5af9566427f0cd7a" providerId="LiveId" clId="{105336E2-12FC-481E-9E60-4B5E32849816}" dt="2022-10-26T18:15:04.372" v="155"/>
          <ac:grpSpMkLst>
            <pc:docMk/>
            <pc:sldMk cId="3929197866" sldId="294"/>
            <ac:grpSpMk id="169" creationId="{3219D8EB-9594-DC5E-1CE6-CBE02652561F}"/>
          </ac:grpSpMkLst>
        </pc:grpChg>
        <pc:picChg chg="del">
          <ac:chgData name="Leônidas Müller de Oliveira" userId="5af9566427f0cd7a" providerId="LiveId" clId="{105336E2-12FC-481E-9E60-4B5E32849816}" dt="2022-10-26T18:08:06.136" v="5" actId="478"/>
          <ac:picMkLst>
            <pc:docMk/>
            <pc:sldMk cId="3929197866" sldId="294"/>
            <ac:picMk id="3" creationId="{674565A3-54B3-E100-B2A5-CEBFBEEC7288}"/>
          </ac:picMkLst>
        </pc:picChg>
        <pc:inkChg chg="del">
          <ac:chgData name="Leônidas Müller de Oliveira" userId="5af9566427f0cd7a" providerId="LiveId" clId="{105336E2-12FC-481E-9E60-4B5E32849816}" dt="2022-10-26T18:08:09.135" v="8" actId="478"/>
          <ac:inkMkLst>
            <pc:docMk/>
            <pc:sldMk cId="3929197866" sldId="294"/>
            <ac:inkMk id="2" creationId="{FFA8BD9E-1D20-49C9-F1CC-E2EF8B54C02A}"/>
          </ac:inkMkLst>
        </pc:inkChg>
        <pc:inkChg chg="del">
          <ac:chgData name="Leônidas Müller de Oliveira" userId="5af9566427f0cd7a" providerId="LiveId" clId="{105336E2-12FC-481E-9E60-4B5E32849816}" dt="2022-10-26T18:08:10.356" v="9" actId="478"/>
          <ac:inkMkLst>
            <pc:docMk/>
            <pc:sldMk cId="3929197866" sldId="294"/>
            <ac:inkMk id="4" creationId="{A5081F09-5A89-AF99-C441-2A40E4A942F3}"/>
          </ac:inkMkLst>
        </pc:inkChg>
        <pc:inkChg chg="add del">
          <ac:chgData name="Leônidas Müller de Oliveira" userId="5af9566427f0cd7a" providerId="LiveId" clId="{105336E2-12FC-481E-9E60-4B5E32849816}" dt="2022-10-26T18:08:07.808" v="6" actId="478"/>
          <ac:inkMkLst>
            <pc:docMk/>
            <pc:sldMk cId="3929197866" sldId="294"/>
            <ac:inkMk id="5" creationId="{8976AC9A-C9EA-39CD-2584-482B52284563}"/>
          </ac:inkMkLst>
        </pc:inkChg>
        <pc:inkChg chg="add del">
          <ac:chgData name="Leônidas Müller de Oliveira" userId="5af9566427f0cd7a" providerId="LiveId" clId="{105336E2-12FC-481E-9E60-4B5E32849816}" dt="2022-10-26T18:08:08.428" v="7" actId="478"/>
          <ac:inkMkLst>
            <pc:docMk/>
            <pc:sldMk cId="3929197866" sldId="294"/>
            <ac:inkMk id="6" creationId="{13B39D57-E970-D0F2-E492-B7B2BD89D2C0}"/>
          </ac:inkMkLst>
        </pc:inkChg>
        <pc:inkChg chg="add del">
          <ac:chgData name="Leônidas Müller de Oliveira" userId="5af9566427f0cd7a" providerId="LiveId" clId="{105336E2-12FC-481E-9E60-4B5E32849816}" dt="2022-10-26T18:08:54.866" v="14" actId="9405"/>
          <ac:inkMkLst>
            <pc:docMk/>
            <pc:sldMk cId="3929197866" sldId="294"/>
            <ac:inkMk id="7" creationId="{2C222E05-7B12-C35F-1A90-E00C6D50023C}"/>
          </ac:inkMkLst>
        </pc:inkChg>
        <pc:inkChg chg="add del">
          <ac:chgData name="Leônidas Müller de Oliveira" userId="5af9566427f0cd7a" providerId="LiveId" clId="{105336E2-12FC-481E-9E60-4B5E32849816}" dt="2022-10-26T18:08:54.604" v="13" actId="9405"/>
          <ac:inkMkLst>
            <pc:docMk/>
            <pc:sldMk cId="3929197866" sldId="294"/>
            <ac:inkMk id="8" creationId="{CACFF3A7-96C9-B510-DA73-6BAD8B523255}"/>
          </ac:inkMkLst>
        </pc:inkChg>
        <pc:inkChg chg="add del">
          <ac:chgData name="Leônidas Müller de Oliveira" userId="5af9566427f0cd7a" providerId="LiveId" clId="{105336E2-12FC-481E-9E60-4B5E32849816}" dt="2022-10-26T18:09:17.703" v="16" actId="9405"/>
          <ac:inkMkLst>
            <pc:docMk/>
            <pc:sldMk cId="3929197866" sldId="294"/>
            <ac:inkMk id="11" creationId="{B7259488-590F-FE09-0C01-518B4AD2DC6D}"/>
          </ac:inkMkLst>
        </pc:inkChg>
        <pc:inkChg chg="add del">
          <ac:chgData name="Leônidas Müller de Oliveira" userId="5af9566427f0cd7a" providerId="LiveId" clId="{105336E2-12FC-481E-9E60-4B5E32849816}" dt="2022-10-26T18:09:23.613" v="18" actId="9405"/>
          <ac:inkMkLst>
            <pc:docMk/>
            <pc:sldMk cId="3929197866" sldId="294"/>
            <ac:inkMk id="12" creationId="{E2395E6C-F87B-45BA-2AEB-22C84D9AB819}"/>
          </ac:inkMkLst>
        </pc:inkChg>
        <pc:inkChg chg="add del mod">
          <ac:chgData name="Leônidas Müller de Oliveira" userId="5af9566427f0cd7a" providerId="LiveId" clId="{105336E2-12FC-481E-9E60-4B5E32849816}" dt="2022-10-26T18:11:46.098" v="104" actId="9405"/>
          <ac:inkMkLst>
            <pc:docMk/>
            <pc:sldMk cId="3929197866" sldId="294"/>
            <ac:inkMk id="13" creationId="{61ACA8E0-E058-50E0-7A6C-57677CDF829A}"/>
          </ac:inkMkLst>
        </pc:inkChg>
        <pc:inkChg chg="add del mod">
          <ac:chgData name="Leônidas Müller de Oliveira" userId="5af9566427f0cd7a" providerId="LiveId" clId="{105336E2-12FC-481E-9E60-4B5E32849816}" dt="2022-10-26T18:09:49.762" v="37" actId="9405"/>
          <ac:inkMkLst>
            <pc:docMk/>
            <pc:sldMk cId="3929197866" sldId="294"/>
            <ac:inkMk id="14" creationId="{8A9E594A-9393-D7BC-D015-CF7E0A9001D3}"/>
          </ac:inkMkLst>
        </pc:inkChg>
        <pc:inkChg chg="add del mod">
          <ac:chgData name="Leônidas Müller de Oliveira" userId="5af9566427f0cd7a" providerId="LiveId" clId="{105336E2-12FC-481E-9E60-4B5E32849816}" dt="2022-10-26T18:09:49.383" v="36"/>
          <ac:inkMkLst>
            <pc:docMk/>
            <pc:sldMk cId="3929197866" sldId="294"/>
            <ac:inkMk id="15" creationId="{6D7DAC5C-179F-3FFE-56E9-D50D4983A24F}"/>
          </ac:inkMkLst>
        </pc:inkChg>
        <pc:inkChg chg="add del mod">
          <ac:chgData name="Leônidas Müller de Oliveira" userId="5af9566427f0cd7a" providerId="LiveId" clId="{105336E2-12FC-481E-9E60-4B5E32849816}" dt="2022-10-26T18:09:39.991" v="30"/>
          <ac:inkMkLst>
            <pc:docMk/>
            <pc:sldMk cId="3929197866" sldId="294"/>
            <ac:inkMk id="17" creationId="{02C63A24-7178-ED42-B079-C26AAEDE123E}"/>
          </ac:inkMkLst>
        </pc:inkChg>
        <pc:inkChg chg="add del mod">
          <ac:chgData name="Leônidas Müller de Oliveira" userId="5af9566427f0cd7a" providerId="LiveId" clId="{105336E2-12FC-481E-9E60-4B5E32849816}" dt="2022-10-26T18:09:39.774" v="28"/>
          <ac:inkMkLst>
            <pc:docMk/>
            <pc:sldMk cId="3929197866" sldId="294"/>
            <ac:inkMk id="19" creationId="{5D9C3EE9-69E2-7F46-2356-451095DABF18}"/>
          </ac:inkMkLst>
        </pc:inkChg>
        <pc:inkChg chg="add del mod">
          <ac:chgData name="Leônidas Müller de Oliveira" userId="5af9566427f0cd7a" providerId="LiveId" clId="{105336E2-12FC-481E-9E60-4B5E32849816}" dt="2022-10-26T18:09:46.670" v="34"/>
          <ac:inkMkLst>
            <pc:docMk/>
            <pc:sldMk cId="3929197866" sldId="294"/>
            <ac:inkMk id="21" creationId="{1825C9BC-3D04-F0AA-2484-D9E114EC6CC4}"/>
          </ac:inkMkLst>
        </pc:inkChg>
        <pc:inkChg chg="add del mod">
          <ac:chgData name="Leônidas Müller de Oliveira" userId="5af9566427f0cd7a" providerId="LiveId" clId="{105336E2-12FC-481E-9E60-4B5E32849816}" dt="2022-10-26T18:11:45.740" v="103" actId="9405"/>
          <ac:inkMkLst>
            <pc:docMk/>
            <pc:sldMk cId="3929197866" sldId="294"/>
            <ac:inkMk id="23" creationId="{151585C5-20A1-D1EA-8C50-7CE5B0F83A08}"/>
          </ac:inkMkLst>
        </pc:inkChg>
        <pc:inkChg chg="add del mod">
          <ac:chgData name="Leônidas Müller de Oliveira" userId="5af9566427f0cd7a" providerId="LiveId" clId="{105336E2-12FC-481E-9E60-4B5E32849816}" dt="2022-10-26T18:11:45.342" v="102"/>
          <ac:inkMkLst>
            <pc:docMk/>
            <pc:sldMk cId="3929197866" sldId="294"/>
            <ac:inkMk id="24" creationId="{611A6B23-BF27-E1D6-50B7-4815C6B1276C}"/>
          </ac:inkMkLst>
        </pc:inkChg>
        <pc:inkChg chg="add del mod">
          <ac:chgData name="Leônidas Müller de Oliveira" userId="5af9566427f0cd7a" providerId="LiveId" clId="{105336E2-12FC-481E-9E60-4B5E32849816}" dt="2022-10-26T18:11:45.091" v="100"/>
          <ac:inkMkLst>
            <pc:docMk/>
            <pc:sldMk cId="3929197866" sldId="294"/>
            <ac:inkMk id="26" creationId="{C2DDCB3F-7DEA-55FC-10C2-2128E6F88B38}"/>
          </ac:inkMkLst>
        </pc:inkChg>
        <pc:inkChg chg="add del mod">
          <ac:chgData name="Leônidas Müller de Oliveira" userId="5af9566427f0cd7a" providerId="LiveId" clId="{105336E2-12FC-481E-9E60-4B5E32849816}" dt="2022-10-26T18:11:44.853" v="98"/>
          <ac:inkMkLst>
            <pc:docMk/>
            <pc:sldMk cId="3929197866" sldId="294"/>
            <ac:inkMk id="28" creationId="{0DF731E7-0101-CEC0-EC0C-782F95D222BB}"/>
          </ac:inkMkLst>
        </pc:inkChg>
        <pc:inkChg chg="add del mod">
          <ac:chgData name="Leônidas Müller de Oliveira" userId="5af9566427f0cd7a" providerId="LiveId" clId="{105336E2-12FC-481E-9E60-4B5E32849816}" dt="2022-10-26T18:10:10.054" v="48"/>
          <ac:inkMkLst>
            <pc:docMk/>
            <pc:sldMk cId="3929197866" sldId="294"/>
            <ac:inkMk id="30" creationId="{C1346BC5-587E-D0E5-7D73-630C8C4B7161}"/>
          </ac:inkMkLst>
        </pc:inkChg>
        <pc:inkChg chg="add del mod">
          <ac:chgData name="Leônidas Müller de Oliveira" userId="5af9566427f0cd7a" providerId="LiveId" clId="{105336E2-12FC-481E-9E60-4B5E32849816}" dt="2022-10-26T18:11:44.571" v="96"/>
          <ac:inkMkLst>
            <pc:docMk/>
            <pc:sldMk cId="3929197866" sldId="294"/>
            <ac:inkMk id="32" creationId="{9B99F4C2-CD39-F9EA-BB13-D11933CD77FA}"/>
          </ac:inkMkLst>
        </pc:inkChg>
        <pc:inkChg chg="add del">
          <ac:chgData name="Leônidas Müller de Oliveira" userId="5af9566427f0cd7a" providerId="LiveId" clId="{105336E2-12FC-481E-9E60-4B5E32849816}" dt="2022-10-26T18:11:44.361" v="94" actId="9405"/>
          <ac:inkMkLst>
            <pc:docMk/>
            <pc:sldMk cId="3929197866" sldId="294"/>
            <ac:inkMk id="34" creationId="{7EBF986E-3B5A-2C6B-B714-0489EC4EB983}"/>
          </ac:inkMkLst>
        </pc:inkChg>
        <pc:inkChg chg="add del mod">
          <ac:chgData name="Leônidas Müller de Oliveira" userId="5af9566427f0cd7a" providerId="LiveId" clId="{105336E2-12FC-481E-9E60-4B5E32849816}" dt="2022-10-26T18:11:44.132" v="93" actId="9405"/>
          <ac:inkMkLst>
            <pc:docMk/>
            <pc:sldMk cId="3929197866" sldId="294"/>
            <ac:inkMk id="35" creationId="{B2B99A66-94E6-87A2-EB7B-A83B41EA376D}"/>
          </ac:inkMkLst>
        </pc:inkChg>
        <pc:inkChg chg="add del mod">
          <ac:chgData name="Leônidas Müller de Oliveira" userId="5af9566427f0cd7a" providerId="LiveId" clId="{105336E2-12FC-481E-9E60-4B5E32849816}" dt="2022-10-26T18:10:54.390" v="56"/>
          <ac:inkMkLst>
            <pc:docMk/>
            <pc:sldMk cId="3929197866" sldId="294"/>
            <ac:inkMk id="36" creationId="{3564C84B-4C99-10FB-EBCA-A8885F6A029D}"/>
          </ac:inkMkLst>
        </pc:inkChg>
        <pc:inkChg chg="add del mod">
          <ac:chgData name="Leônidas Müller de Oliveira" userId="5af9566427f0cd7a" providerId="LiveId" clId="{105336E2-12FC-481E-9E60-4B5E32849816}" dt="2022-10-26T18:11:43.926" v="92" actId="9405"/>
          <ac:inkMkLst>
            <pc:docMk/>
            <pc:sldMk cId="3929197866" sldId="294"/>
            <ac:inkMk id="38" creationId="{A6078C57-ADCF-94B1-3BAD-4A92542C9F09}"/>
          </ac:inkMkLst>
        </pc:inkChg>
        <pc:inkChg chg="add del mod">
          <ac:chgData name="Leônidas Müller de Oliveira" userId="5af9566427f0cd7a" providerId="LiveId" clId="{105336E2-12FC-481E-9E60-4B5E32849816}" dt="2022-10-26T18:11:43.711" v="91" actId="9405"/>
          <ac:inkMkLst>
            <pc:docMk/>
            <pc:sldMk cId="3929197866" sldId="294"/>
            <ac:inkMk id="39" creationId="{5BD13B6F-BEDF-E64F-30FA-21C4B88C3BC7}"/>
          </ac:inkMkLst>
        </pc:inkChg>
        <pc:inkChg chg="add del mod">
          <ac:chgData name="Leônidas Müller de Oliveira" userId="5af9566427f0cd7a" providerId="LiveId" clId="{105336E2-12FC-481E-9E60-4B5E32849816}" dt="2022-10-26T18:11:05.842" v="62"/>
          <ac:inkMkLst>
            <pc:docMk/>
            <pc:sldMk cId="3929197866" sldId="294"/>
            <ac:inkMk id="40" creationId="{71835208-A2F5-A10D-508D-250A64662A95}"/>
          </ac:inkMkLst>
        </pc:inkChg>
        <pc:inkChg chg="add del mod">
          <ac:chgData name="Leônidas Müller de Oliveira" userId="5af9566427f0cd7a" providerId="LiveId" clId="{105336E2-12FC-481E-9E60-4B5E32849816}" dt="2022-10-26T18:11:43.460" v="90"/>
          <ac:inkMkLst>
            <pc:docMk/>
            <pc:sldMk cId="3929197866" sldId="294"/>
            <ac:inkMk id="42" creationId="{2EF1D6DD-E6B7-3631-6530-5ECE8FAED623}"/>
          </ac:inkMkLst>
        </pc:inkChg>
        <pc:inkChg chg="add del mod">
          <ac:chgData name="Leônidas Müller de Oliveira" userId="5af9566427f0cd7a" providerId="LiveId" clId="{105336E2-12FC-481E-9E60-4B5E32849816}" dt="2022-10-26T18:11:43.221" v="88"/>
          <ac:inkMkLst>
            <pc:docMk/>
            <pc:sldMk cId="3929197866" sldId="294"/>
            <ac:inkMk id="44" creationId="{74E434BA-3856-3D76-331B-04754CF1D498}"/>
          </ac:inkMkLst>
        </pc:inkChg>
        <pc:inkChg chg="add del mod">
          <ac:chgData name="Leônidas Müller de Oliveira" userId="5af9566427f0cd7a" providerId="LiveId" clId="{105336E2-12FC-481E-9E60-4B5E32849816}" dt="2022-10-26T18:11:42.982" v="86" actId="9405"/>
          <ac:inkMkLst>
            <pc:docMk/>
            <pc:sldMk cId="3929197866" sldId="294"/>
            <ac:inkMk id="46" creationId="{1353BDCA-D8C9-D980-A222-8CFCFB4E3BA7}"/>
          </ac:inkMkLst>
        </pc:inkChg>
        <pc:inkChg chg="add del mod">
          <ac:chgData name="Leônidas Müller de Oliveira" userId="5af9566427f0cd7a" providerId="LiveId" clId="{105336E2-12FC-481E-9E60-4B5E32849816}" dt="2022-10-26T18:11:42.738" v="85" actId="9405"/>
          <ac:inkMkLst>
            <pc:docMk/>
            <pc:sldMk cId="3929197866" sldId="294"/>
            <ac:inkMk id="47" creationId="{564E1075-50C9-04EE-8C30-CD0BA402CC9C}"/>
          </ac:inkMkLst>
        </pc:inkChg>
        <pc:inkChg chg="add del mod">
          <ac:chgData name="Leônidas Müller de Oliveira" userId="5af9566427f0cd7a" providerId="LiveId" clId="{105336E2-12FC-481E-9E60-4B5E32849816}" dt="2022-10-26T18:11:42.040" v="84"/>
          <ac:inkMkLst>
            <pc:docMk/>
            <pc:sldMk cId="3929197866" sldId="294"/>
            <ac:inkMk id="48" creationId="{20659030-31FC-05AE-F378-3791B234CAE9}"/>
          </ac:inkMkLst>
        </pc:inkChg>
        <pc:inkChg chg="add del mod">
          <ac:chgData name="Leônidas Müller de Oliveira" userId="5af9566427f0cd7a" providerId="LiveId" clId="{105336E2-12FC-481E-9E60-4B5E32849816}" dt="2022-10-26T18:11:41.790" v="82" actId="9405"/>
          <ac:inkMkLst>
            <pc:docMk/>
            <pc:sldMk cId="3929197866" sldId="294"/>
            <ac:inkMk id="51" creationId="{C4249A9C-845A-CC37-FF72-6D023FE060D5}"/>
          </ac:inkMkLst>
        </pc:inkChg>
        <pc:inkChg chg="add del mod">
          <ac:chgData name="Leônidas Müller de Oliveira" userId="5af9566427f0cd7a" providerId="LiveId" clId="{105336E2-12FC-481E-9E60-4B5E32849816}" dt="2022-10-26T18:11:41.533" v="81" actId="9405"/>
          <ac:inkMkLst>
            <pc:docMk/>
            <pc:sldMk cId="3929197866" sldId="294"/>
            <ac:inkMk id="52" creationId="{BF75BAEB-AFCC-49FA-E96A-68110F93BBD2}"/>
          </ac:inkMkLst>
        </pc:inkChg>
        <pc:inkChg chg="add del mod">
          <ac:chgData name="Leônidas Müller de Oliveira" userId="5af9566427f0cd7a" providerId="LiveId" clId="{105336E2-12FC-481E-9E60-4B5E32849816}" dt="2022-10-26T18:11:41.289" v="80" actId="9405"/>
          <ac:inkMkLst>
            <pc:docMk/>
            <pc:sldMk cId="3929197866" sldId="294"/>
            <ac:inkMk id="53" creationId="{BFF2E43E-9986-2FAC-BF1B-871DFF8ABC9B}"/>
          </ac:inkMkLst>
        </pc:inkChg>
        <pc:inkChg chg="add del mod">
          <ac:chgData name="Leônidas Müller de Oliveira" userId="5af9566427f0cd7a" providerId="LiveId" clId="{105336E2-12FC-481E-9E60-4B5E32849816}" dt="2022-10-26T18:11:41.072" v="79" actId="9405"/>
          <ac:inkMkLst>
            <pc:docMk/>
            <pc:sldMk cId="3929197866" sldId="294"/>
            <ac:inkMk id="54" creationId="{73C35AED-2AA6-37E3-615A-19F1ACB26369}"/>
          </ac:inkMkLst>
        </pc:inkChg>
        <pc:inkChg chg="add del mod">
          <ac:chgData name="Leônidas Müller de Oliveira" userId="5af9566427f0cd7a" providerId="LiveId" clId="{105336E2-12FC-481E-9E60-4B5E32849816}" dt="2022-10-26T18:11:40.786" v="78"/>
          <ac:inkMkLst>
            <pc:docMk/>
            <pc:sldMk cId="3929197866" sldId="294"/>
            <ac:inkMk id="55" creationId="{9B40463B-897C-D583-B579-6807296F7EFA}"/>
          </ac:inkMkLst>
        </pc:inkChg>
        <pc:inkChg chg="add">
          <ac:chgData name="Leônidas Müller de Oliveira" userId="5af9566427f0cd7a" providerId="LiveId" clId="{105336E2-12FC-481E-9E60-4B5E32849816}" dt="2022-10-26T18:11:49.265" v="105" actId="9405"/>
          <ac:inkMkLst>
            <pc:docMk/>
            <pc:sldMk cId="3929197866" sldId="294"/>
            <ac:inkMk id="57" creationId="{C7415E63-811D-F943-480B-FFD7C4D33A31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58" creationId="{44E183D5-E9AD-BCDA-5205-585ACFA9B19D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59" creationId="{5F9D2CEC-5894-CEE2-2A60-9F1590BF1D1E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60" creationId="{61184265-A238-8341-906F-85816DA53C66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61" creationId="{6E6D3736-A339-3CF2-216C-27DD4132F8F8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63" creationId="{989B0098-0CA5-10D2-6CE2-DD89F4357E5F}"/>
          </ac:inkMkLst>
        </pc:inkChg>
        <pc:inkChg chg="add del mod">
          <ac:chgData name="Leônidas Müller de Oliveira" userId="5af9566427f0cd7a" providerId="LiveId" clId="{105336E2-12FC-481E-9E60-4B5E32849816}" dt="2022-10-26T18:12:48.468" v="138"/>
          <ac:inkMkLst>
            <pc:docMk/>
            <pc:sldMk cId="3929197866" sldId="294"/>
            <ac:inkMk id="128" creationId="{1AC459A2-62A4-9811-79A3-4EE985927E6E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0" creationId="{D93117DC-F27A-4E29-C32F-5993096D8E14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1" creationId="{4486237E-A48E-84EC-E067-FBF143131854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3" creationId="{C532ED2D-8DDE-7A9E-C55F-F6AFE7F9766C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4" creationId="{A57A7EDE-C5F1-2B76-0413-50EF75056315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5" creationId="{B47141F5-D01D-9C44-600F-9BE4F9F22FE6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7" creationId="{E772EB28-14C7-383F-B84B-F1B63FE07E5F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38" creationId="{A54DFBD2-EEB6-8270-69A8-1DEC49EAFC25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42" creationId="{C06711CA-08D9-AF1F-29A0-F7D7AA417156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43" creationId="{5E65E90E-4E90-3BAD-B4B1-04E63122FFDC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44" creationId="{51638291-7F57-3F71-6071-30B5686193D1}"/>
          </ac:inkMkLst>
        </pc:inkChg>
        <pc:inkChg chg="add del mod">
          <ac:chgData name="Leônidas Müller de Oliveira" userId="5af9566427f0cd7a" providerId="LiveId" clId="{105336E2-12FC-481E-9E60-4B5E32849816}" dt="2022-10-26T18:12:23.749" v="130"/>
          <ac:inkMkLst>
            <pc:docMk/>
            <pc:sldMk cId="3929197866" sldId="294"/>
            <ac:inkMk id="145" creationId="{63495A13-6AC6-D367-597E-C345354CFC1E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47" creationId="{9C362367-C4E3-7E5B-E0E1-F3FFF5AE4847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48" creationId="{9D4AE532-84F2-C6CC-61D4-A513B31AA053}"/>
          </ac:inkMkLst>
        </pc:inkChg>
        <pc:inkChg chg="add mod">
          <ac:chgData name="Leônidas Müller de Oliveira" userId="5af9566427f0cd7a" providerId="LiveId" clId="{105336E2-12FC-481E-9E60-4B5E32849816}" dt="2022-10-26T18:13:02.193" v="143"/>
          <ac:inkMkLst>
            <pc:docMk/>
            <pc:sldMk cId="3929197866" sldId="294"/>
            <ac:inkMk id="150" creationId="{70DF569C-E625-A601-6A99-F1540BB9053F}"/>
          </ac:inkMkLst>
        </pc:inkChg>
        <pc:inkChg chg="add del mod">
          <ac:chgData name="Leônidas Müller de Oliveira" userId="5af9566427f0cd7a" providerId="LiveId" clId="{105336E2-12FC-481E-9E60-4B5E32849816}" dt="2022-10-26T18:12:48.469" v="139"/>
          <ac:inkMkLst>
            <pc:docMk/>
            <pc:sldMk cId="3929197866" sldId="294"/>
            <ac:inkMk id="152" creationId="{9EA69A84-283E-069F-7C75-5189AA8F3C27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54" creationId="{1DF0A33E-C320-E20B-8157-A998D1CCFFF1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55" creationId="{5CB70E2D-81CD-EB41-5FAC-B25362115BE2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56" creationId="{BE014C9B-82CA-6837-6EFB-9FD17B414D77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58" creationId="{B8C55F0B-8F18-C3D1-CEB3-EB88D37C764C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59" creationId="{B9F844C4-9AE9-B1FF-E588-DAADF0148921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0" creationId="{65590479-FEE8-FCB9-7E44-B5C4AD8CDB19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1" creationId="{9FC7F861-6073-9AAB-DC9F-CC5C4B91F0CD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2" creationId="{B66C86DF-910E-8ED7-92A6-2AEEBEB55E5C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3" creationId="{07FE8FA4-2CBC-C903-175B-77D7D2554A6D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5" creationId="{618EAE9D-6EE5-FA40-1897-4C37D95C8C8C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6" creationId="{C4663B12-95BB-296F-F506-A7BCC1633A01}"/>
          </ac:inkMkLst>
        </pc:inkChg>
        <pc:inkChg chg="add mod">
          <ac:chgData name="Leônidas Müller de Oliveira" userId="5af9566427f0cd7a" providerId="LiveId" clId="{105336E2-12FC-481E-9E60-4B5E32849816}" dt="2022-10-26T18:15:04.372" v="155"/>
          <ac:inkMkLst>
            <pc:docMk/>
            <pc:sldMk cId="3929197866" sldId="294"/>
            <ac:inkMk id="168" creationId="{B647E270-D672-B81F-8A0D-8DBE2F230C66}"/>
          </ac:inkMkLst>
        </pc:inkChg>
      </pc:sldChg>
    </pc:docChg>
  </pc:docChgLst>
  <pc:docChgLst>
    <pc:chgData name="Leônidas Müller de Oliveira" userId="5af9566427f0cd7a" providerId="LiveId" clId="{7F80F8EA-7A97-4999-A24B-9CF59BDD30E7}"/>
    <pc:docChg chg="custSel addSld delSld modSld">
      <pc:chgData name="Leônidas Müller de Oliveira" userId="5af9566427f0cd7a" providerId="LiveId" clId="{7F80F8EA-7A97-4999-A24B-9CF59BDD30E7}" dt="2022-09-01T18:03:05.011" v="1309" actId="20577"/>
      <pc:docMkLst>
        <pc:docMk/>
      </pc:docMkLst>
      <pc:sldChg chg="modSp mod">
        <pc:chgData name="Leônidas Müller de Oliveira" userId="5af9566427f0cd7a" providerId="LiveId" clId="{7F80F8EA-7A97-4999-A24B-9CF59BDD30E7}" dt="2022-09-01T18:03:05.011" v="1309" actId="20577"/>
        <pc:sldMkLst>
          <pc:docMk/>
          <pc:sldMk cId="0" sldId="257"/>
        </pc:sldMkLst>
        <pc:spChg chg="mod">
          <ac:chgData name="Leônidas Müller de Oliveira" userId="5af9566427f0cd7a" providerId="LiveId" clId="{7F80F8EA-7A97-4999-A24B-9CF59BDD30E7}" dt="2022-09-01T18:03:05.011" v="1309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7F80F8EA-7A97-4999-A24B-9CF59BDD30E7}" dt="2022-09-01T15:21:07.381" v="691" actId="1076"/>
        <pc:sldMkLst>
          <pc:docMk/>
          <pc:sldMk cId="2510226186" sldId="285"/>
        </pc:sldMkLst>
        <pc:spChg chg="add mod">
          <ac:chgData name="Leônidas Müller de Oliveira" userId="5af9566427f0cd7a" providerId="LiveId" clId="{7F80F8EA-7A97-4999-A24B-9CF59BDD30E7}" dt="2022-09-01T15:21:07.381" v="691" actId="1076"/>
          <ac:spMkLst>
            <pc:docMk/>
            <pc:sldMk cId="2510226186" sldId="285"/>
            <ac:spMk id="7" creationId="{27F5199A-BD0E-4500-BD09-483ED91C2FC8}"/>
          </ac:spMkLst>
        </pc:spChg>
        <pc:spChg chg="mod">
          <ac:chgData name="Leônidas Müller de Oliveira" userId="5af9566427f0cd7a" providerId="LiveId" clId="{7F80F8EA-7A97-4999-A24B-9CF59BDD30E7}" dt="2022-09-01T15:18:33.186" v="378" actId="14100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7F80F8EA-7A97-4999-A24B-9CF59BDD30E7}" dt="2022-09-01T15:11:50.730" v="315" actId="20577"/>
          <ac:spMkLst>
            <pc:docMk/>
            <pc:sldMk cId="2510226186" sldId="285"/>
            <ac:spMk id="10" creationId="{D7001BA3-CB80-4627-9BF8-F969EC7D3809}"/>
          </ac:spMkLst>
        </pc:spChg>
        <pc:spChg chg="mod">
          <ac:chgData name="Leônidas Müller de Oliveira" userId="5af9566427f0cd7a" providerId="LiveId" clId="{7F80F8EA-7A97-4999-A24B-9CF59BDD30E7}" dt="2022-09-01T14:59:02.541" v="38" actId="20577"/>
          <ac:spMkLst>
            <pc:docMk/>
            <pc:sldMk cId="2510226186" sldId="285"/>
            <ac:spMk id="141" creationId="{00000000-0000-0000-0000-000000000000}"/>
          </ac:spMkLst>
        </pc:spChg>
        <pc:picChg chg="del">
          <ac:chgData name="Leônidas Müller de Oliveira" userId="5af9566427f0cd7a" providerId="LiveId" clId="{7F80F8EA-7A97-4999-A24B-9CF59BDD30E7}" dt="2022-09-01T15:00:34.569" v="113" actId="478"/>
          <ac:picMkLst>
            <pc:docMk/>
            <pc:sldMk cId="2510226186" sldId="285"/>
            <ac:picMk id="3" creationId="{713BB079-BAE7-05DC-C44C-E0FE07132DEF}"/>
          </ac:picMkLst>
        </pc:picChg>
        <pc:picChg chg="add del mod">
          <ac:chgData name="Leônidas Müller de Oliveira" userId="5af9566427f0cd7a" providerId="LiveId" clId="{7F80F8EA-7A97-4999-A24B-9CF59BDD30E7}" dt="2022-09-01T15:12:56.891" v="320" actId="21"/>
          <ac:picMkLst>
            <pc:docMk/>
            <pc:sldMk cId="2510226186" sldId="285"/>
            <ac:picMk id="4" creationId="{09F7B26B-CCCC-6F48-990F-6D34BCE182C2}"/>
          </ac:picMkLst>
        </pc:picChg>
        <pc:picChg chg="add mod">
          <ac:chgData name="Leônidas Müller de Oliveira" userId="5af9566427f0cd7a" providerId="LiveId" clId="{7F80F8EA-7A97-4999-A24B-9CF59BDD30E7}" dt="2022-09-01T15:21:04.577" v="690" actId="1076"/>
          <ac:picMkLst>
            <pc:docMk/>
            <pc:sldMk cId="2510226186" sldId="285"/>
            <ac:picMk id="6" creationId="{518D1BFA-EE3F-958D-EB6B-F26540BDD9E9}"/>
          </ac:picMkLst>
        </pc:picChg>
      </pc:sldChg>
      <pc:sldChg chg="del">
        <pc:chgData name="Leônidas Müller de Oliveira" userId="5af9566427f0cd7a" providerId="LiveId" clId="{7F80F8EA-7A97-4999-A24B-9CF59BDD30E7}" dt="2022-09-01T18:01:53.949" v="1293" actId="47"/>
        <pc:sldMkLst>
          <pc:docMk/>
          <pc:sldMk cId="4004384132" sldId="286"/>
        </pc:sldMkLst>
      </pc:sldChg>
      <pc:sldChg chg="del">
        <pc:chgData name="Leônidas Müller de Oliveira" userId="5af9566427f0cd7a" providerId="LiveId" clId="{7F80F8EA-7A97-4999-A24B-9CF59BDD30E7}" dt="2022-09-01T18:01:54.761" v="1294" actId="47"/>
        <pc:sldMkLst>
          <pc:docMk/>
          <pc:sldMk cId="2281814239" sldId="288"/>
        </pc:sldMkLst>
      </pc:sldChg>
      <pc:sldChg chg="del">
        <pc:chgData name="Leônidas Müller de Oliveira" userId="5af9566427f0cd7a" providerId="LiveId" clId="{7F80F8EA-7A97-4999-A24B-9CF59BDD30E7}" dt="2022-09-01T18:01:55.542" v="1295" actId="47"/>
        <pc:sldMkLst>
          <pc:docMk/>
          <pc:sldMk cId="231035206" sldId="289"/>
        </pc:sldMkLst>
      </pc:sldChg>
      <pc:sldChg chg="addSp delSp modSp add mod">
        <pc:chgData name="Leônidas Müller de Oliveira" userId="5af9566427f0cd7a" providerId="LiveId" clId="{7F80F8EA-7A97-4999-A24B-9CF59BDD30E7}" dt="2022-09-01T17:42:23.243" v="700" actId="14100"/>
        <pc:sldMkLst>
          <pc:docMk/>
          <pc:sldMk cId="3124633120" sldId="290"/>
        </pc:sldMkLst>
        <pc:spChg chg="mod">
          <ac:chgData name="Leônidas Müller de Oliveira" userId="5af9566427f0cd7a" providerId="LiveId" clId="{7F80F8EA-7A97-4999-A24B-9CF59BDD30E7}" dt="2022-09-01T15:11:44.731" v="312" actId="20577"/>
          <ac:spMkLst>
            <pc:docMk/>
            <pc:sldMk cId="3124633120" sldId="290"/>
            <ac:spMk id="9" creationId="{9C81958B-AE4B-43C9-BC2C-2CBADE7FE55A}"/>
          </ac:spMkLst>
        </pc:spChg>
        <pc:spChg chg="mod">
          <ac:chgData name="Leônidas Müller de Oliveira" userId="5af9566427f0cd7a" providerId="LiveId" clId="{7F80F8EA-7A97-4999-A24B-9CF59BDD30E7}" dt="2022-09-01T15:11:08.527" v="214" actId="20577"/>
          <ac:spMkLst>
            <pc:docMk/>
            <pc:sldMk cId="3124633120" sldId="290"/>
            <ac:spMk id="10" creationId="{D7001BA3-CB80-4627-9BF8-F969EC7D3809}"/>
          </ac:spMkLst>
        </pc:spChg>
        <pc:picChg chg="add del mod">
          <ac:chgData name="Leônidas Müller de Oliveira" userId="5af9566427f0cd7a" providerId="LiveId" clId="{7F80F8EA-7A97-4999-A24B-9CF59BDD30E7}" dt="2022-09-01T17:42:17.424" v="697" actId="478"/>
          <ac:picMkLst>
            <pc:docMk/>
            <pc:sldMk cId="3124633120" sldId="290"/>
            <ac:picMk id="2" creationId="{DBE26940-0FC5-0424-C68A-2D30837A23F1}"/>
          </ac:picMkLst>
        </pc:picChg>
        <pc:picChg chg="add mod">
          <ac:chgData name="Leônidas Müller de Oliveira" userId="5af9566427f0cd7a" providerId="LiveId" clId="{7F80F8EA-7A97-4999-A24B-9CF59BDD30E7}" dt="2022-09-01T17:42:23.243" v="700" actId="14100"/>
          <ac:picMkLst>
            <pc:docMk/>
            <pc:sldMk cId="3124633120" sldId="290"/>
            <ac:picMk id="4" creationId="{B91143E0-F634-6E02-CADC-AB96D602AA69}"/>
          </ac:picMkLst>
        </pc:picChg>
      </pc:sldChg>
      <pc:sldChg chg="addSp delSp modSp add mod">
        <pc:chgData name="Leônidas Müller de Oliveira" userId="5af9566427f0cd7a" providerId="LiveId" clId="{7F80F8EA-7A97-4999-A24B-9CF59BDD30E7}" dt="2022-09-01T17:50:08.504" v="1020" actId="1076"/>
        <pc:sldMkLst>
          <pc:docMk/>
          <pc:sldMk cId="1083320104" sldId="291"/>
        </pc:sldMkLst>
        <pc:spChg chg="mod">
          <ac:chgData name="Leônidas Müller de Oliveira" userId="5af9566427f0cd7a" providerId="LiveId" clId="{7F80F8EA-7A97-4999-A24B-9CF59BDD30E7}" dt="2022-09-01T17:49:28.204" v="1017" actId="6549"/>
          <ac:spMkLst>
            <pc:docMk/>
            <pc:sldMk cId="1083320104" sldId="291"/>
            <ac:spMk id="9" creationId="{9C81958B-AE4B-43C9-BC2C-2CBADE7FE55A}"/>
          </ac:spMkLst>
        </pc:spChg>
        <pc:spChg chg="mod">
          <ac:chgData name="Leônidas Müller de Oliveira" userId="5af9566427f0cd7a" providerId="LiveId" clId="{7F80F8EA-7A97-4999-A24B-9CF59BDD30E7}" dt="2022-09-01T17:48:26.936" v="724" actId="20577"/>
          <ac:spMkLst>
            <pc:docMk/>
            <pc:sldMk cId="1083320104" sldId="291"/>
            <ac:spMk id="10" creationId="{D7001BA3-CB80-4627-9BF8-F969EC7D3809}"/>
          </ac:spMkLst>
        </pc:spChg>
        <pc:picChg chg="add mod">
          <ac:chgData name="Leônidas Müller de Oliveira" userId="5af9566427f0cd7a" providerId="LiveId" clId="{7F80F8EA-7A97-4999-A24B-9CF59BDD30E7}" dt="2022-09-01T17:50:08.504" v="1020" actId="1076"/>
          <ac:picMkLst>
            <pc:docMk/>
            <pc:sldMk cId="1083320104" sldId="291"/>
            <ac:picMk id="3" creationId="{131DB156-8C29-130F-F350-EF5E10AFF898}"/>
          </ac:picMkLst>
        </pc:picChg>
        <pc:picChg chg="del">
          <ac:chgData name="Leônidas Müller de Oliveira" userId="5af9566427f0cd7a" providerId="LiveId" clId="{7F80F8EA-7A97-4999-A24B-9CF59BDD30E7}" dt="2022-09-01T17:50:04.713" v="1018" actId="478"/>
          <ac:picMkLst>
            <pc:docMk/>
            <pc:sldMk cId="1083320104" sldId="291"/>
            <ac:picMk id="4" creationId="{B91143E0-F634-6E02-CADC-AB96D602AA69}"/>
          </ac:picMkLst>
        </pc:picChg>
      </pc:sldChg>
      <pc:sldChg chg="addSp delSp modSp add mod">
        <pc:chgData name="Leônidas Müller de Oliveira" userId="5af9566427f0cd7a" providerId="LiveId" clId="{7F80F8EA-7A97-4999-A24B-9CF59BDD30E7}" dt="2022-09-01T17:59:10.016" v="1238" actId="20577"/>
        <pc:sldMkLst>
          <pc:docMk/>
          <pc:sldMk cId="548551176" sldId="292"/>
        </pc:sldMkLst>
        <pc:spChg chg="mod">
          <ac:chgData name="Leônidas Müller de Oliveira" userId="5af9566427f0cd7a" providerId="LiveId" clId="{7F80F8EA-7A97-4999-A24B-9CF59BDD30E7}" dt="2022-09-01T17:59:10.016" v="1238" actId="20577"/>
          <ac:spMkLst>
            <pc:docMk/>
            <pc:sldMk cId="548551176" sldId="292"/>
            <ac:spMk id="9" creationId="{9C81958B-AE4B-43C9-BC2C-2CBADE7FE55A}"/>
          </ac:spMkLst>
        </pc:spChg>
        <pc:picChg chg="add mod">
          <ac:chgData name="Leônidas Müller de Oliveira" userId="5af9566427f0cd7a" providerId="LiveId" clId="{7F80F8EA-7A97-4999-A24B-9CF59BDD30E7}" dt="2022-09-01T17:58:42.946" v="1206" actId="1076"/>
          <ac:picMkLst>
            <pc:docMk/>
            <pc:sldMk cId="548551176" sldId="292"/>
            <ac:picMk id="3" creationId="{674565A3-54B3-E100-B2A5-CEBFBEEC7288}"/>
          </ac:picMkLst>
        </pc:picChg>
        <pc:picChg chg="del">
          <ac:chgData name="Leônidas Müller de Oliveira" userId="5af9566427f0cd7a" providerId="LiveId" clId="{7F80F8EA-7A97-4999-A24B-9CF59BDD30E7}" dt="2022-09-01T17:57:24.099" v="1021" actId="478"/>
          <ac:picMkLst>
            <pc:docMk/>
            <pc:sldMk cId="548551176" sldId="292"/>
            <ac:picMk id="4" creationId="{B91143E0-F634-6E02-CADC-AB96D602AA69}"/>
          </ac:picMkLst>
        </pc:picChg>
      </pc:sldChg>
      <pc:sldChg chg="addSp delSp modSp add mod">
        <pc:chgData name="Leônidas Müller de Oliveira" userId="5af9566427f0cd7a" providerId="LiveId" clId="{7F80F8EA-7A97-4999-A24B-9CF59BDD30E7}" dt="2022-09-01T18:01:36.384" v="1292" actId="14100"/>
        <pc:sldMkLst>
          <pc:docMk/>
          <pc:sldMk cId="402722321" sldId="293"/>
        </pc:sldMkLst>
        <pc:spChg chg="del mod">
          <ac:chgData name="Leônidas Müller de Oliveira" userId="5af9566427f0cd7a" providerId="LiveId" clId="{7F80F8EA-7A97-4999-A24B-9CF59BDD30E7}" dt="2022-09-01T18:01:28.236" v="1270" actId="478"/>
          <ac:spMkLst>
            <pc:docMk/>
            <pc:sldMk cId="402722321" sldId="293"/>
            <ac:spMk id="9" creationId="{9C81958B-AE4B-43C9-BC2C-2CBADE7FE55A}"/>
          </ac:spMkLst>
        </pc:spChg>
        <pc:spChg chg="mod">
          <ac:chgData name="Leônidas Müller de Oliveira" userId="5af9566427f0cd7a" providerId="LiveId" clId="{7F80F8EA-7A97-4999-A24B-9CF59BDD30E7}" dt="2022-09-01T18:01:33.719" v="1291" actId="20577"/>
          <ac:spMkLst>
            <pc:docMk/>
            <pc:sldMk cId="402722321" sldId="293"/>
            <ac:spMk id="10" creationId="{D7001BA3-CB80-4627-9BF8-F969EC7D3809}"/>
          </ac:spMkLst>
        </pc:spChg>
        <pc:picChg chg="del">
          <ac:chgData name="Leônidas Müller de Oliveira" userId="5af9566427f0cd7a" providerId="LiveId" clId="{7F80F8EA-7A97-4999-A24B-9CF59BDD30E7}" dt="2022-09-01T17:59:38.044" v="1250" actId="478"/>
          <ac:picMkLst>
            <pc:docMk/>
            <pc:sldMk cId="402722321" sldId="293"/>
            <ac:picMk id="3" creationId="{674565A3-54B3-E100-B2A5-CEBFBEEC7288}"/>
          </ac:picMkLst>
        </pc:picChg>
        <pc:picChg chg="add del mod">
          <ac:chgData name="Leônidas Müller de Oliveira" userId="5af9566427f0cd7a" providerId="LiveId" clId="{7F80F8EA-7A97-4999-A24B-9CF59BDD30E7}" dt="2022-09-01T18:00:43.666" v="1255" actId="478"/>
          <ac:picMkLst>
            <pc:docMk/>
            <pc:sldMk cId="402722321" sldId="293"/>
            <ac:picMk id="4" creationId="{6986EB31-C5C2-CCBD-B919-0184D8B0B7DF}"/>
          </ac:picMkLst>
        </pc:picChg>
        <pc:picChg chg="add mod">
          <ac:chgData name="Leônidas Müller de Oliveira" userId="5af9566427f0cd7a" providerId="LiveId" clId="{7F80F8EA-7A97-4999-A24B-9CF59BDD30E7}" dt="2022-09-01T18:01:36.384" v="1292" actId="14100"/>
          <ac:picMkLst>
            <pc:docMk/>
            <pc:sldMk cId="402722321" sldId="293"/>
            <ac:picMk id="6" creationId="{890E3821-4035-F4DC-75A9-EA25A965E436}"/>
          </ac:picMkLst>
        </pc:picChg>
      </pc:sldChg>
    </pc:docChg>
  </pc:docChgLst>
  <pc:docChgLst>
    <pc:chgData name="Leônidas Müller de Oliveira" userId="5af9566427f0cd7a" providerId="LiveId" clId="{B68AA69D-29C5-4824-A91A-85B7503DA0C7}"/>
    <pc:docChg chg="custSel addSld delSld modSld">
      <pc:chgData name="Leônidas Müller de Oliveira" userId="5af9566427f0cd7a" providerId="LiveId" clId="{B68AA69D-29C5-4824-A91A-85B7503DA0C7}" dt="2022-08-31T17:45:59.169" v="1403" actId="1076"/>
      <pc:docMkLst>
        <pc:docMk/>
      </pc:docMkLst>
      <pc:sldChg chg="modSp mod">
        <pc:chgData name="Leônidas Müller de Oliveira" userId="5af9566427f0cd7a" providerId="LiveId" clId="{B68AA69D-29C5-4824-A91A-85B7503DA0C7}" dt="2022-08-31T15:10:10.946" v="373" actId="313"/>
        <pc:sldMkLst>
          <pc:docMk/>
          <pc:sldMk cId="0" sldId="257"/>
        </pc:sldMkLst>
        <pc:spChg chg="mod">
          <ac:chgData name="Leônidas Müller de Oliveira" userId="5af9566427f0cd7a" providerId="LiveId" clId="{B68AA69D-29C5-4824-A91A-85B7503DA0C7}" dt="2022-08-31T15:10:10.946" v="373" actId="313"/>
          <ac:spMkLst>
            <pc:docMk/>
            <pc:sldMk cId="0" sldId="257"/>
            <ac:spMk id="67" creationId="{00000000-0000-0000-0000-000000000000}"/>
          </ac:spMkLst>
        </pc:spChg>
      </pc:sldChg>
      <pc:sldChg chg="addSp modSp mod">
        <pc:chgData name="Leônidas Müller de Oliveira" userId="5af9566427f0cd7a" providerId="LiveId" clId="{B68AA69D-29C5-4824-A91A-85B7503DA0C7}" dt="2022-08-30T13:49:40.401" v="45" actId="20577"/>
        <pc:sldMkLst>
          <pc:docMk/>
          <pc:sldMk cId="2510226186" sldId="285"/>
        </pc:sldMkLst>
        <pc:spChg chg="mod">
          <ac:chgData name="Leônidas Müller de Oliveira" userId="5af9566427f0cd7a" providerId="LiveId" clId="{B68AA69D-29C5-4824-A91A-85B7503DA0C7}" dt="2022-08-30T13:49:40.401" v="45" actId="20577"/>
          <ac:spMkLst>
            <pc:docMk/>
            <pc:sldMk cId="2510226186" sldId="285"/>
            <ac:spMk id="10" creationId="{D7001BA3-CB80-4627-9BF8-F969EC7D3809}"/>
          </ac:spMkLst>
        </pc:spChg>
        <pc:picChg chg="add mod">
          <ac:chgData name="Leônidas Müller de Oliveira" userId="5af9566427f0cd7a" providerId="LiveId" clId="{B68AA69D-29C5-4824-A91A-85B7503DA0C7}" dt="2022-08-30T13:49:18.751" v="2" actId="1076"/>
          <ac:picMkLst>
            <pc:docMk/>
            <pc:sldMk cId="2510226186" sldId="285"/>
            <ac:picMk id="3" creationId="{713BB079-BAE7-05DC-C44C-E0FE07132DEF}"/>
          </ac:picMkLst>
        </pc:picChg>
      </pc:sldChg>
      <pc:sldChg chg="addSp modSp mod">
        <pc:chgData name="Leônidas Müller de Oliveira" userId="5af9566427f0cd7a" providerId="LiveId" clId="{B68AA69D-29C5-4824-A91A-85B7503DA0C7}" dt="2022-08-31T15:23:55.479" v="622" actId="20577"/>
        <pc:sldMkLst>
          <pc:docMk/>
          <pc:sldMk cId="4004384132" sldId="286"/>
        </pc:sldMkLst>
        <pc:spChg chg="add 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5:13:10.414" v="375" actId="1076"/>
          <ac:spMkLst>
            <pc:docMk/>
            <pc:sldMk cId="4004384132" sldId="286"/>
            <ac:spMk id="3" creationId="{07E93562-5E31-EB30-DB82-D43307E031E7}"/>
          </ac:spMkLst>
        </pc:spChg>
        <pc:spChg chg="add mod">
          <ac:chgData name="Leônidas Müller de Oliveira" userId="5af9566427f0cd7a" providerId="LiveId" clId="{B68AA69D-29C5-4824-A91A-85B7503DA0C7}" dt="2022-08-31T15:13:12.086" v="376" actId="1076"/>
          <ac:spMkLst>
            <pc:docMk/>
            <pc:sldMk cId="4004384132" sldId="286"/>
            <ac:spMk id="4" creationId="{4888E5F1-8A9F-8ED3-C5F6-BF7EC7A6F76E}"/>
          </ac:spMkLst>
        </pc:spChg>
        <pc:spChg chg="add mod">
          <ac:chgData name="Leônidas Müller de Oliveira" userId="5af9566427f0cd7a" providerId="LiveId" clId="{B68AA69D-29C5-4824-A91A-85B7503DA0C7}" dt="2022-08-31T15:23:55.479" v="622" actId="20577"/>
          <ac:spMkLst>
            <pc:docMk/>
            <pc:sldMk cId="4004384132" sldId="286"/>
            <ac:spMk id="5" creationId="{A3D0606D-7A17-79FB-9651-322EB07A5301}"/>
          </ac:spMkLst>
        </pc:spChg>
        <pc:spChg chg="mod">
          <ac:chgData name="Leônidas Müller de Oliveira" userId="5af9566427f0cd7a" providerId="LiveId" clId="{B68AA69D-29C5-4824-A91A-85B7503DA0C7}" dt="2022-08-31T15:13:06.888" v="374" actId="1076"/>
          <ac:spMkLst>
            <pc:docMk/>
            <pc:sldMk cId="4004384132" sldId="286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0T13:55:37.150" v="94" actId="20577"/>
          <ac:spMkLst>
            <pc:docMk/>
            <pc:sldMk cId="4004384132" sldId="286"/>
            <ac:spMk id="10" creationId="{D7001BA3-CB80-4627-9BF8-F969EC7D3809}"/>
          </ac:spMkLst>
        </pc:spChg>
      </pc:sldChg>
      <pc:sldChg chg="modSp add del mod">
        <pc:chgData name="Leônidas Müller de Oliveira" userId="5af9566427f0cd7a" providerId="LiveId" clId="{B68AA69D-29C5-4824-A91A-85B7503DA0C7}" dt="2022-08-31T15:15:36.041" v="491" actId="47"/>
        <pc:sldMkLst>
          <pc:docMk/>
          <pc:sldMk cId="1109708497" sldId="287"/>
        </pc:sldMkLst>
        <pc:spChg chg="mod">
          <ac:chgData name="Leônidas Müller de Oliveira" userId="5af9566427f0cd7a" providerId="LiveId" clId="{B68AA69D-29C5-4824-A91A-85B7503DA0C7}" dt="2022-08-31T15:09:59.526" v="345" actId="20577"/>
          <ac:spMkLst>
            <pc:docMk/>
            <pc:sldMk cId="1109708497" sldId="287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0.660" v="311" actId="47"/>
        <pc:sldMkLst>
          <pc:docMk/>
          <pc:sldMk cId="196204676" sldId="288"/>
        </pc:sldMkLst>
      </pc:sldChg>
      <pc:sldChg chg="addSp delSp modSp add mod">
        <pc:chgData name="Leônidas Müller de Oliveira" userId="5af9566427f0cd7a" providerId="LiveId" clId="{B68AA69D-29C5-4824-A91A-85B7503DA0C7}" dt="2022-08-31T15:35:07.668" v="836" actId="1076"/>
        <pc:sldMkLst>
          <pc:docMk/>
          <pc:sldMk cId="2281814239" sldId="288"/>
        </pc:sldMkLst>
        <pc:spChg chg="mod">
          <ac:chgData name="Leônidas Müller de Oliveira" userId="5af9566427f0cd7a" providerId="LiveId" clId="{B68AA69D-29C5-4824-A91A-85B7503DA0C7}" dt="2022-08-31T15:35:01.459" v="834" actId="1076"/>
          <ac:spMkLst>
            <pc:docMk/>
            <pc:sldMk cId="2281814239" sldId="288"/>
            <ac:spMk id="2" creationId="{196B70C3-0C9A-BA96-1166-806C14AE4FD8}"/>
          </ac:spMkLst>
        </pc:spChg>
        <pc:spChg chg="del mod">
          <ac:chgData name="Leônidas Müller de Oliveira" userId="5af9566427f0cd7a" providerId="LiveId" clId="{B68AA69D-29C5-4824-A91A-85B7503DA0C7}" dt="2022-08-31T15:34:44.144" v="829" actId="478"/>
          <ac:spMkLst>
            <pc:docMk/>
            <pc:sldMk cId="2281814239" sldId="288"/>
            <ac:spMk id="3" creationId="{07E93562-5E31-EB30-DB82-D43307E031E7}"/>
          </ac:spMkLst>
        </pc:spChg>
        <pc:spChg chg="del mod">
          <ac:chgData name="Leônidas Müller de Oliveira" userId="5af9566427f0cd7a" providerId="LiveId" clId="{B68AA69D-29C5-4824-A91A-85B7503DA0C7}" dt="2022-08-31T15:34:47.335" v="830" actId="478"/>
          <ac:spMkLst>
            <pc:docMk/>
            <pc:sldMk cId="2281814239" sldId="288"/>
            <ac:spMk id="4" creationId="{4888E5F1-8A9F-8ED3-C5F6-BF7EC7A6F76E}"/>
          </ac:spMkLst>
        </pc:spChg>
        <pc:spChg chg="del mod">
          <ac:chgData name="Leônidas Müller de Oliveira" userId="5af9566427f0cd7a" providerId="LiveId" clId="{B68AA69D-29C5-4824-A91A-85B7503DA0C7}" dt="2022-08-31T15:34:48.484" v="831" actId="478"/>
          <ac:spMkLst>
            <pc:docMk/>
            <pc:sldMk cId="2281814239" sldId="288"/>
            <ac:spMk id="5" creationId="{A3D0606D-7A17-79FB-9651-322EB07A5301}"/>
          </ac:spMkLst>
        </pc:spChg>
        <pc:spChg chg="add mod">
          <ac:chgData name="Leônidas Müller de Oliveira" userId="5af9566427f0cd7a" providerId="LiveId" clId="{B68AA69D-29C5-4824-A91A-85B7503DA0C7}" dt="2022-08-31T15:34:57.391" v="833" actId="1076"/>
          <ac:spMkLst>
            <pc:docMk/>
            <pc:sldMk cId="2281814239" sldId="288"/>
            <ac:spMk id="6" creationId="{B86CAE7B-BEA9-7937-E52D-D99916ECF845}"/>
          </ac:spMkLst>
        </pc:spChg>
        <pc:spChg chg="add mod">
          <ac:chgData name="Leônidas Müller de Oliveira" userId="5af9566427f0cd7a" providerId="LiveId" clId="{B68AA69D-29C5-4824-A91A-85B7503DA0C7}" dt="2022-08-31T15:35:07.668" v="836" actId="1076"/>
          <ac:spMkLst>
            <pc:docMk/>
            <pc:sldMk cId="2281814239" sldId="288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17:51.719" v="614" actId="313"/>
          <ac:spMkLst>
            <pc:docMk/>
            <pc:sldMk cId="2281814239" sldId="288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15:41.030" v="499" actId="20577"/>
          <ac:spMkLst>
            <pc:docMk/>
            <pc:sldMk cId="2281814239" sldId="288"/>
            <ac:spMk id="10" creationId="{D7001BA3-CB80-4627-9BF8-F969EC7D3809}"/>
          </ac:spMkLst>
        </pc:spChg>
      </pc:sldChg>
      <pc:sldChg chg="addSp delSp modSp add mod">
        <pc:chgData name="Leônidas Müller de Oliveira" userId="5af9566427f0cd7a" providerId="LiveId" clId="{B68AA69D-29C5-4824-A91A-85B7503DA0C7}" dt="2022-08-31T17:45:59.169" v="1403" actId="1076"/>
        <pc:sldMkLst>
          <pc:docMk/>
          <pc:sldMk cId="231035206" sldId="289"/>
        </pc:sldMkLst>
        <pc:spChg chg="mod">
          <ac:chgData name="Leônidas Müller de Oliveira" userId="5af9566427f0cd7a" providerId="LiveId" clId="{B68AA69D-29C5-4824-A91A-85B7503DA0C7}" dt="2022-08-31T17:44:16.670" v="1283" actId="1076"/>
          <ac:spMkLst>
            <pc:docMk/>
            <pc:sldMk cId="231035206" sldId="289"/>
            <ac:spMk id="2" creationId="{196B70C3-0C9A-BA96-1166-806C14AE4FD8}"/>
          </ac:spMkLst>
        </pc:spChg>
        <pc:spChg chg="add mod">
          <ac:chgData name="Leônidas Müller de Oliveira" userId="5af9566427f0cd7a" providerId="LiveId" clId="{B68AA69D-29C5-4824-A91A-85B7503DA0C7}" dt="2022-08-31T17:45:01.728" v="1381" actId="20577"/>
          <ac:spMkLst>
            <pc:docMk/>
            <pc:sldMk cId="231035206" sldId="289"/>
            <ac:spMk id="3" creationId="{7E5B1243-4043-D778-698A-07450A0D5BBB}"/>
          </ac:spMkLst>
        </pc:spChg>
        <pc:spChg chg="add mod">
          <ac:chgData name="Leônidas Müller de Oliveira" userId="5af9566427f0cd7a" providerId="LiveId" clId="{B68AA69D-29C5-4824-A91A-85B7503DA0C7}" dt="2022-08-31T17:45:51.774" v="1402" actId="20577"/>
          <ac:spMkLst>
            <pc:docMk/>
            <pc:sldMk cId="231035206" sldId="289"/>
            <ac:spMk id="4" creationId="{DCEEE2C5-FD93-2D22-F56A-4159149B1F9A}"/>
          </ac:spMkLst>
        </pc:spChg>
        <pc:spChg chg="del">
          <ac:chgData name="Leônidas Müller de Oliveira" userId="5af9566427f0cd7a" providerId="LiveId" clId="{B68AA69D-29C5-4824-A91A-85B7503DA0C7}" dt="2022-08-31T17:42:20.808" v="995" actId="478"/>
          <ac:spMkLst>
            <pc:docMk/>
            <pc:sldMk cId="231035206" sldId="289"/>
            <ac:spMk id="6" creationId="{B86CAE7B-BEA9-7937-E52D-D99916ECF845}"/>
          </ac:spMkLst>
        </pc:spChg>
        <pc:spChg chg="mod">
          <ac:chgData name="Leônidas Müller de Oliveira" userId="5af9566427f0cd7a" providerId="LiveId" clId="{B68AA69D-29C5-4824-A91A-85B7503DA0C7}" dt="2022-08-31T17:45:59.169" v="1403" actId="1076"/>
          <ac:spMkLst>
            <pc:docMk/>
            <pc:sldMk cId="231035206" sldId="289"/>
            <ac:spMk id="7" creationId="{DE502BD4-507B-5C26-3D76-33C97B1B5ED8}"/>
          </ac:spMkLst>
        </pc:spChg>
        <pc:spChg chg="mod">
          <ac:chgData name="Leônidas Müller de Oliveira" userId="5af9566427f0cd7a" providerId="LiveId" clId="{B68AA69D-29C5-4824-A91A-85B7503DA0C7}" dt="2022-08-31T15:35:50.288" v="919" actId="20577"/>
          <ac:spMkLst>
            <pc:docMk/>
            <pc:sldMk cId="231035206" sldId="289"/>
            <ac:spMk id="9" creationId="{9C81958B-AE4B-43C9-BC2C-2CBADE7FE55A}"/>
          </ac:spMkLst>
        </pc:spChg>
        <pc:spChg chg="mod">
          <ac:chgData name="Leônidas Müller de Oliveira" userId="5af9566427f0cd7a" providerId="LiveId" clId="{B68AA69D-29C5-4824-A91A-85B7503DA0C7}" dt="2022-08-31T15:35:29.184" v="846" actId="20577"/>
          <ac:spMkLst>
            <pc:docMk/>
            <pc:sldMk cId="231035206" sldId="289"/>
            <ac:spMk id="10" creationId="{D7001BA3-CB80-4627-9BF8-F969EC7D3809}"/>
          </ac:spMkLst>
        </pc:spChg>
      </pc:sldChg>
      <pc:sldChg chg="del">
        <pc:chgData name="Leônidas Müller de Oliveira" userId="5af9566427f0cd7a" providerId="LiveId" clId="{B68AA69D-29C5-4824-A91A-85B7503DA0C7}" dt="2022-08-30T14:00:11.216" v="312" actId="47"/>
        <pc:sldMkLst>
          <pc:docMk/>
          <pc:sldMk cId="3083649940" sldId="289"/>
        </pc:sldMkLst>
      </pc:sldChg>
      <pc:sldChg chg="del">
        <pc:chgData name="Leônidas Müller de Oliveira" userId="5af9566427f0cd7a" providerId="LiveId" clId="{B68AA69D-29C5-4824-A91A-85B7503DA0C7}" dt="2022-08-30T14:00:11.870" v="313" actId="47"/>
        <pc:sldMkLst>
          <pc:docMk/>
          <pc:sldMk cId="1829811407" sldId="290"/>
        </pc:sldMkLst>
      </pc:sldChg>
      <pc:sldChg chg="del">
        <pc:chgData name="Leônidas Müller de Oliveira" userId="5af9566427f0cd7a" providerId="LiveId" clId="{B68AA69D-29C5-4824-A91A-85B7503DA0C7}" dt="2022-08-30T14:00:12.480" v="314" actId="47"/>
        <pc:sldMkLst>
          <pc:docMk/>
          <pc:sldMk cId="267836333" sldId="291"/>
        </pc:sldMkLst>
      </pc:sldChg>
      <pc:sldChg chg="del">
        <pc:chgData name="Leônidas Müller de Oliveira" userId="5af9566427f0cd7a" providerId="LiveId" clId="{B68AA69D-29C5-4824-A91A-85B7503DA0C7}" dt="2022-08-30T14:00:13.575" v="315" actId="47"/>
        <pc:sldMkLst>
          <pc:docMk/>
          <pc:sldMk cId="3456523691" sldId="292"/>
        </pc:sldMkLst>
      </pc:sldChg>
    </pc:docChg>
  </pc:docChgLst>
  <pc:docChgLst>
    <pc:chgData name="Leônidas Müller de Oliveira" userId="5af9566427f0cd7a" providerId="LiveId" clId="{3344669D-1940-4205-9E28-49C052E40417}"/>
    <pc:docChg chg="undo custSel addSld delSld modSld">
      <pc:chgData name="Leônidas Müller de Oliveira" userId="5af9566427f0cd7a" providerId="LiveId" clId="{3344669D-1940-4205-9E28-49C052E40417}" dt="2022-08-29T13:36:23.836" v="888" actId="20577"/>
      <pc:docMkLst>
        <pc:docMk/>
      </pc:docMkLst>
      <pc:sldChg chg="modSp mod">
        <pc:chgData name="Leônidas Müller de Oliveira" userId="5af9566427f0cd7a" providerId="LiveId" clId="{3344669D-1940-4205-9E28-49C052E40417}" dt="2022-08-29T13:36:23.836" v="888" actId="20577"/>
        <pc:sldMkLst>
          <pc:docMk/>
          <pc:sldMk cId="0" sldId="257"/>
        </pc:sldMkLst>
        <pc:spChg chg="mod">
          <ac:chgData name="Leônidas Müller de Oliveira" userId="5af9566427f0cd7a" providerId="LiveId" clId="{3344669D-1940-4205-9E28-49C052E40417}" dt="2022-08-29T13:36:23.836" v="888" actId="20577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3344669D-1940-4205-9E28-49C052E40417}" dt="2022-08-29T13:36:05.541" v="880" actId="20577"/>
          <ac:spMkLst>
            <pc:docMk/>
            <pc:sldMk cId="0" sldId="257"/>
            <ac:spMk id="67" creationId="{00000000-0000-0000-0000-000000000000}"/>
          </ac:spMkLst>
        </pc:spChg>
      </pc:sldChg>
      <pc:sldChg chg="del">
        <pc:chgData name="Leônidas Müller de Oliveira" userId="5af9566427f0cd7a" providerId="LiveId" clId="{3344669D-1940-4205-9E28-49C052E40417}" dt="2022-08-29T13:35:26.249" v="761" actId="47"/>
        <pc:sldMkLst>
          <pc:docMk/>
          <pc:sldMk cId="0" sldId="262"/>
        </pc:sldMkLst>
      </pc:sldChg>
      <pc:sldChg chg="modSp mod">
        <pc:chgData name="Leônidas Müller de Oliveira" userId="5af9566427f0cd7a" providerId="LiveId" clId="{3344669D-1940-4205-9E28-49C052E40417}" dt="2022-08-29T13:35:55.274" v="877" actId="1076"/>
        <pc:sldMkLst>
          <pc:docMk/>
          <pc:sldMk cId="0" sldId="281"/>
        </pc:sldMkLst>
        <pc:spChg chg="mod">
          <ac:chgData name="Leônidas Müller de Oliveira" userId="5af9566427f0cd7a" providerId="LiveId" clId="{3344669D-1940-4205-9E28-49C052E40417}" dt="2022-08-29T13:35:55.274" v="877" actId="1076"/>
          <ac:spMkLst>
            <pc:docMk/>
            <pc:sldMk cId="0" sldId="281"/>
            <ac:spMk id="337" creationId="{00000000-0000-0000-0000-000000000000}"/>
          </ac:spMkLst>
        </pc:spChg>
      </pc:sldChg>
      <pc:sldChg chg="modSp mod">
        <pc:chgData name="Leônidas Müller de Oliveira" userId="5af9566427f0cd7a" providerId="LiveId" clId="{3344669D-1940-4205-9E28-49C052E40417}" dt="2022-08-29T13:33:58.853" v="679" actId="20577"/>
        <pc:sldMkLst>
          <pc:docMk/>
          <pc:sldMk cId="3187776213" sldId="282"/>
        </pc:sldMkLst>
        <pc:spChg chg="mod">
          <ac:chgData name="Leônidas Müller de Oliveira" userId="5af9566427f0cd7a" providerId="LiveId" clId="{3344669D-1940-4205-9E28-49C052E40417}" dt="2022-08-29T13:33:58.853" v="679" actId="20577"/>
          <ac:spMkLst>
            <pc:docMk/>
            <pc:sldMk cId="3187776213" sldId="282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1:59.383" v="566" actId="20577"/>
          <ac:spMkLst>
            <pc:docMk/>
            <pc:sldMk cId="3187776213" sldId="282"/>
            <ac:spMk id="10" creationId="{D7001BA3-CB80-4627-9BF8-F969EC7D3809}"/>
          </ac:spMkLst>
        </pc:spChg>
        <pc:spChg chg="mod">
          <ac:chgData name="Leônidas Müller de Oliveira" userId="5af9566427f0cd7a" providerId="LiveId" clId="{3344669D-1940-4205-9E28-49C052E40417}" dt="2022-08-29T13:17:41.730" v="70" actId="20577"/>
          <ac:spMkLst>
            <pc:docMk/>
            <pc:sldMk cId="3187776213" sldId="282"/>
            <ac:spMk id="11" creationId="{96FE473C-D562-44AA-8027-DF747996706D}"/>
          </ac:spMkLst>
        </pc:spChg>
      </pc:sldChg>
      <pc:sldChg chg="del">
        <pc:chgData name="Leônidas Müller de Oliveira" userId="5af9566427f0cd7a" providerId="LiveId" clId="{3344669D-1940-4205-9E28-49C052E40417}" dt="2022-08-29T13:35:25.554" v="760" actId="47"/>
        <pc:sldMkLst>
          <pc:docMk/>
          <pc:sldMk cId="2893859376" sldId="284"/>
        </pc:sldMkLst>
      </pc:sldChg>
      <pc:sldChg chg="modSp add mod">
        <pc:chgData name="Leônidas Müller de Oliveira" userId="5af9566427f0cd7a" providerId="LiveId" clId="{3344669D-1940-4205-9E28-49C052E40417}" dt="2022-08-29T13:34:25.586" v="759" actId="6549"/>
        <pc:sldMkLst>
          <pc:docMk/>
          <pc:sldMk cId="2510226186" sldId="285"/>
        </pc:sldMkLst>
        <pc:spChg chg="mod">
          <ac:chgData name="Leônidas Müller de Oliveira" userId="5af9566427f0cd7a" providerId="LiveId" clId="{3344669D-1940-4205-9E28-49C052E40417}" dt="2022-08-29T13:34:25.586" v="759" actId="6549"/>
          <ac:spMkLst>
            <pc:docMk/>
            <pc:sldMk cId="2510226186" sldId="285"/>
            <ac:spMk id="9" creationId="{9C81958B-AE4B-43C9-BC2C-2CBADE7FE55A}"/>
          </ac:spMkLst>
        </pc:spChg>
        <pc:spChg chg="mod">
          <ac:chgData name="Leônidas Müller de Oliveira" userId="5af9566427f0cd7a" providerId="LiveId" clId="{3344669D-1940-4205-9E28-49C052E40417}" dt="2022-08-29T13:33:16.882" v="606" actId="20577"/>
          <ac:spMkLst>
            <pc:docMk/>
            <pc:sldMk cId="2510226186" sldId="285"/>
            <ac:spMk id="10" creationId="{D7001BA3-CB80-4627-9BF8-F969EC7D3809}"/>
          </ac:spMkLst>
        </pc:spChg>
      </pc:sldChg>
      <pc:sldChg chg="modSp add mod">
        <pc:chgData name="Leônidas Müller de Oliveira" userId="5af9566427f0cd7a" providerId="LiveId" clId="{3344669D-1940-4205-9E28-49C052E40417}" dt="2022-08-29T13:33:11.399" v="594" actId="20577"/>
        <pc:sldMkLst>
          <pc:docMk/>
          <pc:sldMk cId="3008501193" sldId="286"/>
        </pc:sldMkLst>
        <pc:spChg chg="mod">
          <ac:chgData name="Leônidas Müller de Oliveira" userId="5af9566427f0cd7a" providerId="LiveId" clId="{3344669D-1940-4205-9E28-49C052E40417}" dt="2022-08-29T13:33:11.399" v="594" actId="20577"/>
          <ac:spMkLst>
            <pc:docMk/>
            <pc:sldMk cId="3008501193" sldId="286"/>
            <ac:spMk id="10" creationId="{D7001BA3-CB80-4627-9BF8-F969EC7D3809}"/>
          </ac:spMkLst>
        </pc:spChg>
      </pc:sldChg>
    </pc:docChg>
  </pc:docChgLst>
  <pc:docChgLst>
    <pc:chgData name="Leônidas Müller de Oliveira" userId="5af9566427f0cd7a" providerId="LiveId" clId="{99B5FB97-F5DC-4A1A-835E-2BEDE9C73D50}"/>
    <pc:docChg chg="undo redo custSel addSld delSld modSld sldOrd">
      <pc:chgData name="Leônidas Müller de Oliveira" userId="5af9566427f0cd7a" providerId="LiveId" clId="{99B5FB97-F5DC-4A1A-835E-2BEDE9C73D50}" dt="2021-01-15T00:43:49.650" v="1943" actId="404"/>
      <pc:docMkLst>
        <pc:docMk/>
      </pc:docMkLst>
      <pc:sldChg chg="del">
        <pc:chgData name="Leônidas Müller de Oliveira" userId="5af9566427f0cd7a" providerId="LiveId" clId="{99B5FB97-F5DC-4A1A-835E-2BEDE9C73D50}" dt="2021-01-14T19:52:17.807" v="0" actId="47"/>
        <pc:sldMkLst>
          <pc:docMk/>
          <pc:sldMk cId="0" sldId="256"/>
        </pc:sldMkLst>
      </pc:sldChg>
      <pc:sldChg chg="modSp mod">
        <pc:chgData name="Leônidas Müller de Oliveira" userId="5af9566427f0cd7a" providerId="LiveId" clId="{99B5FB97-F5DC-4A1A-835E-2BEDE9C73D50}" dt="2021-01-14T19:53:04.853" v="67" actId="20577"/>
        <pc:sldMkLst>
          <pc:docMk/>
          <pc:sldMk cId="0" sldId="257"/>
        </pc:sldMkLst>
        <pc:spChg chg="mod">
          <ac:chgData name="Leônidas Müller de Oliveira" userId="5af9566427f0cd7a" providerId="LiveId" clId="{99B5FB97-F5DC-4A1A-835E-2BEDE9C73D50}" dt="2021-01-14T19:53:04.853" v="67" actId="20577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11:32.150" v="249" actId="1076"/>
        <pc:sldMkLst>
          <pc:docMk/>
          <pc:sldMk cId="0" sldId="258"/>
        </pc:sldMkLst>
        <pc:spChg chg="mod">
          <ac:chgData name="Leônidas Müller de Oliveira" userId="5af9566427f0cd7a" providerId="LiveId" clId="{99B5FB97-F5DC-4A1A-835E-2BEDE9C73D50}" dt="2021-01-14T20:10:22.352" v="226" actId="1076"/>
          <ac:spMkLst>
            <pc:docMk/>
            <pc:sldMk cId="0" sldId="258"/>
            <ac:spMk id="73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1:32.150" v="249" actId="1076"/>
          <ac:spMkLst>
            <pc:docMk/>
            <pc:sldMk cId="0" sldId="258"/>
            <ac:spMk id="75" creationId="{00000000-0000-0000-0000-000000000000}"/>
          </ac:spMkLst>
        </pc:spChg>
        <pc:spChg chg="del mod">
          <ac:chgData name="Leônidas Müller de Oliveira" userId="5af9566427f0cd7a" providerId="LiveId" clId="{99B5FB97-F5DC-4A1A-835E-2BEDE9C73D50}" dt="2021-01-14T20:11:17.604" v="247" actId="478"/>
          <ac:spMkLst>
            <pc:docMk/>
            <pc:sldMk cId="0" sldId="258"/>
            <ac:spMk id="76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0:10:47.936" v="238"/>
          <ac:picMkLst>
            <pc:docMk/>
            <pc:sldMk cId="0" sldId="258"/>
            <ac:picMk id="3" creationId="{A7C512AF-C8E4-4391-BD5A-B28620A85C63}"/>
          </ac:picMkLst>
        </pc:picChg>
        <pc:picChg chg="add del mod">
          <ac:chgData name="Leônidas Müller de Oliveira" userId="5af9566427f0cd7a" providerId="LiveId" clId="{99B5FB97-F5DC-4A1A-835E-2BEDE9C73D50}" dt="2021-01-14T20:11:29.170" v="248" actId="1076"/>
          <ac:picMkLst>
            <pc:docMk/>
            <pc:sldMk cId="0" sldId="258"/>
            <ac:picMk id="74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0:19:09.633" v="853" actId="14100"/>
        <pc:sldMkLst>
          <pc:docMk/>
          <pc:sldMk cId="0" sldId="263"/>
        </pc:sldMkLst>
        <pc:spChg chg="mod">
          <ac:chgData name="Leônidas Müller de Oliveira" userId="5af9566427f0cd7a" providerId="LiveId" clId="{99B5FB97-F5DC-4A1A-835E-2BEDE9C73D50}" dt="2021-01-14T20:18:24.436" v="831" actId="1076"/>
          <ac:spMkLst>
            <pc:docMk/>
            <pc:sldMk cId="0" sldId="263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19:09.633" v="853" actId="14100"/>
          <ac:spMkLst>
            <pc:docMk/>
            <pc:sldMk cId="0" sldId="263"/>
            <ac:spMk id="150" creationId="{00000000-0000-0000-0000-000000000000}"/>
          </ac:spMkLst>
        </pc:spChg>
        <pc:graphicFrameChg chg="add del mod">
          <ac:chgData name="Leônidas Müller de Oliveira" userId="5af9566427f0cd7a" providerId="LiveId" clId="{99B5FB97-F5DC-4A1A-835E-2BEDE9C73D50}" dt="2021-01-14T20:16:50.407" v="599"/>
          <ac:graphicFrameMkLst>
            <pc:docMk/>
            <pc:sldMk cId="0" sldId="263"/>
            <ac:graphicFrameMk id="4" creationId="{5931776F-8200-4FB8-A578-528B94DC3823}"/>
          </ac:graphicFrameMkLst>
        </pc:graphicFrameChg>
        <pc:graphicFrameChg chg="add del mod modGraphic">
          <ac:chgData name="Leônidas Müller de Oliveira" userId="5af9566427f0cd7a" providerId="LiveId" clId="{99B5FB97-F5DC-4A1A-835E-2BEDE9C73D50}" dt="2021-01-14T20:16:58.709" v="606"/>
          <ac:graphicFrameMkLst>
            <pc:docMk/>
            <pc:sldMk cId="0" sldId="263"/>
            <ac:graphicFrameMk id="7" creationId="{A6DBB466-63DC-4B37-8D82-185572369FDA}"/>
          </ac:graphicFrameMkLst>
        </pc:graphicFrameChg>
        <pc:picChg chg="add del">
          <ac:chgData name="Leônidas Müller de Oliveira" userId="5af9566427f0cd7a" providerId="LiveId" clId="{99B5FB97-F5DC-4A1A-835E-2BEDE9C73D50}" dt="2021-01-14T20:17:00.895" v="610" actId="478"/>
          <ac:picMkLst>
            <pc:docMk/>
            <pc:sldMk cId="0" sldId="263"/>
            <ac:picMk id="3" creationId="{47F13F26-6EAC-4204-B198-92DD9E43F8FB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25:39.094" v="1426" actId="20577"/>
        <pc:sldMkLst>
          <pc:docMk/>
          <pc:sldMk cId="0" sldId="264"/>
        </pc:sldMkLst>
        <pc:spChg chg="mod">
          <ac:chgData name="Leônidas Müller de Oliveira" userId="5af9566427f0cd7a" providerId="LiveId" clId="{99B5FB97-F5DC-4A1A-835E-2BEDE9C73D50}" dt="2021-01-14T19:58:26.135" v="136" actId="1076"/>
          <ac:spMkLst>
            <pc:docMk/>
            <pc:sldMk cId="0" sldId="264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5:39.094" v="1426" actId="20577"/>
          <ac:spMkLst>
            <pc:docMk/>
            <pc:sldMk cId="0" sldId="264"/>
            <ac:spMk id="158" creationId="{00000000-0000-0000-0000-000000000000}"/>
          </ac:spMkLst>
        </pc:spChg>
        <pc:picChg chg="add mod ord">
          <ac:chgData name="Leônidas Müller de Oliveira" userId="5af9566427f0cd7a" providerId="LiveId" clId="{99B5FB97-F5DC-4A1A-835E-2BEDE9C73D50}" dt="2021-01-14T20:00:43.040" v="153" actId="1076"/>
          <ac:picMkLst>
            <pc:docMk/>
            <pc:sldMk cId="0" sldId="264"/>
            <ac:picMk id="7" creationId="{90A7E0AD-ABBC-4E3A-95FB-0F31B77E3FD6}"/>
          </ac:picMkLst>
        </pc:picChg>
        <pc:picChg chg="del">
          <ac:chgData name="Leônidas Müller de Oliveira" userId="5af9566427f0cd7a" providerId="LiveId" clId="{99B5FB97-F5DC-4A1A-835E-2BEDE9C73D50}" dt="2021-01-14T20:00:02.168" v="141" actId="478"/>
          <ac:picMkLst>
            <pc:docMk/>
            <pc:sldMk cId="0" sldId="264"/>
            <ac:picMk id="159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1:40:48.137" v="1635" actId="207"/>
        <pc:sldMkLst>
          <pc:docMk/>
          <pc:sldMk cId="0" sldId="266"/>
        </pc:sldMkLst>
        <pc:spChg chg="add del mod ord">
          <ac:chgData name="Leônidas Müller de Oliveira" userId="5af9566427f0cd7a" providerId="LiveId" clId="{99B5FB97-F5DC-4A1A-835E-2BEDE9C73D50}" dt="2021-01-14T21:17:27.032" v="1348" actId="478"/>
          <ac:spMkLst>
            <pc:docMk/>
            <pc:sldMk cId="0" sldId="266"/>
            <ac:spMk id="4" creationId="{500E4E54-8138-49DF-9C49-E5A64A0AB594}"/>
          </ac:spMkLst>
        </pc:spChg>
        <pc:spChg chg="mod">
          <ac:chgData name="Leônidas Müller de Oliveira" userId="5af9566427f0cd7a" providerId="LiveId" clId="{99B5FB97-F5DC-4A1A-835E-2BEDE9C73D50}" dt="2021-01-14T21:40:48.137" v="1635" actId="207"/>
          <ac:spMkLst>
            <pc:docMk/>
            <pc:sldMk cId="0" sldId="266"/>
            <ac:spMk id="7" creationId="{7C21F359-349F-4011-A06B-88E613DE1D62}"/>
          </ac:spMkLst>
        </pc:spChg>
        <pc:spChg chg="mod ord">
          <ac:chgData name="Leônidas Müller de Oliveira" userId="5af9566427f0cd7a" providerId="LiveId" clId="{99B5FB97-F5DC-4A1A-835E-2BEDE9C73D50}" dt="2021-01-14T21:40:40.464" v="1633" actId="207"/>
          <ac:spMkLst>
            <pc:docMk/>
            <pc:sldMk cId="0" sldId="266"/>
            <ac:spMk id="175" creationId="{00000000-0000-0000-0000-000000000000}"/>
          </ac:spMkLst>
        </pc:spChg>
        <pc:picChg chg="add del mod ord modCrop">
          <ac:chgData name="Leônidas Müller de Oliveira" userId="5af9566427f0cd7a" providerId="LiveId" clId="{99B5FB97-F5DC-4A1A-835E-2BEDE9C73D50}" dt="2021-01-14T21:40:40.807" v="1634" actId="478"/>
          <ac:picMkLst>
            <pc:docMk/>
            <pc:sldMk cId="0" sldId="266"/>
            <ac:picMk id="3" creationId="{D49D602C-14D4-4255-96F6-879127A2D5F7}"/>
          </ac:picMkLst>
        </pc:picChg>
        <pc:picChg chg="del">
          <ac:chgData name="Leônidas Müller de Oliveira" userId="5af9566427f0cd7a" providerId="LiveId" clId="{99B5FB97-F5DC-4A1A-835E-2BEDE9C73D50}" dt="2021-01-14T21:14:36.956" v="950" actId="478"/>
          <ac:picMkLst>
            <pc:docMk/>
            <pc:sldMk cId="0" sldId="266"/>
            <ac:picMk id="177" creationId="{00000000-0000-0000-0000-000000000000}"/>
          </ac:picMkLst>
        </pc:picChg>
      </pc:sldChg>
      <pc:sldChg chg="addSp delSp modSp mod ord">
        <pc:chgData name="Leônidas Müller de Oliveira" userId="5af9566427f0cd7a" providerId="LiveId" clId="{99B5FB97-F5DC-4A1A-835E-2BEDE9C73D50}" dt="2021-01-14T21:40:01.744" v="1630"/>
        <pc:sldMkLst>
          <pc:docMk/>
          <pc:sldMk cId="0" sldId="267"/>
        </pc:sldMkLst>
        <pc:spChg chg="mod">
          <ac:chgData name="Leônidas Müller de Oliveira" userId="5af9566427f0cd7a" providerId="LiveId" clId="{99B5FB97-F5DC-4A1A-835E-2BEDE9C73D50}" dt="2021-01-14T21:25:21.864" v="1424" actId="20577"/>
          <ac:spMkLst>
            <pc:docMk/>
            <pc:sldMk cId="0" sldId="267"/>
            <ac:spMk id="184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28:48.041" v="1484" actId="20577"/>
          <ac:spMkLst>
            <pc:docMk/>
            <pc:sldMk cId="0" sldId="267"/>
            <ac:spMk id="185" creationId="{00000000-0000-0000-0000-000000000000}"/>
          </ac:spMkLst>
        </pc:spChg>
        <pc:graphicFrameChg chg="add del mod modGraphic">
          <ac:chgData name="Leônidas Müller de Oliveira" userId="5af9566427f0cd7a" providerId="LiveId" clId="{99B5FB97-F5DC-4A1A-835E-2BEDE9C73D50}" dt="2021-01-14T21:27:43.946" v="1457" actId="478"/>
          <ac:graphicFrameMkLst>
            <pc:docMk/>
            <pc:sldMk cId="0" sldId="267"/>
            <ac:graphicFrameMk id="7" creationId="{EFC88FB5-6C5C-42B5-B314-E0451597991C}"/>
          </ac:graphicFrameMkLst>
        </pc:graphicFrameChg>
        <pc:picChg chg="add mod">
          <ac:chgData name="Leônidas Müller de Oliveira" userId="5af9566427f0cd7a" providerId="LiveId" clId="{99B5FB97-F5DC-4A1A-835E-2BEDE9C73D50}" dt="2021-01-14T21:28:28.025" v="1463" actId="1076"/>
          <ac:picMkLst>
            <pc:docMk/>
            <pc:sldMk cId="0" sldId="267"/>
            <ac:picMk id="3" creationId="{A3581759-E91F-498F-8593-5AB5BE2A7D7F}"/>
          </ac:picMkLst>
        </pc:picChg>
        <pc:picChg chg="add mod">
          <ac:chgData name="Leônidas Müller de Oliveira" userId="5af9566427f0cd7a" providerId="LiveId" clId="{99B5FB97-F5DC-4A1A-835E-2BEDE9C73D50}" dt="2021-01-14T21:28:25.604" v="1462" actId="1076"/>
          <ac:picMkLst>
            <pc:docMk/>
            <pc:sldMk cId="0" sldId="267"/>
            <ac:picMk id="5" creationId="{BCAE28CB-178C-4B12-AD6E-43FE3D206AB9}"/>
          </ac:picMkLst>
        </pc:picChg>
        <pc:picChg chg="del">
          <ac:chgData name="Leônidas Müller de Oliveira" userId="5af9566427f0cd7a" providerId="LiveId" clId="{99B5FB97-F5DC-4A1A-835E-2BEDE9C73D50}" dt="2021-01-14T21:25:56.547" v="1436" actId="478"/>
          <ac:picMkLst>
            <pc:docMk/>
            <pc:sldMk cId="0" sldId="267"/>
            <ac:picMk id="186" creationId="{00000000-0000-0000-0000-000000000000}"/>
          </ac:picMkLst>
        </pc:picChg>
      </pc:sldChg>
      <pc:sldChg chg="addSp delSp modSp mod">
        <pc:chgData name="Leônidas Müller de Oliveira" userId="5af9566427f0cd7a" providerId="LiveId" clId="{99B5FB97-F5DC-4A1A-835E-2BEDE9C73D50}" dt="2021-01-14T22:17:31.331" v="1715" actId="20577"/>
        <pc:sldMkLst>
          <pc:docMk/>
          <pc:sldMk cId="0" sldId="268"/>
        </pc:sldMkLst>
        <pc:spChg chg="mod">
          <ac:chgData name="Leônidas Müller de Oliveira" userId="5af9566427f0cd7a" providerId="LiveId" clId="{99B5FB97-F5DC-4A1A-835E-2BEDE9C73D50}" dt="2021-01-14T22:17:31.331" v="1715" actId="20577"/>
          <ac:spMkLst>
            <pc:docMk/>
            <pc:sldMk cId="0" sldId="268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14:09.741" v="1696" actId="14100"/>
          <ac:spMkLst>
            <pc:docMk/>
            <pc:sldMk cId="0" sldId="268"/>
            <ac:spMk id="192" creationId="{00000000-0000-0000-0000-000000000000}"/>
          </ac:spMkLst>
        </pc:spChg>
        <pc:picChg chg="add mod modCrop">
          <ac:chgData name="Leônidas Müller de Oliveira" userId="5af9566427f0cd7a" providerId="LiveId" clId="{99B5FB97-F5DC-4A1A-835E-2BEDE9C73D50}" dt="2021-01-14T22:15:43.970" v="1703" actId="732"/>
          <ac:picMkLst>
            <pc:docMk/>
            <pc:sldMk cId="0" sldId="268"/>
            <ac:picMk id="3" creationId="{9870FD2D-CF8E-48D3-958F-89FC769B6EC7}"/>
          </ac:picMkLst>
        </pc:picChg>
        <pc:picChg chg="del">
          <ac:chgData name="Leônidas Müller de Oliveira" userId="5af9566427f0cd7a" providerId="LiveId" clId="{99B5FB97-F5DC-4A1A-835E-2BEDE9C73D50}" dt="2021-01-14T22:15:26.606" v="1698" actId="478"/>
          <ac:picMkLst>
            <pc:docMk/>
            <pc:sldMk cId="0" sldId="268"/>
            <ac:picMk id="199" creationId="{00000000-0000-0000-0000-000000000000}"/>
          </ac:picMkLst>
        </pc:picChg>
      </pc:sldChg>
      <pc:sldChg chg="del">
        <pc:chgData name="Leônidas Müller de Oliveira" userId="5af9566427f0cd7a" providerId="LiveId" clId="{99B5FB97-F5DC-4A1A-835E-2BEDE9C73D50}" dt="2021-01-14T22:28:12.318" v="1741" actId="47"/>
        <pc:sldMkLst>
          <pc:docMk/>
          <pc:sldMk cId="0" sldId="270"/>
        </pc:sldMkLst>
      </pc:sldChg>
      <pc:sldChg chg="addSp delSp modSp mod">
        <pc:chgData name="Leônidas Müller de Oliveira" userId="5af9566427f0cd7a" providerId="LiveId" clId="{99B5FB97-F5DC-4A1A-835E-2BEDE9C73D50}" dt="2021-01-14T22:38:16.033" v="1938" actId="27614"/>
        <pc:sldMkLst>
          <pc:docMk/>
          <pc:sldMk cId="0" sldId="271"/>
        </pc:sldMkLst>
        <pc:picChg chg="del">
          <ac:chgData name="Leônidas Müller de Oliveira" userId="5af9566427f0cd7a" providerId="LiveId" clId="{99B5FB97-F5DC-4A1A-835E-2BEDE9C73D50}" dt="2021-01-14T22:38:06.849" v="1934" actId="478"/>
          <ac:picMkLst>
            <pc:docMk/>
            <pc:sldMk cId="0" sldId="271"/>
            <ac:picMk id="3" creationId="{36E3D016-5FC1-4823-80C4-550D12960490}"/>
          </ac:picMkLst>
        </pc:picChg>
        <pc:picChg chg="add mod">
          <ac:chgData name="Leônidas Müller de Oliveira" userId="5af9566427f0cd7a" providerId="LiveId" clId="{99B5FB97-F5DC-4A1A-835E-2BEDE9C73D50}" dt="2021-01-14T22:38:16.033" v="1938" actId="27614"/>
          <ac:picMkLst>
            <pc:docMk/>
            <pc:sldMk cId="0" sldId="271"/>
            <ac:picMk id="4" creationId="{1EC96623-3070-4B6D-92BE-1D6D4E626ECF}"/>
          </ac:picMkLst>
        </pc:picChg>
      </pc:sldChg>
      <pc:sldChg chg="modSp mod">
        <pc:chgData name="Leônidas Müller de Oliveira" userId="5af9566427f0cd7a" providerId="LiveId" clId="{99B5FB97-F5DC-4A1A-835E-2BEDE9C73D50}" dt="2021-01-14T22:37:51.851" v="1933" actId="20577"/>
        <pc:sldMkLst>
          <pc:docMk/>
          <pc:sldMk cId="0" sldId="272"/>
        </pc:sldMkLst>
        <pc:spChg chg="mod">
          <ac:chgData name="Leônidas Müller de Oliveira" userId="5af9566427f0cd7a" providerId="LiveId" clId="{99B5FB97-F5DC-4A1A-835E-2BEDE9C73D50}" dt="2021-01-14T22:37:51.851" v="1933" actId="20577"/>
          <ac:spMkLst>
            <pc:docMk/>
            <pc:sldMk cId="0" sldId="272"/>
            <ac:spMk id="235" creationId="{00000000-0000-0000-0000-000000000000}"/>
          </ac:spMkLst>
        </pc:spChg>
      </pc:sldChg>
      <pc:sldChg chg="modSp mod">
        <pc:chgData name="Leônidas Müller de Oliveira" userId="5af9566427f0cd7a" providerId="LiveId" clId="{99B5FB97-F5DC-4A1A-835E-2BEDE9C73D50}" dt="2021-01-14T22:34:48.645" v="1837" actId="20577"/>
        <pc:sldMkLst>
          <pc:docMk/>
          <pc:sldMk cId="0" sldId="274"/>
        </pc:sldMkLst>
        <pc:spChg chg="mod">
          <ac:chgData name="Leônidas Müller de Oliveira" userId="5af9566427f0cd7a" providerId="LiveId" clId="{99B5FB97-F5DC-4A1A-835E-2BEDE9C73D50}" dt="2021-01-14T22:34:48.645" v="1837" actId="20577"/>
          <ac:spMkLst>
            <pc:docMk/>
            <pc:sldMk cId="0" sldId="274"/>
            <ac:spMk id="251" creationId="{00000000-0000-0000-0000-000000000000}"/>
          </ac:spMkLst>
        </pc:spChg>
      </pc:sldChg>
      <pc:sldChg chg="addSp delSp modSp mod">
        <pc:chgData name="Leônidas Müller de Oliveira" userId="5af9566427f0cd7a" providerId="LiveId" clId="{99B5FB97-F5DC-4A1A-835E-2BEDE9C73D50}" dt="2021-01-14T20:06:52.311" v="219" actId="1076"/>
        <pc:sldMkLst>
          <pc:docMk/>
          <pc:sldMk cId="569711459" sldId="283"/>
        </pc:sldMkLst>
        <pc:spChg chg="mod">
          <ac:chgData name="Leônidas Müller de Oliveira" userId="5af9566427f0cd7a" providerId="LiveId" clId="{99B5FB97-F5DC-4A1A-835E-2BEDE9C73D50}" dt="2021-01-14T20:06:52.311" v="219" actId="1076"/>
          <ac:spMkLst>
            <pc:docMk/>
            <pc:sldMk cId="569711459" sldId="283"/>
            <ac:spMk id="157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0:06:49.824" v="218" actId="1076"/>
          <ac:spMkLst>
            <pc:docMk/>
            <pc:sldMk cId="569711459" sldId="283"/>
            <ac:spMk id="158" creationId="{00000000-0000-0000-0000-000000000000}"/>
          </ac:spMkLst>
        </pc:spChg>
        <pc:picChg chg="add mod ord modCrop">
          <ac:chgData name="Leônidas Müller de Oliveira" userId="5af9566427f0cd7a" providerId="LiveId" clId="{99B5FB97-F5DC-4A1A-835E-2BEDE9C73D50}" dt="2021-01-14T20:06:45.617" v="217" actId="732"/>
          <ac:picMkLst>
            <pc:docMk/>
            <pc:sldMk cId="569711459" sldId="283"/>
            <ac:picMk id="3" creationId="{0B16C248-20F0-4681-BB6D-DF1ECBE7D16D}"/>
          </ac:picMkLst>
        </pc:picChg>
        <pc:picChg chg="del">
          <ac:chgData name="Leônidas Müller de Oliveira" userId="5af9566427f0cd7a" providerId="LiveId" clId="{99B5FB97-F5DC-4A1A-835E-2BEDE9C73D50}" dt="2021-01-14T20:04:43.581" v="190" actId="478"/>
          <ac:picMkLst>
            <pc:docMk/>
            <pc:sldMk cId="569711459" sldId="283"/>
            <ac:picMk id="159" creationId="{00000000-0000-0000-0000-000000000000}"/>
          </ac:picMkLst>
        </pc:picChg>
      </pc:sldChg>
      <pc:sldChg chg="addSp delSp mod">
        <pc:chgData name="Leônidas Müller de Oliveira" userId="5af9566427f0cd7a" providerId="LiveId" clId="{99B5FB97-F5DC-4A1A-835E-2BEDE9C73D50}" dt="2021-01-14T22:29:13.694" v="1743" actId="22"/>
        <pc:sldMkLst>
          <pc:docMk/>
          <pc:sldMk cId="2813838532" sldId="285"/>
        </pc:sldMkLst>
        <pc:spChg chg="add del">
          <ac:chgData name="Leônidas Müller de Oliveira" userId="5af9566427f0cd7a" providerId="LiveId" clId="{99B5FB97-F5DC-4A1A-835E-2BEDE9C73D50}" dt="2021-01-14T22:29:13.694" v="1743" actId="22"/>
          <ac:spMkLst>
            <pc:docMk/>
            <pc:sldMk cId="2813838532" sldId="285"/>
            <ac:spMk id="7" creationId="{DFE51710-7109-42A0-9BE8-584CF37F6655}"/>
          </ac:spMkLst>
        </pc:spChg>
      </pc:sldChg>
      <pc:sldChg chg="addSp delSp modSp mod">
        <pc:chgData name="Leônidas Müller de Oliveira" userId="5af9566427f0cd7a" providerId="LiveId" clId="{99B5FB97-F5DC-4A1A-835E-2BEDE9C73D50}" dt="2021-01-14T19:52:50.301" v="16" actId="14100"/>
        <pc:sldMkLst>
          <pc:docMk/>
          <pc:sldMk cId="2491790395" sldId="291"/>
        </pc:sldMkLst>
        <pc:spChg chg="del mod">
          <ac:chgData name="Leônidas Müller de Oliveira" userId="5af9566427f0cd7a" providerId="LiveId" clId="{99B5FB97-F5DC-4A1A-835E-2BEDE9C73D50}" dt="2021-01-14T19:52:33.223" v="8" actId="478"/>
          <ac:spMkLst>
            <pc:docMk/>
            <pc:sldMk cId="2491790395" sldId="291"/>
            <ac:spMk id="55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5.790" v="9" actId="478"/>
          <ac:spMkLst>
            <pc:docMk/>
            <pc:sldMk cId="2491790395" sldId="291"/>
            <ac:spMk id="56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6.639" v="10" actId="478"/>
          <ac:spMkLst>
            <pc:docMk/>
            <pc:sldMk cId="2491790395" sldId="291"/>
            <ac:spMk id="57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19:52:37.663" v="11" actId="478"/>
          <ac:spMkLst>
            <pc:docMk/>
            <pc:sldMk cId="2491790395" sldId="291"/>
            <ac:spMk id="58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19:52:50.301" v="16" actId="14100"/>
          <ac:picMkLst>
            <pc:docMk/>
            <pc:sldMk cId="2491790395" sldId="291"/>
            <ac:picMk id="3" creationId="{658F5653-86D8-46D9-A4A1-46BDFF7889AA}"/>
          </ac:picMkLst>
        </pc:picChg>
        <pc:picChg chg="del">
          <ac:chgData name="Leônidas Müller de Oliveira" userId="5af9566427f0cd7a" providerId="LiveId" clId="{99B5FB97-F5DC-4A1A-835E-2BEDE9C73D50}" dt="2021-01-14T19:52:30.036" v="5" actId="478"/>
          <ac:picMkLst>
            <pc:docMk/>
            <pc:sldMk cId="2491790395" sldId="291"/>
            <ac:picMk id="59" creationId="{00000000-0000-0000-0000-000000000000}"/>
          </ac:picMkLst>
        </pc:picChg>
      </pc:sldChg>
      <pc:sldChg chg="modSp add mod ord">
        <pc:chgData name="Leônidas Müller de Oliveira" userId="5af9566427f0cd7a" providerId="LiveId" clId="{99B5FB97-F5DC-4A1A-835E-2BEDE9C73D50}" dt="2021-01-14T21:38:39.863" v="1617" actId="20577"/>
        <pc:sldMkLst>
          <pc:docMk/>
          <pc:sldMk cId="2768986171" sldId="292"/>
        </pc:sldMkLst>
        <pc:spChg chg="mod">
          <ac:chgData name="Leônidas Müller de Oliveira" userId="5af9566427f0cd7a" providerId="LiveId" clId="{99B5FB97-F5DC-4A1A-835E-2BEDE9C73D50}" dt="2021-01-14T21:29:28.978" v="1502" actId="20577"/>
          <ac:spMkLst>
            <pc:docMk/>
            <pc:sldMk cId="2768986171" sldId="292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38:39.863" v="1617" actId="20577"/>
          <ac:spMkLst>
            <pc:docMk/>
            <pc:sldMk cId="2768986171" sldId="292"/>
            <ac:spMk id="150" creationId="{00000000-0000-0000-0000-000000000000}"/>
          </ac:spMkLst>
        </pc:spChg>
      </pc:sldChg>
      <pc:sldChg chg="addSp delSp modSp add mod">
        <pc:chgData name="Leônidas Müller de Oliveira" userId="5af9566427f0cd7a" providerId="LiveId" clId="{99B5FB97-F5DC-4A1A-835E-2BEDE9C73D50}" dt="2021-01-14T22:33:56.130" v="1832" actId="1076"/>
        <pc:sldMkLst>
          <pc:docMk/>
          <pc:sldMk cId="641020710" sldId="293"/>
        </pc:sldMkLst>
        <pc:spChg chg="mod">
          <ac:chgData name="Leônidas Müller de Oliveira" userId="5af9566427f0cd7a" providerId="LiveId" clId="{99B5FB97-F5DC-4A1A-835E-2BEDE9C73D50}" dt="2021-01-14T22:33:56.130" v="1832" actId="1076"/>
          <ac:spMkLst>
            <pc:docMk/>
            <pc:sldMk cId="641020710" sldId="293"/>
            <ac:spMk id="149" creationId="{00000000-0000-0000-0000-000000000000}"/>
          </ac:spMkLst>
        </pc:spChg>
        <pc:spChg chg="del">
          <ac:chgData name="Leônidas Müller de Oliveira" userId="5af9566427f0cd7a" providerId="LiveId" clId="{99B5FB97-F5DC-4A1A-835E-2BEDE9C73D50}" dt="2021-01-14T21:39:18.816" v="1620" actId="478"/>
          <ac:spMkLst>
            <pc:docMk/>
            <pc:sldMk cId="641020710" sldId="293"/>
            <ac:spMk id="150" creationId="{00000000-0000-0000-0000-000000000000}"/>
          </ac:spMkLst>
        </pc:spChg>
        <pc:picChg chg="add mod">
          <ac:chgData name="Leônidas Müller de Oliveira" userId="5af9566427f0cd7a" providerId="LiveId" clId="{99B5FB97-F5DC-4A1A-835E-2BEDE9C73D50}" dt="2021-01-14T21:39:27.150" v="1622" actId="1076"/>
          <ac:picMkLst>
            <pc:docMk/>
            <pc:sldMk cId="641020710" sldId="293"/>
            <ac:picMk id="3" creationId="{43C7CA9F-4D7F-40D4-9CF3-42842C6D2555}"/>
          </ac:picMkLst>
        </pc:picChg>
      </pc:sldChg>
      <pc:sldChg chg="addSp delSp modSp add mod">
        <pc:chgData name="Leônidas Müller de Oliveira" userId="5af9566427f0cd7a" providerId="LiveId" clId="{99B5FB97-F5DC-4A1A-835E-2BEDE9C73D50}" dt="2021-01-14T21:39:42.439" v="1626" actId="1076"/>
        <pc:sldMkLst>
          <pc:docMk/>
          <pc:sldMk cId="2522898300" sldId="294"/>
        </pc:sldMkLst>
        <pc:picChg chg="del">
          <ac:chgData name="Leônidas Müller de Oliveira" userId="5af9566427f0cd7a" providerId="LiveId" clId="{99B5FB97-F5DC-4A1A-835E-2BEDE9C73D50}" dt="2021-01-14T21:39:39.174" v="1624" actId="478"/>
          <ac:picMkLst>
            <pc:docMk/>
            <pc:sldMk cId="2522898300" sldId="294"/>
            <ac:picMk id="3" creationId="{43C7CA9F-4D7F-40D4-9CF3-42842C6D2555}"/>
          </ac:picMkLst>
        </pc:picChg>
        <pc:picChg chg="add mod">
          <ac:chgData name="Leônidas Müller de Oliveira" userId="5af9566427f0cd7a" providerId="LiveId" clId="{99B5FB97-F5DC-4A1A-835E-2BEDE9C73D50}" dt="2021-01-14T21:39:42.439" v="1626" actId="1076"/>
          <ac:picMkLst>
            <pc:docMk/>
            <pc:sldMk cId="2522898300" sldId="294"/>
            <ac:picMk id="4" creationId="{3E9ACBE4-4B8C-4A91-B0EF-68C850A4363B}"/>
          </ac:picMkLst>
        </pc:picChg>
      </pc:sldChg>
      <pc:sldChg chg="add del">
        <pc:chgData name="Leônidas Müller de Oliveira" userId="5af9566427f0cd7a" providerId="LiveId" clId="{99B5FB97-F5DC-4A1A-835E-2BEDE9C73D50}" dt="2021-01-14T21:39:13.551" v="1619" actId="47"/>
        <pc:sldMkLst>
          <pc:docMk/>
          <pc:sldMk cId="3215363960" sldId="294"/>
        </pc:sldMkLst>
      </pc:sldChg>
      <pc:sldChg chg="modSp add mod">
        <pc:chgData name="Leônidas Müller de Oliveira" userId="5af9566427f0cd7a" providerId="LiveId" clId="{99B5FB97-F5DC-4A1A-835E-2BEDE9C73D50}" dt="2021-01-14T21:47:30.166" v="1647"/>
        <pc:sldMkLst>
          <pc:docMk/>
          <pc:sldMk cId="1695839730" sldId="295"/>
        </pc:sldMkLst>
        <pc:spChg chg="mod">
          <ac:chgData name="Leônidas Müller de Oliveira" userId="5af9566427f0cd7a" providerId="LiveId" clId="{99B5FB97-F5DC-4A1A-835E-2BEDE9C73D50}" dt="2021-01-14T21:46:43.967" v="1645" actId="20577"/>
          <ac:spMkLst>
            <pc:docMk/>
            <pc:sldMk cId="1695839730" sldId="295"/>
            <ac:spMk id="149" creationId="{00000000-0000-0000-0000-000000000000}"/>
          </ac:spMkLst>
        </pc:spChg>
        <pc:spChg chg="mod">
          <ac:chgData name="Leônidas Müller de Oliveira" userId="5af9566427f0cd7a" providerId="LiveId" clId="{99B5FB97-F5DC-4A1A-835E-2BEDE9C73D50}" dt="2021-01-14T21:47:30.166" v="1647"/>
          <ac:spMkLst>
            <pc:docMk/>
            <pc:sldMk cId="1695839730" sldId="295"/>
            <ac:spMk id="150" creationId="{00000000-0000-0000-0000-000000000000}"/>
          </ac:spMkLst>
        </pc:spChg>
      </pc:sldChg>
      <pc:sldChg chg="add del">
        <pc:chgData name="Leônidas Müller de Oliveira" userId="5af9566427f0cd7a" providerId="LiveId" clId="{99B5FB97-F5DC-4A1A-835E-2BEDE9C73D50}" dt="2021-01-14T21:39:52.228" v="1628" actId="47"/>
        <pc:sldMkLst>
          <pc:docMk/>
          <pc:sldMk cId="4176864734" sldId="295"/>
        </pc:sldMkLst>
      </pc:sldChg>
      <pc:sldChg chg="addSp delSp modSp add mod">
        <pc:chgData name="Leônidas Müller de Oliveira" userId="5af9566427f0cd7a" providerId="LiveId" clId="{99B5FB97-F5DC-4A1A-835E-2BEDE9C73D50}" dt="2021-01-15T00:43:49.650" v="1943" actId="404"/>
        <pc:sldMkLst>
          <pc:docMk/>
          <pc:sldMk cId="743515703" sldId="296"/>
        </pc:sldMkLst>
        <pc:spChg chg="add mod">
          <ac:chgData name="Leônidas Müller de Oliveira" userId="5af9566427f0cd7a" providerId="LiveId" clId="{99B5FB97-F5DC-4A1A-835E-2BEDE9C73D50}" dt="2021-01-15T00:43:49.650" v="1943" actId="404"/>
          <ac:spMkLst>
            <pc:docMk/>
            <pc:sldMk cId="743515703" sldId="296"/>
            <ac:spMk id="7" creationId="{B2EE7E5E-D745-49FA-B73E-1F2A716F59A9}"/>
          </ac:spMkLst>
        </pc:spChg>
        <pc:spChg chg="del">
          <ac:chgData name="Leônidas Müller de Oliveira" userId="5af9566427f0cd7a" providerId="LiveId" clId="{99B5FB97-F5DC-4A1A-835E-2BEDE9C73D50}" dt="2021-01-14T22:20:41.338" v="1718" actId="478"/>
          <ac:spMkLst>
            <pc:docMk/>
            <pc:sldMk cId="743515703" sldId="296"/>
            <ac:spMk id="11" creationId="{66D68495-624D-436A-A86D-E42CC4800A32}"/>
          </ac:spMkLst>
        </pc:spChg>
        <pc:spChg chg="mod">
          <ac:chgData name="Leônidas Müller de Oliveira" userId="5af9566427f0cd7a" providerId="LiveId" clId="{99B5FB97-F5DC-4A1A-835E-2BEDE9C73D50}" dt="2021-01-14T22:21:43.115" v="1735" actId="1076"/>
          <ac:spMkLst>
            <pc:docMk/>
            <pc:sldMk cId="743515703" sldId="296"/>
            <ac:spMk id="192" creationId="{00000000-0000-0000-0000-000000000000}"/>
          </ac:spMkLst>
        </pc:spChg>
        <pc:graphicFrameChg chg="add mod modGraphic">
          <ac:chgData name="Leônidas Müller de Oliveira" userId="5af9566427f0cd7a" providerId="LiveId" clId="{99B5FB97-F5DC-4A1A-835E-2BEDE9C73D50}" dt="2021-01-14T22:35:01.267" v="1839" actId="20577"/>
          <ac:graphicFrameMkLst>
            <pc:docMk/>
            <pc:sldMk cId="743515703" sldId="296"/>
            <ac:graphicFrameMk id="6" creationId="{2A29F61D-FCF4-4D75-8EAF-9026151CEEF2}"/>
          </ac:graphicFrameMkLst>
        </pc:graphicFrameChg>
        <pc:picChg chg="del">
          <ac:chgData name="Leônidas Müller de Oliveira" userId="5af9566427f0cd7a" providerId="LiveId" clId="{99B5FB97-F5DC-4A1A-835E-2BEDE9C73D50}" dt="2021-01-14T22:20:39.446" v="1717" actId="478"/>
          <ac:picMkLst>
            <pc:docMk/>
            <pc:sldMk cId="743515703" sldId="296"/>
            <ac:picMk id="3" creationId="{9870FD2D-CF8E-48D3-958F-89FC769B6EC7}"/>
          </ac:picMkLst>
        </pc:picChg>
      </pc:sldChg>
      <pc:sldChg chg="modSp add mod">
        <pc:chgData name="Leônidas Müller de Oliveira" userId="5af9566427f0cd7a" providerId="LiveId" clId="{99B5FB97-F5DC-4A1A-835E-2BEDE9C73D50}" dt="2021-01-14T22:32:33.246" v="1803" actId="20577"/>
        <pc:sldMkLst>
          <pc:docMk/>
          <pc:sldMk cId="1542352846" sldId="297"/>
        </pc:sldMkLst>
        <pc:spChg chg="mod">
          <ac:chgData name="Leônidas Müller de Oliveira" userId="5af9566427f0cd7a" providerId="LiveId" clId="{99B5FB97-F5DC-4A1A-835E-2BEDE9C73D50}" dt="2021-01-14T22:32:33.246" v="1803" actId="20577"/>
          <ac:spMkLst>
            <pc:docMk/>
            <pc:sldMk cId="1542352846" sldId="297"/>
            <ac:spMk id="249" creationId="{00000000-0000-0000-0000-000000000000}"/>
          </ac:spMkLst>
        </pc:spChg>
      </pc:sldChg>
    </pc:docChg>
  </pc:docChgLst>
  <pc:docChgLst>
    <pc:chgData name="Leônidas Müller de Oliveira" userId="5af9566427f0cd7a" providerId="LiveId" clId="{D17DB705-7341-436F-AF1B-4CCB5520855C}"/>
    <pc:docChg chg="undo custSel addSld delSld modSld">
      <pc:chgData name="Leônidas Müller de Oliveira" userId="5af9566427f0cd7a" providerId="LiveId" clId="{D17DB705-7341-436F-AF1B-4CCB5520855C}" dt="2021-03-09T14:27:50.580" v="1212" actId="1076"/>
      <pc:docMkLst>
        <pc:docMk/>
      </pc:docMkLst>
      <pc:sldChg chg="modSp mod">
        <pc:chgData name="Leônidas Müller de Oliveira" userId="5af9566427f0cd7a" providerId="LiveId" clId="{D17DB705-7341-436F-AF1B-4CCB5520855C}" dt="2021-03-09T14:24:59.710" v="1147" actId="1076"/>
        <pc:sldMkLst>
          <pc:docMk/>
          <pc:sldMk cId="0" sldId="257"/>
        </pc:sldMkLst>
        <pc:spChg chg="mod">
          <ac:chgData name="Leônidas Müller de Oliveira" userId="5af9566427f0cd7a" providerId="LiveId" clId="{D17DB705-7341-436F-AF1B-4CCB5520855C}" dt="2021-03-09T14:24:59.710" v="1147" actId="1076"/>
          <ac:spMkLst>
            <pc:docMk/>
            <pc:sldMk cId="0" sldId="257"/>
            <ac:spMk id="66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3:30:32.222" v="25" actId="6549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7:50.580" v="1212" actId="1076"/>
        <pc:sldMkLst>
          <pc:docMk/>
          <pc:sldMk cId="0" sldId="262"/>
        </pc:sldMkLst>
        <pc:spChg chg="add mod">
          <ac:chgData name="Leônidas Müller de Oliveira" userId="5af9566427f0cd7a" providerId="LiveId" clId="{D17DB705-7341-436F-AF1B-4CCB5520855C}" dt="2021-03-09T14:27:31.380" v="1208" actId="1076"/>
          <ac:spMkLst>
            <pc:docMk/>
            <pc:sldMk cId="0" sldId="262"/>
            <ac:spMk id="6" creationId="{3EFBF06C-80D5-4C65-8C4E-01E433040FF8}"/>
          </ac:spMkLst>
        </pc:spChg>
        <pc:spChg chg="mod">
          <ac:chgData name="Leônidas Müller de Oliveira" userId="5af9566427f0cd7a" providerId="LiveId" clId="{D17DB705-7341-436F-AF1B-4CCB5520855C}" dt="2021-03-09T14:27:50.580" v="1212" actId="1076"/>
          <ac:spMkLst>
            <pc:docMk/>
            <pc:sldMk cId="0" sldId="262"/>
            <ac:spMk id="141" creationId="{00000000-0000-0000-0000-000000000000}"/>
          </ac:spMkLst>
        </pc:spChg>
        <pc:spChg chg="del mod">
          <ac:chgData name="Leônidas Müller de Oliveira" userId="5af9566427f0cd7a" providerId="LiveId" clId="{D17DB705-7341-436F-AF1B-4CCB5520855C}" dt="2021-03-09T14:27:44" v="1211" actId="478"/>
          <ac:spMkLst>
            <pc:docMk/>
            <pc:sldMk cId="0" sldId="262"/>
            <ac:spMk id="142" creationId="{00000000-0000-0000-0000-000000000000}"/>
          </ac:spMkLst>
        </pc:spChg>
        <pc:spChg chg="mod">
          <ac:chgData name="Leônidas Müller de Oliveira" userId="5af9566427f0cd7a" providerId="LiveId" clId="{D17DB705-7341-436F-AF1B-4CCB5520855C}" dt="2021-03-09T14:27:35.569" v="1209" actId="20577"/>
          <ac:spMkLst>
            <pc:docMk/>
            <pc:sldMk cId="0" sldId="262"/>
            <ac:spMk id="143" creationId="{00000000-0000-0000-0000-000000000000}"/>
          </ac:spMkLst>
        </pc:spChg>
      </pc:sldChg>
      <pc:sldChg chg="addSp delSp modSp mod">
        <pc:chgData name="Leônidas Müller de Oliveira" userId="5af9566427f0cd7a" providerId="LiveId" clId="{D17DB705-7341-436F-AF1B-4CCB5520855C}" dt="2021-03-09T14:23:25.278" v="1027" actId="1076"/>
        <pc:sldMkLst>
          <pc:docMk/>
          <pc:sldMk cId="3187776213" sldId="282"/>
        </pc:sldMkLst>
        <pc:spChg chg="del">
          <ac:chgData name="Leônidas Müller de Oliveira" userId="5af9566427f0cd7a" providerId="LiveId" clId="{D17DB705-7341-436F-AF1B-4CCB5520855C}" dt="2021-03-09T14:06:57.679" v="27" actId="478"/>
          <ac:spMkLst>
            <pc:docMk/>
            <pc:sldMk cId="3187776213" sldId="282"/>
            <ac:spMk id="7" creationId="{FD65234F-CE76-4586-9D67-44EDBAE0C0F0}"/>
          </ac:spMkLst>
        </pc:spChg>
        <pc:spChg chg="del mod">
          <ac:chgData name="Leônidas Müller de Oliveira" userId="5af9566427f0cd7a" providerId="LiveId" clId="{D17DB705-7341-436F-AF1B-4CCB5520855C}" dt="2021-03-09T14:06:59.829" v="29" actId="478"/>
          <ac:spMkLst>
            <pc:docMk/>
            <pc:sldMk cId="3187776213" sldId="282"/>
            <ac:spMk id="8" creationId="{62CAAAAD-2D0D-416A-A598-DBBFD5C0667F}"/>
          </ac:spMkLst>
        </pc:spChg>
        <pc:spChg chg="add del mod">
          <ac:chgData name="Leônidas Müller de Oliveira" userId="5af9566427f0cd7a" providerId="LiveId" clId="{D17DB705-7341-436F-AF1B-4CCB5520855C}" dt="2021-03-09T14:10:42.879" v="424"/>
          <ac:spMkLst>
            <pc:docMk/>
            <pc:sldMk cId="3187776213" sldId="282"/>
            <ac:spMk id="9" creationId="{9C81958B-AE4B-43C9-BC2C-2CBADE7FE55A}"/>
          </ac:spMkLst>
        </pc:spChg>
        <pc:spChg chg="add mod">
          <ac:chgData name="Leônidas Müller de Oliveira" userId="5af9566427f0cd7a" providerId="LiveId" clId="{D17DB705-7341-436F-AF1B-4CCB5520855C}" dt="2021-03-09T14:09:19.419" v="184" actId="20577"/>
          <ac:spMkLst>
            <pc:docMk/>
            <pc:sldMk cId="3187776213" sldId="282"/>
            <ac:spMk id="10" creationId="{D7001BA3-CB80-4627-9BF8-F969EC7D3809}"/>
          </ac:spMkLst>
        </pc:spChg>
        <pc:spChg chg="add mod">
          <ac:chgData name="Leônidas Müller de Oliveira" userId="5af9566427f0cd7a" providerId="LiveId" clId="{D17DB705-7341-436F-AF1B-4CCB5520855C}" dt="2021-03-09T14:23:25.278" v="1027" actId="1076"/>
          <ac:spMkLst>
            <pc:docMk/>
            <pc:sldMk cId="3187776213" sldId="282"/>
            <ac:spMk id="11" creationId="{96FE473C-D562-44AA-8027-DF747996706D}"/>
          </ac:spMkLst>
        </pc:spChg>
        <pc:spChg chg="mod">
          <ac:chgData name="Leônidas Müller de Oliveira" userId="5af9566427f0cd7a" providerId="LiveId" clId="{D17DB705-7341-436F-AF1B-4CCB5520855C}" dt="2021-03-09T14:09:12.710" v="159" actId="20577"/>
          <ac:spMkLst>
            <pc:docMk/>
            <pc:sldMk cId="3187776213" sldId="282"/>
            <ac:spMk id="141" creationId="{00000000-0000-0000-0000-000000000000}"/>
          </ac:spMkLst>
        </pc:spChg>
        <pc:spChg chg="del">
          <ac:chgData name="Leônidas Müller de Oliveira" userId="5af9566427f0cd7a" providerId="LiveId" clId="{D17DB705-7341-436F-AF1B-4CCB5520855C}" dt="2021-03-09T14:07:06.600" v="32" actId="478"/>
          <ac:spMkLst>
            <pc:docMk/>
            <pc:sldMk cId="3187776213" sldId="282"/>
            <ac:spMk id="143" creationId="{00000000-0000-0000-0000-000000000000}"/>
          </ac:spMkLst>
        </pc:spChg>
      </pc:sldChg>
      <pc:sldChg chg="add del">
        <pc:chgData name="Leônidas Müller de Oliveira" userId="5af9566427f0cd7a" providerId="LiveId" clId="{D17DB705-7341-436F-AF1B-4CCB5520855C}" dt="2021-03-09T14:21:57.020" v="875" actId="47"/>
        <pc:sldMkLst>
          <pc:docMk/>
          <pc:sldMk cId="1215215435" sldId="283"/>
        </pc:sldMkLst>
      </pc:sldChg>
      <pc:sldChg chg="addSp delSp modSp add mod">
        <pc:chgData name="Leônidas Müller de Oliveira" userId="5af9566427f0cd7a" providerId="LiveId" clId="{D17DB705-7341-436F-AF1B-4CCB5520855C}" dt="2021-03-09T14:24:10.784" v="1077" actId="20577"/>
        <pc:sldMkLst>
          <pc:docMk/>
          <pc:sldMk cId="2893859376" sldId="284"/>
        </pc:sldMkLst>
        <pc:spChg chg="add mod">
          <ac:chgData name="Leônidas Müller de Oliveira" userId="5af9566427f0cd7a" providerId="LiveId" clId="{D17DB705-7341-436F-AF1B-4CCB5520855C}" dt="2021-03-09T14:22:29.370" v="888"/>
          <ac:spMkLst>
            <pc:docMk/>
            <pc:sldMk cId="2893859376" sldId="284"/>
            <ac:spMk id="6" creationId="{5A6EB87D-9808-4841-A2DD-6126010C0F97}"/>
          </ac:spMkLst>
        </pc:spChg>
        <pc:spChg chg="mod">
          <ac:chgData name="Leônidas Müller de Oliveira" userId="5af9566427f0cd7a" providerId="LiveId" clId="{D17DB705-7341-436F-AF1B-4CCB5520855C}" dt="2021-03-09T14:23:34.370" v="1028" actId="21"/>
          <ac:spMkLst>
            <pc:docMk/>
            <pc:sldMk cId="2893859376" sldId="284"/>
            <ac:spMk id="9" creationId="{9C81958B-AE4B-43C9-BC2C-2CBADE7FE55A}"/>
          </ac:spMkLst>
        </pc:spChg>
        <pc:spChg chg="mod">
          <ac:chgData name="Leônidas Müller de Oliveira" userId="5af9566427f0cd7a" providerId="LiveId" clId="{D17DB705-7341-436F-AF1B-4CCB5520855C}" dt="2021-03-09T14:24:10.784" v="1077" actId="20577"/>
          <ac:spMkLst>
            <pc:docMk/>
            <pc:sldMk cId="2893859376" sldId="284"/>
            <ac:spMk id="10" creationId="{D7001BA3-CB80-4627-9BF8-F969EC7D3809}"/>
          </ac:spMkLst>
        </pc:spChg>
        <pc:spChg chg="del">
          <ac:chgData name="Leônidas Müller de Oliveira" userId="5af9566427f0cd7a" providerId="LiveId" clId="{D17DB705-7341-436F-AF1B-4CCB5520855C}" dt="2021-03-09T14:22:28.980" v="887" actId="478"/>
          <ac:spMkLst>
            <pc:docMk/>
            <pc:sldMk cId="2893859376" sldId="284"/>
            <ac:spMk id="141" creationId="{00000000-0000-0000-0000-00000000000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6T18:07:50.54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0,'42'12,"542"30,131-36,-393-8,-280 2,-2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0-26T18:07:53.33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0 117,'16'-1,"-1"-2,0 0,1 0,-1-2,-1 0,17-7,25-9,-16 12,0 2,0 1,0 3,44 0,57-4,289-20,-66 25,246 5,-334 26,28 0,-264-27,75 15,-72-9,53 3,-74-9,-1 2,-1 0,1 1,-1 1,28 13,39 10,-73-24,0 0,0 0,-1 1,0 1,0 0,-1 1,16 12,76 75,-61-52,17 20,-2 3,60 92,-69-91,-11-10,-27-38,2 0,20 24,-3-7,-1 2,-2 1,26 52,-48-85,0 1,0-1,1 0,-1 0,1 0,1-1,-1 0,14 8,-6-5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6156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03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427431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62044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>
                <a:solidFill>
                  <a:schemeClr val="dk1"/>
                </a:solidFill>
              </a:rPr>
              <a:t>Slide de agenda — Opção 1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9369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4" name="Google Shape;334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>
                <a:solidFill>
                  <a:schemeClr val="dk1"/>
                </a:solidFill>
              </a:rPr>
              <a:t>Slide de título — Opção 2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6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51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"/>
          <p:cNvSpPr txBox="1"/>
          <p:nvPr/>
        </p:nvSpPr>
        <p:spPr>
          <a:xfrm>
            <a:off x="2602348" y="972425"/>
            <a:ext cx="3939300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BEM VINDO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66" name="Google Shape;66;p2"/>
          <p:cNvSpPr txBox="1"/>
          <p:nvPr/>
        </p:nvSpPr>
        <p:spPr>
          <a:xfrm>
            <a:off x="835373" y="1789903"/>
            <a:ext cx="7473245" cy="5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DIMENSIONAMENTO DE LIGAÇÕES</a:t>
            </a:r>
            <a:endParaRPr sz="2400" b="1" i="0" u="none" strike="noStrike" cap="none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" name="Google Shape;67;p2"/>
          <p:cNvSpPr txBox="1"/>
          <p:nvPr/>
        </p:nvSpPr>
        <p:spPr>
          <a:xfrm>
            <a:off x="1218080" y="2607872"/>
            <a:ext cx="6707833" cy="2215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Na aula você vai ver: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Soldas</a:t>
            </a:r>
            <a:r>
              <a:rPr lang="pt-BR" sz="2800" b="1" i="0" u="none" strike="noStrike" cap="none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 </a:t>
            </a:r>
            <a:r>
              <a:rPr lang="pt-BR" sz="2800" b="1" i="0" u="none" strike="noStrike" cap="none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– </a:t>
            </a:r>
            <a:r>
              <a:rPr lang="pt-BR" sz="2800" b="1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Classificação, </a:t>
            </a:r>
            <a:r>
              <a:rPr lang="pt-BR" sz="2800" b="1" dirty="0">
                <a:solidFill>
                  <a:srgbClr val="FFC000"/>
                </a:solidFill>
                <a:latin typeface="Roboto Light"/>
                <a:ea typeface="Roboto Light"/>
                <a:cs typeface="Roboto Light"/>
                <a:sym typeface="Roboto Light"/>
              </a:rPr>
              <a:t>Terminologia e Simbologia</a:t>
            </a:r>
            <a:endParaRPr lang="pt-BR" sz="2800" b="1" i="0" u="none" strike="noStrike" cap="none" dirty="0">
              <a:solidFill>
                <a:srgbClr val="FFC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93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Eletrodo E60XX com f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415MPa (60.000psi)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Eletrodo E70XX com f</a:t>
            </a:r>
            <a:r>
              <a:rPr lang="pt-BR" sz="1600" b="1" baseline="-25000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w</a:t>
            </a: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 = 484MPa (70.000psi)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Resistência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18D1BFA-EE3F-958D-EB6B-F26540BDD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001614"/>
            <a:ext cx="3643746" cy="1652563"/>
          </a:xfrm>
          <a:prstGeom prst="rect">
            <a:avLst/>
          </a:prstGeom>
        </p:spPr>
      </p:pic>
      <p:sp>
        <p:nvSpPr>
          <p:cNvPr id="7" name="Google Shape;143;p7">
            <a:extLst>
              <a:ext uri="{FF2B5EF4-FFF2-40B4-BE49-F238E27FC236}">
                <a16:creationId xmlns:a16="http://schemas.microsoft.com/office/drawing/2014/main" id="{27F5199A-BD0E-4500-BD09-483ED91C2FC8}"/>
              </a:ext>
            </a:extLst>
          </p:cNvPr>
          <p:cNvSpPr txBox="1"/>
          <p:nvPr/>
        </p:nvSpPr>
        <p:spPr>
          <a:xfrm>
            <a:off x="3544200" y="3825479"/>
            <a:ext cx="5599800" cy="931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dois primeiros algarismos 60 ou 70 representam a resistência a tração do metal do eletrodo em 1.000 psi e o terceiro Y representa a posição de soldagem e o quarto Z o tipo de revestimento do eletrodo e a corrente elétrica de trabalho.</a:t>
            </a:r>
          </a:p>
          <a:p>
            <a:pPr marL="152400"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510226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Basicamente existem dois tipos de soldas: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Solda de Filete</a:t>
            </a: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Roboto"/>
              <a:buChar char="●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Solda de Penetração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Terminologia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91143E0-F634-6E02-CADC-AB96D602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1194" y="2512722"/>
            <a:ext cx="5522806" cy="215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33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Em alguns casos, para facilitar o processo de soldagem ou para atender as exigências do projeto, é necessária a  preparação das peças a serem soldadas, através de cortes ou chanfros.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Os tipos mais comuns são: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Preparação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1DB156-8C29-130F-F350-EF5E10AFF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8116" y="2693735"/>
            <a:ext cx="4934639" cy="1543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320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9" name="Google Shape;143;p7">
            <a:extLst>
              <a:ext uri="{FF2B5EF4-FFF2-40B4-BE49-F238E27FC236}">
                <a16:creationId xmlns:a16="http://schemas.microsoft.com/office/drawing/2014/main" id="{9C81958B-AE4B-43C9-BC2C-2CBADE7FE55A}"/>
              </a:ext>
            </a:extLst>
          </p:cNvPr>
          <p:cNvSpPr txBox="1"/>
          <p:nvPr/>
        </p:nvSpPr>
        <p:spPr>
          <a:xfrm>
            <a:off x="3544200" y="814298"/>
            <a:ext cx="5599800" cy="214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A simbologia de solda utilizada no Brasil é originária da AWS (American Society Welding) A 2.4</a:t>
            </a: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381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rgbClr val="4C5764"/>
                </a:solidFill>
                <a:latin typeface="Roboto"/>
                <a:ea typeface="Roboto"/>
                <a:cs typeface="Roboto"/>
                <a:sym typeface="Roboto"/>
              </a:rPr>
              <a:t>Principais Elementos:</a:t>
            </a: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52400"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DA9FC"/>
              </a:buClr>
              <a:buSzPts val="1200"/>
            </a:pPr>
            <a:endParaRPr lang="pt-BR" sz="1600" b="1" i="0" u="none" strike="noStrike" cap="none" dirty="0">
              <a:solidFill>
                <a:srgbClr val="4C5764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Simbologia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74565A3-54B3-E100-B2A5-CEBFBEEC7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1543" y="2333474"/>
            <a:ext cx="4925112" cy="21529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FA8BD9E-1D20-49C9-F1CC-E2EF8B54C02A}"/>
                  </a:ext>
                </a:extLst>
              </p14:cNvPr>
              <p14:cNvContentPartPr/>
              <p14:nvPr/>
            </p14:nvContentPartPr>
            <p14:xfrm>
              <a:off x="5590418" y="3685375"/>
              <a:ext cx="628560" cy="219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FA8BD9E-1D20-49C9-F1CC-E2EF8B54C02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536418" y="3577375"/>
                <a:ext cx="7362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Tinta 3">
                <a:extLst>
                  <a:ext uri="{FF2B5EF4-FFF2-40B4-BE49-F238E27FC236}">
                    <a16:creationId xmlns:a16="http://schemas.microsoft.com/office/drawing/2014/main" id="{A5081F09-5A89-AF99-C441-2A40E4A942F3}"/>
                  </a:ext>
                </a:extLst>
              </p14:cNvPr>
              <p14:cNvContentPartPr/>
              <p14:nvPr/>
            </p14:nvContentPartPr>
            <p14:xfrm>
              <a:off x="6289898" y="3670615"/>
              <a:ext cx="1420920" cy="408240"/>
            </p14:xfrm>
          </p:contentPart>
        </mc:Choice>
        <mc:Fallback xmlns="">
          <p:pic>
            <p:nvPicPr>
              <p:cNvPr id="4" name="Tinta 3">
                <a:extLst>
                  <a:ext uri="{FF2B5EF4-FFF2-40B4-BE49-F238E27FC236}">
                    <a16:creationId xmlns:a16="http://schemas.microsoft.com/office/drawing/2014/main" id="{A5081F09-5A89-AF99-C441-2A40E4A942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35898" y="3562615"/>
                <a:ext cx="1528560" cy="62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8551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-6900"/>
            <a:ext cx="3544200" cy="5150400"/>
          </a:xfrm>
          <a:prstGeom prst="rect">
            <a:avLst/>
          </a:prstGeom>
          <a:solidFill>
            <a:srgbClr val="28587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 txBox="1"/>
          <p:nvPr/>
        </p:nvSpPr>
        <p:spPr>
          <a:xfrm>
            <a:off x="310050" y="365134"/>
            <a:ext cx="323415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pt-BR" sz="3600" b="0" i="0" u="none" strike="noStrike" cap="none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Soldas</a:t>
            </a:r>
            <a:endParaRPr sz="36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  <p:sp>
        <p:nvSpPr>
          <p:cNvPr id="10" name="Google Shape;142;p7">
            <a:extLst>
              <a:ext uri="{FF2B5EF4-FFF2-40B4-BE49-F238E27FC236}">
                <a16:creationId xmlns:a16="http://schemas.microsoft.com/office/drawing/2014/main" id="{D7001BA3-CB80-4627-9BF8-F969EC7D3809}"/>
              </a:ext>
            </a:extLst>
          </p:cNvPr>
          <p:cNvSpPr txBox="1"/>
          <p:nvPr/>
        </p:nvSpPr>
        <p:spPr>
          <a:xfrm>
            <a:off x="3544200" y="136834"/>
            <a:ext cx="5599799" cy="519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buSzPts val="3000"/>
              <a:buNone/>
              <a:defRPr sz="3000">
                <a:solidFill>
                  <a:srgbClr val="094067"/>
                </a:solidFill>
                <a:latin typeface="Roboto Black"/>
                <a:ea typeface="Roboto Black"/>
                <a:cs typeface="Roboto Black"/>
              </a:defRPr>
            </a:lvl1pPr>
          </a:lstStyle>
          <a:p>
            <a:pPr algn="l"/>
            <a:r>
              <a:rPr lang="pt-BR" sz="2800" dirty="0">
                <a:sym typeface="Roboto Light"/>
              </a:rPr>
              <a:t>Principais Símbolos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0E3821-4035-F4DC-75A9-EA25A965E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9255" y="799950"/>
            <a:ext cx="2922954" cy="4316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218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587A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"/>
          <p:cNvSpPr txBox="1"/>
          <p:nvPr/>
        </p:nvSpPr>
        <p:spPr>
          <a:xfrm>
            <a:off x="1628979" y="1743450"/>
            <a:ext cx="5886042" cy="8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pt-BR" sz="4200" dirty="0">
                <a:solidFill>
                  <a:srgbClr val="FFFFFF"/>
                </a:solidFill>
                <a:latin typeface="Roboto Black"/>
                <a:ea typeface="Roboto Black"/>
                <a:cs typeface="Roboto Black"/>
                <a:sym typeface="Roboto Black"/>
              </a:rPr>
              <a:t>Muito obrigado e eu te vejo na próxima aula!</a:t>
            </a:r>
            <a:endParaRPr sz="4200" b="0" i="0" u="none" strike="noStrike" cap="none" dirty="0">
              <a:solidFill>
                <a:srgbClr val="FFFFFF"/>
              </a:solidFill>
              <a:latin typeface="Roboto Black"/>
              <a:ea typeface="Roboto Black"/>
              <a:cs typeface="Roboto Black"/>
              <a:sym typeface="Roboto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2032</TotalTime>
  <Words>218</Words>
  <Application>Microsoft Office PowerPoint</Application>
  <PresentationFormat>Apresentação na tela (16:9)</PresentationFormat>
  <Paragraphs>37</Paragraphs>
  <Slides>7</Slides>
  <Notes>7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2" baseType="lpstr">
      <vt:lpstr>Roboto Black</vt:lpstr>
      <vt:lpstr>Roboto Light</vt:lpstr>
      <vt:lpstr>Roboto</vt:lpstr>
      <vt:lpstr>Arial</vt:lpstr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Leônidas Müller de Oliveira</cp:lastModifiedBy>
  <cp:revision>1</cp:revision>
  <dcterms:modified xsi:type="dcterms:W3CDTF">2025-06-30T01:21:04Z</dcterms:modified>
</cp:coreProperties>
</file>