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85" r:id="rId3"/>
    <p:sldId id="286" r:id="rId4"/>
    <p:sldId id="290" r:id="rId5"/>
    <p:sldId id="291" r:id="rId6"/>
    <p:sldId id="292" r:id="rId7"/>
    <p:sldId id="293" r:id="rId8"/>
    <p:sldId id="281" r:id="rId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Black" panose="02000000000000000000" pitchFamily="2" charset="0"/>
      <p:bold r:id="rId16"/>
      <p:boldItalic r:id="rId17"/>
    </p:embeddedFont>
    <p:embeddedFont>
      <p:font typeface="Roboto Light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0EA78-D9A5-47E6-A206-2A2C918D4BBD}" v="87" dt="2025-06-28T14:50:38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  <pc:docChgLst>
    <pc:chgData name="Leônidas Müller de Oliveira" userId="5af9566427f0cd7a" providerId="LiveId" clId="{9E5CC896-D782-4A58-BD37-FC782A9AD02C}"/>
    <pc:docChg chg="undo custSel addSld delSld modSld sldOrd">
      <pc:chgData name="Leônidas Müller de Oliveira" userId="5af9566427f0cd7a" providerId="LiveId" clId="{9E5CC896-D782-4A58-BD37-FC782A9AD02C}" dt="2022-09-06T15:25:37.469" v="1028" actId="1076"/>
      <pc:docMkLst>
        <pc:docMk/>
      </pc:docMkLst>
      <pc:sldChg chg="modSp mod">
        <pc:chgData name="Leônidas Müller de Oliveira" userId="5af9566427f0cd7a" providerId="LiveId" clId="{9E5CC896-D782-4A58-BD37-FC782A9AD02C}" dt="2022-09-06T15:15:45.915" v="702" actId="20577"/>
        <pc:sldMkLst>
          <pc:docMk/>
          <pc:sldMk cId="0" sldId="257"/>
        </pc:sldMkLst>
        <pc:spChg chg="mod">
          <ac:chgData name="Leônidas Müller de Oliveira" userId="5af9566427f0cd7a" providerId="LiveId" clId="{9E5CC896-D782-4A58-BD37-FC782A9AD02C}" dt="2022-09-06T15:15:45.915" v="702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Sp modSp mod">
        <pc:chgData name="Leônidas Müller de Oliveira" userId="5af9566427f0cd7a" providerId="LiveId" clId="{9E5CC896-D782-4A58-BD37-FC782A9AD02C}" dt="2022-09-01T18:38:39.624" v="343" actId="478"/>
        <pc:sldMkLst>
          <pc:docMk/>
          <pc:sldMk cId="2510226186" sldId="285"/>
        </pc:sldMkLst>
        <pc:spChg chg="mod">
          <ac:chgData name="Leônidas Müller de Oliveira" userId="5af9566427f0cd7a" providerId="LiveId" clId="{9E5CC896-D782-4A58-BD37-FC782A9AD02C}" dt="2022-09-01T18:38:09.039" v="342" actId="20577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E5CC896-D782-4A58-BD37-FC782A9AD02C}" dt="2022-09-01T18:36:29.501" v="77" actId="20577"/>
          <ac:spMkLst>
            <pc:docMk/>
            <pc:sldMk cId="2510226186" sldId="285"/>
            <ac:spMk id="10" creationId="{D7001BA3-CB80-4627-9BF8-F969EC7D3809}"/>
          </ac:spMkLst>
        </pc:spChg>
        <pc:spChg chg="mod">
          <ac:chgData name="Leônidas Müller de Oliveira" userId="5af9566427f0cd7a" providerId="LiveId" clId="{9E5CC896-D782-4A58-BD37-FC782A9AD02C}" dt="2022-09-01T18:36:34.578" v="83" actId="20577"/>
          <ac:spMkLst>
            <pc:docMk/>
            <pc:sldMk cId="2510226186" sldId="285"/>
            <ac:spMk id="141" creationId="{00000000-0000-0000-0000-000000000000}"/>
          </ac:spMkLst>
        </pc:spChg>
        <pc:picChg chg="del">
          <ac:chgData name="Leônidas Müller de Oliveira" userId="5af9566427f0cd7a" providerId="LiveId" clId="{9E5CC896-D782-4A58-BD37-FC782A9AD02C}" dt="2022-09-01T18:38:39.624" v="343" actId="478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delSp modSp mod">
        <pc:chgData name="Leônidas Müller de Oliveira" userId="5af9566427f0cd7a" providerId="LiveId" clId="{9E5CC896-D782-4A58-BD37-FC782A9AD02C}" dt="2022-09-06T15:08:49.235" v="701" actId="20577"/>
        <pc:sldMkLst>
          <pc:docMk/>
          <pc:sldMk cId="4004384132" sldId="286"/>
        </pc:sldMkLst>
        <pc:spChg chg="mod">
          <ac:chgData name="Leônidas Müller de Oliveira" userId="5af9566427f0cd7a" providerId="LiveId" clId="{9E5CC896-D782-4A58-BD37-FC782A9AD02C}" dt="2022-09-06T15:07:58.449" v="679" actId="20577"/>
          <ac:spMkLst>
            <pc:docMk/>
            <pc:sldMk cId="4004384132" sldId="286"/>
            <ac:spMk id="2" creationId="{196B70C3-0C9A-BA96-1166-806C14AE4FD8}"/>
          </ac:spMkLst>
        </pc:spChg>
        <pc:spChg chg="del">
          <ac:chgData name="Leônidas Müller de Oliveira" userId="5af9566427f0cd7a" providerId="LiveId" clId="{9E5CC896-D782-4A58-BD37-FC782A9AD02C}" dt="2022-09-01T18:41:27.274" v="490" actId="478"/>
          <ac:spMkLst>
            <pc:docMk/>
            <pc:sldMk cId="4004384132" sldId="286"/>
            <ac:spMk id="3" creationId="{07E93562-5E31-EB30-DB82-D43307E031E7}"/>
          </ac:spMkLst>
        </pc:spChg>
        <pc:spChg chg="mod">
          <ac:chgData name="Leônidas Müller de Oliveira" userId="5af9566427f0cd7a" providerId="LiveId" clId="{9E5CC896-D782-4A58-BD37-FC782A9AD02C}" dt="2022-09-01T18:51:08.303" v="654" actId="1076"/>
          <ac:spMkLst>
            <pc:docMk/>
            <pc:sldMk cId="4004384132" sldId="286"/>
            <ac:spMk id="4" creationId="{4888E5F1-8A9F-8ED3-C5F6-BF7EC7A6F76E}"/>
          </ac:spMkLst>
        </pc:spChg>
        <pc:spChg chg="mod">
          <ac:chgData name="Leônidas Müller de Oliveira" userId="5af9566427f0cd7a" providerId="LiveId" clId="{9E5CC896-D782-4A58-BD37-FC782A9AD02C}" dt="2022-09-06T15:08:49.235" v="701" actId="20577"/>
          <ac:spMkLst>
            <pc:docMk/>
            <pc:sldMk cId="4004384132" sldId="286"/>
            <ac:spMk id="5" creationId="{A3D0606D-7A17-79FB-9651-322EB07A5301}"/>
          </ac:spMkLst>
        </pc:spChg>
        <pc:spChg chg="add mod">
          <ac:chgData name="Leônidas Müller de Oliveira" userId="5af9566427f0cd7a" providerId="LiveId" clId="{9E5CC896-D782-4A58-BD37-FC782A9AD02C}" dt="2022-09-01T18:53:57.305" v="662" actId="1076"/>
          <ac:spMkLst>
            <pc:docMk/>
            <pc:sldMk cId="4004384132" sldId="286"/>
            <ac:spMk id="6" creationId="{90F1F75E-4E52-393B-77BA-E34026B3642C}"/>
          </ac:spMkLst>
        </pc:spChg>
        <pc:spChg chg="add mod">
          <ac:chgData name="Leônidas Müller de Oliveira" userId="5af9566427f0cd7a" providerId="LiveId" clId="{9E5CC896-D782-4A58-BD37-FC782A9AD02C}" dt="2022-09-01T18:50:38.317" v="646" actId="1076"/>
          <ac:spMkLst>
            <pc:docMk/>
            <pc:sldMk cId="4004384132" sldId="286"/>
            <ac:spMk id="7" creationId="{03A437E6-B5DF-FC37-64D6-2C6C4FEC2B0E}"/>
          </ac:spMkLst>
        </pc:spChg>
        <pc:spChg chg="del mod">
          <ac:chgData name="Leônidas Müller de Oliveira" userId="5af9566427f0cd7a" providerId="LiveId" clId="{9E5CC896-D782-4A58-BD37-FC782A9AD02C}" dt="2022-09-01T18:47:43.871" v="628" actId="478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9E5CC896-D782-4A58-BD37-FC782A9AD02C}" dt="2022-09-01T18:39:26.638" v="393" actId="20577"/>
          <ac:spMkLst>
            <pc:docMk/>
            <pc:sldMk cId="4004384132" sldId="286"/>
            <ac:spMk id="10" creationId="{D7001BA3-CB80-4627-9BF8-F969EC7D3809}"/>
          </ac:spMkLst>
        </pc:spChg>
        <pc:spChg chg="mod">
          <ac:chgData name="Leônidas Müller de Oliveira" userId="5af9566427f0cd7a" providerId="LiveId" clId="{9E5CC896-D782-4A58-BD37-FC782A9AD02C}" dt="2022-09-01T18:37:03.004" v="88" actId="20577"/>
          <ac:spMkLst>
            <pc:docMk/>
            <pc:sldMk cId="4004384132" sldId="286"/>
            <ac:spMk id="141" creationId="{00000000-0000-0000-0000-000000000000}"/>
          </ac:spMkLst>
        </pc:spChg>
        <pc:picChg chg="add mod">
          <ac:chgData name="Leônidas Müller de Oliveira" userId="5af9566427f0cd7a" providerId="LiveId" clId="{9E5CC896-D782-4A58-BD37-FC782A9AD02C}" dt="2022-09-01T18:53:45.360" v="661" actId="1076"/>
          <ac:picMkLst>
            <pc:docMk/>
            <pc:sldMk cId="4004384132" sldId="286"/>
            <ac:picMk id="11" creationId="{A0228BA8-28F2-3622-8260-158EEAEA2B4F}"/>
          </ac:picMkLst>
        </pc:picChg>
      </pc:sldChg>
      <pc:sldChg chg="modSp del mod">
        <pc:chgData name="Leônidas Müller de Oliveira" userId="5af9566427f0cd7a" providerId="LiveId" clId="{9E5CC896-D782-4A58-BD37-FC782A9AD02C}" dt="2022-09-01T19:24:32.033" v="663" actId="47"/>
        <pc:sldMkLst>
          <pc:docMk/>
          <pc:sldMk cId="2281814239" sldId="288"/>
        </pc:sldMkLst>
        <pc:spChg chg="mod">
          <ac:chgData name="Leônidas Müller de Oliveira" userId="5af9566427f0cd7a" providerId="LiveId" clId="{9E5CC896-D782-4A58-BD37-FC782A9AD02C}" dt="2022-09-01T18:37:07.009" v="93" actId="20577"/>
          <ac:spMkLst>
            <pc:docMk/>
            <pc:sldMk cId="2281814239" sldId="288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E5CC896-D782-4A58-BD37-FC782A9AD02C}" dt="2022-09-01T19:24:32.843" v="664" actId="47"/>
        <pc:sldMkLst>
          <pc:docMk/>
          <pc:sldMk cId="231035206" sldId="289"/>
        </pc:sldMkLst>
      </pc:sldChg>
      <pc:sldChg chg="addSp delSp modSp add mod">
        <pc:chgData name="Leônidas Müller de Oliveira" userId="5af9566427f0cd7a" providerId="LiveId" clId="{9E5CC896-D782-4A58-BD37-FC782A9AD02C}" dt="2022-09-01T18:50:28.272" v="644" actId="1076"/>
        <pc:sldMkLst>
          <pc:docMk/>
          <pc:sldMk cId="1732858224" sldId="290"/>
        </pc:sldMkLst>
        <pc:spChg chg="del">
          <ac:chgData name="Leônidas Müller de Oliveira" userId="5af9566427f0cd7a" providerId="LiveId" clId="{9E5CC896-D782-4A58-BD37-FC782A9AD02C}" dt="2022-09-01T18:50:08.815" v="640" actId="478"/>
          <ac:spMkLst>
            <pc:docMk/>
            <pc:sldMk cId="1732858224" sldId="290"/>
            <ac:spMk id="2" creationId="{196B70C3-0C9A-BA96-1166-806C14AE4FD8}"/>
          </ac:spMkLst>
        </pc:spChg>
        <pc:spChg chg="del">
          <ac:chgData name="Leônidas Müller de Oliveira" userId="5af9566427f0cd7a" providerId="LiveId" clId="{9E5CC896-D782-4A58-BD37-FC782A9AD02C}" dt="2022-09-01T18:50:07.803" v="639" actId="478"/>
          <ac:spMkLst>
            <pc:docMk/>
            <pc:sldMk cId="1732858224" sldId="290"/>
            <ac:spMk id="4" creationId="{4888E5F1-8A9F-8ED3-C5F6-BF7EC7A6F76E}"/>
          </ac:spMkLst>
        </pc:spChg>
        <pc:spChg chg="mod">
          <ac:chgData name="Leônidas Müller de Oliveira" userId="5af9566427f0cd7a" providerId="LiveId" clId="{9E5CC896-D782-4A58-BD37-FC782A9AD02C}" dt="2022-09-01T18:50:12.852" v="642" actId="1076"/>
          <ac:spMkLst>
            <pc:docMk/>
            <pc:sldMk cId="1732858224" sldId="290"/>
            <ac:spMk id="5" creationId="{A3D0606D-7A17-79FB-9651-322EB07A5301}"/>
          </ac:spMkLst>
        </pc:spChg>
        <pc:spChg chg="del">
          <ac:chgData name="Leônidas Müller de Oliveira" userId="5af9566427f0cd7a" providerId="LiveId" clId="{9E5CC896-D782-4A58-BD37-FC782A9AD02C}" dt="2022-09-01T18:50:09.737" v="641" actId="478"/>
          <ac:spMkLst>
            <pc:docMk/>
            <pc:sldMk cId="1732858224" sldId="290"/>
            <ac:spMk id="6" creationId="{90F1F75E-4E52-393B-77BA-E34026B3642C}"/>
          </ac:spMkLst>
        </pc:spChg>
        <pc:spChg chg="del">
          <ac:chgData name="Leônidas Müller de Oliveira" userId="5af9566427f0cd7a" providerId="LiveId" clId="{9E5CC896-D782-4A58-BD37-FC782A9AD02C}" dt="2022-09-01T18:50:06.237" v="638" actId="478"/>
          <ac:spMkLst>
            <pc:docMk/>
            <pc:sldMk cId="1732858224" sldId="290"/>
            <ac:spMk id="7" creationId="{03A437E6-B5DF-FC37-64D6-2C6C4FEC2B0E}"/>
          </ac:spMkLst>
        </pc:spChg>
        <pc:picChg chg="add mod">
          <ac:chgData name="Leônidas Müller de Oliveira" userId="5af9566427f0cd7a" providerId="LiveId" clId="{9E5CC896-D782-4A58-BD37-FC782A9AD02C}" dt="2022-09-01T18:50:28.272" v="644" actId="1076"/>
          <ac:picMkLst>
            <pc:docMk/>
            <pc:sldMk cId="1732858224" sldId="290"/>
            <ac:picMk id="8" creationId="{0B33843E-266F-A2BB-6799-9571597D63A4}"/>
          </ac:picMkLst>
        </pc:picChg>
      </pc:sldChg>
      <pc:sldChg chg="addSp delSp modSp add mod">
        <pc:chgData name="Leônidas Müller de Oliveira" userId="5af9566427f0cd7a" providerId="LiveId" clId="{9E5CC896-D782-4A58-BD37-FC782A9AD02C}" dt="2022-09-06T15:20:53.558" v="1002" actId="6549"/>
        <pc:sldMkLst>
          <pc:docMk/>
          <pc:sldMk cId="1307064886" sldId="291"/>
        </pc:sldMkLst>
        <pc:spChg chg="mod">
          <ac:chgData name="Leônidas Müller de Oliveira" userId="5af9566427f0cd7a" providerId="LiveId" clId="{9E5CC896-D782-4A58-BD37-FC782A9AD02C}" dt="2022-09-06T15:20:53.558" v="1002" actId="6549"/>
          <ac:spMkLst>
            <pc:docMk/>
            <pc:sldMk cId="1307064886" sldId="291"/>
            <ac:spMk id="5" creationId="{A3D0606D-7A17-79FB-9651-322EB07A5301}"/>
          </ac:spMkLst>
        </pc:spChg>
        <pc:spChg chg="mod">
          <ac:chgData name="Leônidas Müller de Oliveira" userId="5af9566427f0cd7a" providerId="LiveId" clId="{9E5CC896-D782-4A58-BD37-FC782A9AD02C}" dt="2022-09-06T15:15:51.743" v="711" actId="20577"/>
          <ac:spMkLst>
            <pc:docMk/>
            <pc:sldMk cId="1307064886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E5CC896-D782-4A58-BD37-FC782A9AD02C}" dt="2022-09-06T15:19:41.457" v="717" actId="1076"/>
          <ac:picMkLst>
            <pc:docMk/>
            <pc:sldMk cId="1307064886" sldId="291"/>
            <ac:picMk id="3" creationId="{7B95C39A-AB93-F4EE-2AE2-2572E16C99BF}"/>
          </ac:picMkLst>
        </pc:picChg>
        <pc:picChg chg="del">
          <ac:chgData name="Leônidas Müller de Oliveira" userId="5af9566427f0cd7a" providerId="LiveId" clId="{9E5CC896-D782-4A58-BD37-FC782A9AD02C}" dt="2022-09-06T15:19:32.179" v="712" actId="478"/>
          <ac:picMkLst>
            <pc:docMk/>
            <pc:sldMk cId="1307064886" sldId="291"/>
            <ac:picMk id="8" creationId="{0B33843E-266F-A2BB-6799-9571597D63A4}"/>
          </ac:picMkLst>
        </pc:picChg>
      </pc:sldChg>
      <pc:sldChg chg="addSp delSp modSp add mod">
        <pc:chgData name="Leônidas Müller de Oliveira" userId="5af9566427f0cd7a" providerId="LiveId" clId="{9E5CC896-D782-4A58-BD37-FC782A9AD02C}" dt="2022-09-06T15:23:23.952" v="1008" actId="1076"/>
        <pc:sldMkLst>
          <pc:docMk/>
          <pc:sldMk cId="88208473" sldId="292"/>
        </pc:sldMkLst>
        <pc:spChg chg="mod">
          <ac:chgData name="Leônidas Müller de Oliveira" userId="5af9566427f0cd7a" providerId="LiveId" clId="{9E5CC896-D782-4A58-BD37-FC782A9AD02C}" dt="2022-09-06T15:23:21.343" v="1007" actId="6549"/>
          <ac:spMkLst>
            <pc:docMk/>
            <pc:sldMk cId="88208473" sldId="292"/>
            <ac:spMk id="5" creationId="{A3D0606D-7A17-79FB-9651-322EB07A5301}"/>
          </ac:spMkLst>
        </pc:spChg>
        <pc:picChg chg="del">
          <ac:chgData name="Leônidas Müller de Oliveira" userId="5af9566427f0cd7a" providerId="LiveId" clId="{9E5CC896-D782-4A58-BD37-FC782A9AD02C}" dt="2022-09-06T15:23:16.877" v="1004" actId="478"/>
          <ac:picMkLst>
            <pc:docMk/>
            <pc:sldMk cId="88208473" sldId="292"/>
            <ac:picMk id="3" creationId="{7B95C39A-AB93-F4EE-2AE2-2572E16C99BF}"/>
          </ac:picMkLst>
        </pc:picChg>
        <pc:picChg chg="add mod">
          <ac:chgData name="Leônidas Müller de Oliveira" userId="5af9566427f0cd7a" providerId="LiveId" clId="{9E5CC896-D782-4A58-BD37-FC782A9AD02C}" dt="2022-09-06T15:23:23.952" v="1008" actId="1076"/>
          <ac:picMkLst>
            <pc:docMk/>
            <pc:sldMk cId="88208473" sldId="292"/>
            <ac:picMk id="4" creationId="{8E1CE426-D6F8-69C6-BCB9-C89C6ACD9725}"/>
          </ac:picMkLst>
        </pc:picChg>
      </pc:sldChg>
      <pc:sldChg chg="addSp delSp modSp add mod ord">
        <pc:chgData name="Leônidas Müller de Oliveira" userId="5af9566427f0cd7a" providerId="LiveId" clId="{9E5CC896-D782-4A58-BD37-FC782A9AD02C}" dt="2022-09-06T15:25:37.469" v="1028" actId="1076"/>
        <pc:sldMkLst>
          <pc:docMk/>
          <pc:sldMk cId="775137276" sldId="293"/>
        </pc:sldMkLst>
        <pc:spChg chg="del">
          <ac:chgData name="Leônidas Müller de Oliveira" userId="5af9566427f0cd7a" providerId="LiveId" clId="{9E5CC896-D782-4A58-BD37-FC782A9AD02C}" dt="2022-09-06T15:25:28.820" v="1026" actId="478"/>
          <ac:spMkLst>
            <pc:docMk/>
            <pc:sldMk cId="775137276" sldId="293"/>
            <ac:spMk id="5" creationId="{A3D0606D-7A17-79FB-9651-322EB07A5301}"/>
          </ac:spMkLst>
        </pc:spChg>
        <pc:spChg chg="mod">
          <ac:chgData name="Leônidas Müller de Oliveira" userId="5af9566427f0cd7a" providerId="LiveId" clId="{9E5CC896-D782-4A58-BD37-FC782A9AD02C}" dt="2022-09-06T15:23:43.985" v="1023" actId="6549"/>
          <ac:spMkLst>
            <pc:docMk/>
            <pc:sldMk cId="775137276" sldId="293"/>
            <ac:spMk id="10" creationId="{D7001BA3-CB80-4627-9BF8-F969EC7D3809}"/>
          </ac:spMkLst>
        </pc:spChg>
        <pc:picChg chg="del">
          <ac:chgData name="Leônidas Müller de Oliveira" userId="5af9566427f0cd7a" providerId="LiveId" clId="{9E5CC896-D782-4A58-BD37-FC782A9AD02C}" dt="2022-09-06T15:25:22.661" v="1024" actId="478"/>
          <ac:picMkLst>
            <pc:docMk/>
            <pc:sldMk cId="775137276" sldId="293"/>
            <ac:picMk id="3" creationId="{7B95C39A-AB93-F4EE-2AE2-2572E16C99BF}"/>
          </ac:picMkLst>
        </pc:picChg>
        <pc:picChg chg="add mod">
          <ac:chgData name="Leônidas Müller de Oliveira" userId="5af9566427f0cd7a" providerId="LiveId" clId="{9E5CC896-D782-4A58-BD37-FC782A9AD02C}" dt="2022-09-06T15:25:37.469" v="1028" actId="1076"/>
          <ac:picMkLst>
            <pc:docMk/>
            <pc:sldMk cId="775137276" sldId="293"/>
            <ac:picMk id="4" creationId="{4C3E3453-A833-81BC-E566-3A830674C709}"/>
          </ac:picMkLst>
        </pc:picChg>
      </pc:sldChg>
    </pc:docChg>
  </pc:docChgLst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8-30T13:44:09.491" v="869" actId="14100"/>
      <pc:docMkLst>
        <pc:docMk/>
      </pc:docMkLst>
      <pc:sldChg chg="modSp mod">
        <pc:chgData name="Leônidas Müller de Oliveira" userId="5af9566427f0cd7a" providerId="LiveId" clId="{9CEBAD42-B415-46AD-8527-E1F9C7EE6655}" dt="2022-08-30T13:43:27.494" v="868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8-30T13:43:27.494" v="868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mod ord">
        <pc:chgData name="Leônidas Müller de Oliveira" userId="5af9566427f0cd7a" providerId="LiveId" clId="{9CEBAD42-B415-46AD-8527-E1F9C7EE6655}" dt="2022-08-29T14:06:18.019" v="489" actId="478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2D80EA78-D9A5-47E6-A206-2A2C918D4BBD}"/>
    <pc:docChg chg="undo custSel addSld delSld modSld">
      <pc:chgData name="Leônidas Müller de Oliveira" userId="5af9566427f0cd7a" providerId="LiveId" clId="{2D80EA78-D9A5-47E6-A206-2A2C918D4BBD}" dt="2025-06-30T01:22:12.037" v="401" actId="47"/>
      <pc:docMkLst>
        <pc:docMk/>
      </pc:docMkLst>
      <pc:sldChg chg="addSp delSp modSp mod">
        <pc:chgData name="Leônidas Müller de Oliveira" userId="5af9566427f0cd7a" providerId="LiveId" clId="{2D80EA78-D9A5-47E6-A206-2A2C918D4BBD}" dt="2025-06-30T01:21:54.433" v="394" actId="478"/>
        <pc:sldMkLst>
          <pc:docMk/>
          <pc:sldMk cId="2510226186" sldId="285"/>
        </pc:sldMkLst>
        <pc:grpChg chg="del mod">
          <ac:chgData name="Leônidas Müller de Oliveira" userId="5af9566427f0cd7a" providerId="LiveId" clId="{2D80EA78-D9A5-47E6-A206-2A2C918D4BBD}" dt="2025-06-28T13:57:40.167" v="12"/>
          <ac:grpSpMkLst>
            <pc:docMk/>
            <pc:sldMk cId="2510226186" sldId="285"/>
            <ac:grpSpMk id="7" creationId="{857421B3-9130-B95A-2886-2B86A0E3167D}"/>
          </ac:grpSpMkLst>
        </pc:grpChg>
        <pc:grpChg chg="del mod">
          <ac:chgData name="Leônidas Müller de Oliveira" userId="5af9566427f0cd7a" providerId="LiveId" clId="{2D80EA78-D9A5-47E6-A206-2A2C918D4BBD}" dt="2025-06-30T01:21:54.433" v="394" actId="478"/>
          <ac:grpSpMkLst>
            <pc:docMk/>
            <pc:sldMk cId="2510226186" sldId="285"/>
            <ac:grpSpMk id="16" creationId="{4995B2E6-FDA2-64A7-3E6D-B57E4DFEB0A3}"/>
          </ac:grpSpMkLst>
        </pc:grpChg>
        <pc:grpChg chg="del mod">
          <ac:chgData name="Leônidas Müller de Oliveira" userId="5af9566427f0cd7a" providerId="LiveId" clId="{2D80EA78-D9A5-47E6-A206-2A2C918D4BBD}" dt="2025-06-28T13:57:51.472" v="23"/>
          <ac:grpSpMkLst>
            <pc:docMk/>
            <pc:sldMk cId="2510226186" sldId="285"/>
            <ac:grpSpMk id="22" creationId="{F9386E82-5B3A-FFBC-EFC8-D14E793B88F7}"/>
          </ac:grpSpMkLst>
        </pc:grpChg>
        <pc:grpChg chg="del mod">
          <ac:chgData name="Leônidas Müller de Oliveira" userId="5af9566427f0cd7a" providerId="LiveId" clId="{2D80EA78-D9A5-47E6-A206-2A2C918D4BBD}" dt="2025-06-28T13:57:59.218" v="29"/>
          <ac:grpSpMkLst>
            <pc:docMk/>
            <pc:sldMk cId="2510226186" sldId="285"/>
            <ac:grpSpMk id="27" creationId="{4EC4DB6D-2427-AA43-841C-53BF9B8E4D3C}"/>
          </ac:grpSpMkLst>
        </pc:grpChg>
        <pc:grpChg chg="del mod">
          <ac:chgData name="Leônidas Müller de Oliveira" userId="5af9566427f0cd7a" providerId="LiveId" clId="{2D80EA78-D9A5-47E6-A206-2A2C918D4BBD}" dt="2025-06-28T13:57:59.218" v="29"/>
          <ac:grpSpMkLst>
            <pc:docMk/>
            <pc:sldMk cId="2510226186" sldId="285"/>
            <ac:grpSpMk id="31" creationId="{06464972-45D4-05B1-973D-37C498AFF27B}"/>
          </ac:grpSpMkLst>
        </pc:grpChg>
        <pc:grpChg chg="del mod">
          <ac:chgData name="Leônidas Müller de Oliveira" userId="5af9566427f0cd7a" providerId="LiveId" clId="{2D80EA78-D9A5-47E6-A206-2A2C918D4BBD}" dt="2025-06-28T13:58:27.202" v="31"/>
          <ac:grpSpMkLst>
            <pc:docMk/>
            <pc:sldMk cId="2510226186" sldId="285"/>
            <ac:grpSpMk id="33" creationId="{CF483621-B7C8-EF14-CE3E-AD6E99EA9838}"/>
          </ac:grpSpMkLst>
        </pc:grpChg>
        <pc:grpChg chg="del mod">
          <ac:chgData name="Leônidas Müller de Oliveira" userId="5af9566427f0cd7a" providerId="LiveId" clId="{2D80EA78-D9A5-47E6-A206-2A2C918D4BBD}" dt="2025-06-28T14:00:00.916" v="35"/>
          <ac:grpSpMkLst>
            <pc:docMk/>
            <pc:sldMk cId="2510226186" sldId="285"/>
            <ac:grpSpMk id="35" creationId="{8D8FA32F-3E02-2761-D69D-AF9C386FF2C1}"/>
          </ac:grpSpMkLst>
        </pc:grpChg>
        <pc:grpChg chg="del mod">
          <ac:chgData name="Leônidas Müller de Oliveira" userId="5af9566427f0cd7a" providerId="LiveId" clId="{2D80EA78-D9A5-47E6-A206-2A2C918D4BBD}" dt="2025-06-30T01:21:54.433" v="394" actId="478"/>
          <ac:grpSpMkLst>
            <pc:docMk/>
            <pc:sldMk cId="2510226186" sldId="285"/>
            <ac:grpSpMk id="39" creationId="{16A346B9-5F31-D991-6A78-42C039703634}"/>
          </ac:grpSpMkLst>
        </pc:grpChg>
        <pc:grpChg chg="del mod">
          <ac:chgData name="Leônidas Müller de Oliveira" userId="5af9566427f0cd7a" providerId="LiveId" clId="{2D80EA78-D9A5-47E6-A206-2A2C918D4BBD}" dt="2025-06-30T01:21:54.433" v="394" actId="478"/>
          <ac:grpSpMkLst>
            <pc:docMk/>
            <pc:sldMk cId="2510226186" sldId="285"/>
            <ac:grpSpMk id="44" creationId="{F1D35F3E-4C76-4CDA-C414-346F5B32AB4B}"/>
          </ac:grpSpMkLst>
        </pc:grpChg>
        <pc:inkChg chg="add de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" creationId="{E8B87B66-010D-D3AE-CFED-7A05597051E4}"/>
          </ac:inkMkLst>
        </pc:inkChg>
        <pc:inkChg chg="add de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" creationId="{DC342AC7-DDF9-E979-340F-A36E5DB24133}"/>
          </ac:inkMkLst>
        </pc:inkChg>
        <pc:inkChg chg="add de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4" creationId="{E77BC804-6AA2-857D-9233-4F4DEEE4E5B2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5" creationId="{61A4507B-DCB1-2D21-AF24-00D38FD02180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6" creationId="{BAE89207-D5DD-CCF9-E966-4FD985E3846B}"/>
          </ac:inkMkLst>
        </pc:inkChg>
        <pc:inkChg chg="add del mod topLv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8" creationId="{AA3B7FC3-9294-1246-0975-9F6047813EB7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1" creationId="{88E15CB0-15C9-D75E-A77E-C718B5BE1010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2" creationId="{AC3DF538-533C-A44F-2F3D-59CBACC85DAA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3" creationId="{F1B5C6DC-F7BA-640E-75B6-F0A1D06D3084}"/>
          </ac:inkMkLst>
        </pc:inkChg>
        <pc:inkChg chg="add del mod topLv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4" creationId="{77AC3F88-9064-0140-A051-110363C248EC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5" creationId="{0DB454FE-048E-E1F8-A65F-0ACC3999D8F3}"/>
          </ac:inkMkLst>
        </pc:inkChg>
        <pc:inkChg chg="add de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7" creationId="{EF7DCE5F-E5B5-40E8-31FB-ACB07674F387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8" creationId="{4CEAE080-153F-9F42-B182-1AE59F7F06FF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19" creationId="{D047E671-EDEA-143D-3AFC-5C66C30E8C15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0" creationId="{170459FF-153E-EF49-ADB1-E96E9130D6D0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1" creationId="{D029F163-D70D-9F41-12BE-A4B23648749B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3" creationId="{D727074C-41BE-1F6E-6568-F54A4E4BA4CF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4" creationId="{41376604-26DC-9033-B5AB-D23760089A61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5" creationId="{CBE87CB8-F64E-D2B3-9FB0-7E478C24E3C0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6" creationId="{735C8C33-133E-E4D9-DE40-0A121F4125D1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8" creationId="{64025259-7C78-003F-1299-EFF11C5EB3BC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29" creationId="{220E9960-D63F-4A1B-3C99-F9C88B8E0459}"/>
          </ac:inkMkLst>
        </pc:inkChg>
        <pc:inkChg chg="add del mod topLv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0" creationId="{7D2AEACB-7729-936F-8FC5-B128F1E70340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2" creationId="{4382CBC9-92AE-6452-F090-AECE24E06A42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4" creationId="{D4BDA628-39DD-B2E4-964F-946B8BCCB881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6" creationId="{33A4E55C-1A42-C722-783A-A2BF7E9F0E46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7" creationId="{BACA6337-EF3A-0363-71E7-209AB79DDEF8}"/>
          </ac:inkMkLst>
        </pc:inkChg>
        <pc:inkChg chg="add del mod topLv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38" creationId="{37AD3220-902A-CF81-F362-954B6E58AE26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40" creationId="{8562B921-C3D8-7BC3-19E3-8BE2F076E37C}"/>
          </ac:inkMkLst>
        </pc:inkChg>
        <pc:inkChg chg="add del mod topLv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41" creationId="{8E2B9C9A-E83D-3213-9A6D-B1EE245525E0}"/>
          </ac:inkMkLst>
        </pc:inkChg>
        <pc:inkChg chg="add del mod topLvl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42" creationId="{B58297AB-B908-FA31-974D-15DE52883D2A}"/>
          </ac:inkMkLst>
        </pc:inkChg>
        <pc:inkChg chg="add del mod">
          <ac:chgData name="Leônidas Müller de Oliveira" userId="5af9566427f0cd7a" providerId="LiveId" clId="{2D80EA78-D9A5-47E6-A206-2A2C918D4BBD}" dt="2025-06-30T01:21:54.433" v="394" actId="478"/>
          <ac:inkMkLst>
            <pc:docMk/>
            <pc:sldMk cId="2510226186" sldId="285"/>
            <ac:inkMk id="43" creationId="{688239C5-F485-908A-BBE3-B2A9E8BDEDAB}"/>
          </ac:inkMkLst>
        </pc:inkChg>
      </pc:sldChg>
      <pc:sldChg chg="addSp delSp modSp mod">
        <pc:chgData name="Leônidas Müller de Oliveira" userId="5af9566427f0cd7a" providerId="LiveId" clId="{2D80EA78-D9A5-47E6-A206-2A2C918D4BBD}" dt="2025-06-30T01:21:57.200" v="395" actId="478"/>
        <pc:sldMkLst>
          <pc:docMk/>
          <pc:sldMk cId="4004384132" sldId="286"/>
        </pc:sldMkLst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15" creationId="{17A3C987-7AD7-89CA-A187-E66C849B51DF}"/>
          </ac:grpSpMkLst>
        </pc:grpChg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21" creationId="{AB924435-2F61-A7F9-EA17-CA76F2B49E93}"/>
          </ac:grpSpMkLst>
        </pc:grpChg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24" creationId="{EA2576DF-90C3-E833-C42F-7E3FD18DBCAC}"/>
          </ac:grpSpMkLst>
        </pc:grpChg>
        <pc:grpChg chg="del mod">
          <ac:chgData name="Leônidas Müller de Oliveira" userId="5af9566427f0cd7a" providerId="LiveId" clId="{2D80EA78-D9A5-47E6-A206-2A2C918D4BBD}" dt="2025-06-28T14:01:47.478" v="65"/>
          <ac:grpSpMkLst>
            <pc:docMk/>
            <pc:sldMk cId="4004384132" sldId="286"/>
            <ac:grpSpMk id="29" creationId="{FF9D828C-6166-A5B2-D1A4-B54A2ED426A6}"/>
          </ac:grpSpMkLst>
        </pc:grpChg>
        <pc:grpChg chg="del mod">
          <ac:chgData name="Leônidas Müller de Oliveira" userId="5af9566427f0cd7a" providerId="LiveId" clId="{2D80EA78-D9A5-47E6-A206-2A2C918D4BBD}" dt="2025-06-28T14:26:01.448" v="242"/>
          <ac:grpSpMkLst>
            <pc:docMk/>
            <pc:sldMk cId="4004384132" sldId="286"/>
            <ac:grpSpMk id="35" creationId="{FE868DB5-FBA6-3B37-E3B9-14CC6B2DC1A0}"/>
          </ac:grpSpMkLst>
        </pc:grpChg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37" creationId="{B0D12313-39F8-37D4-5FD0-1BE20B0AF253}"/>
          </ac:grpSpMkLst>
        </pc:grpChg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42" creationId="{0ACFB1BC-6660-402A-D518-ED8D601F6972}"/>
          </ac:grpSpMkLst>
        </pc:grpChg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49" creationId="{48A87C0E-5ADF-9AC2-3F60-3AD02F77F544}"/>
          </ac:grpSpMkLst>
        </pc:grpChg>
        <pc:grpChg chg="del mod">
          <ac:chgData name="Leônidas Müller de Oliveira" userId="5af9566427f0cd7a" providerId="LiveId" clId="{2D80EA78-D9A5-47E6-A206-2A2C918D4BBD}" dt="2025-06-30T01:21:57.200" v="395" actId="478"/>
          <ac:grpSpMkLst>
            <pc:docMk/>
            <pc:sldMk cId="4004384132" sldId="286"/>
            <ac:grpSpMk id="52" creationId="{FEC8F90F-AE03-5462-AA28-3DE1F3C32176}"/>
          </ac:grpSpMkLst>
        </pc:grp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" creationId="{81E56339-8693-2B90-AE38-040DF49FE4B9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8" creationId="{25C65B2D-0580-7A7F-1B5B-09846424E54A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9" creationId="{AA0F0080-F2DE-3AD9-6DD8-DCFF6EC3B8B3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2" creationId="{50B8F5E4-86B2-3EC0-F46C-AADA5BDD16E4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3" creationId="{652B01D5-9025-EF05-B815-9CDB8925D46D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4" creationId="{9F03514F-4091-621B-6FA9-617909780A9F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6" creationId="{ECD6EF5A-6C73-5ED5-DF2A-0ED1F9A5F6D7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7" creationId="{73154159-BC26-404B-68D2-3311D34C927F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8" creationId="{93F00186-01F0-4DFD-65E2-60C2B1CC04F4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19" creationId="{FE86B9F9-7608-342F-03B0-786079055C8B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0" creationId="{C83086C4-E6C6-965E-5982-8274493D9F58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2" creationId="{8282FEF2-7A85-B8BC-8BE3-14588E05F46E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3" creationId="{42B95035-960E-7906-2ABB-5DC23ADD964D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5" creationId="{4CE915B2-B613-F078-206C-D493421DADD9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6" creationId="{7D6EA2E0-4463-B044-2213-FDFF1E317FA1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7" creationId="{0979E244-52A7-9909-A2BF-0E5286DFEA1A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28" creationId="{9B468583-D839-C94D-7EDE-1E45C7B436B4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0" creationId="{F264E37C-7565-9569-4506-962C3F2584A4}"/>
          </ac:inkMkLst>
        </pc:inkChg>
        <pc:inkChg chg="add del">
          <ac:chgData name="Leônidas Müller de Oliveira" userId="5af9566427f0cd7a" providerId="LiveId" clId="{2D80EA78-D9A5-47E6-A206-2A2C918D4BBD}" dt="2025-06-28T14:01:24.651" v="59" actId="9405"/>
          <ac:inkMkLst>
            <pc:docMk/>
            <pc:sldMk cId="4004384132" sldId="286"/>
            <ac:inkMk id="31" creationId="{79CF19AA-3BC6-3CD2-BCC5-06D97CD409AB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2" creationId="{0BC67897-42B2-CFE3-4824-EB3479416EE4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3" creationId="{40384610-B272-A1CC-8239-4A9A16DFB366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4" creationId="{97419EB0-7657-7936-EBBA-BCFFF1200CB5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6" creationId="{6CA386F7-363A-FB31-6DAD-A43C8C894ACE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8" creationId="{00C0C08B-5F2F-3375-96F1-B7207C3648BF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39" creationId="{17AEE2C3-45AA-7F83-97BF-1051BB19F392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0" creationId="{644369B2-B0C2-52D7-A6E9-5BAE59022097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1" creationId="{4CD1791A-2F23-5A0F-F49C-FE5C0B467D1B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3" creationId="{408FF05D-76AC-FED5-44F4-D491B83086DF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4" creationId="{BDBC069A-31AD-8D13-8793-DA2967D19371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5" creationId="{1277B406-FBD0-1A13-FCD4-C8B2297EAD7C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6" creationId="{2A601100-BBDC-16DE-0012-278EDACF1498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7" creationId="{0C3EE454-4590-6DC6-EC90-012431A61FEA}"/>
          </ac:inkMkLst>
        </pc:inkChg>
        <pc:inkChg chg="add del mod topLv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48" creationId="{CF432C60-ED33-3117-74AA-06B8E95EB3C1}"/>
          </ac:inkMkLst>
        </pc:inkChg>
        <pc:inkChg chg="add del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50" creationId="{2A08CAF8-C4C4-975F-9782-B51339CCCF8E}"/>
          </ac:inkMkLst>
        </pc:inkChg>
        <pc:inkChg chg="add del mod">
          <ac:chgData name="Leônidas Müller de Oliveira" userId="5af9566427f0cd7a" providerId="LiveId" clId="{2D80EA78-D9A5-47E6-A206-2A2C918D4BBD}" dt="2025-06-30T01:21:57.200" v="395" actId="478"/>
          <ac:inkMkLst>
            <pc:docMk/>
            <pc:sldMk cId="4004384132" sldId="286"/>
            <ac:inkMk id="51" creationId="{E988E36C-0A6A-6022-B4CF-139B094B3C4C}"/>
          </ac:inkMkLst>
        </pc:inkChg>
      </pc:sldChg>
      <pc:sldChg chg="addSp delSp modSp mod">
        <pc:chgData name="Leônidas Müller de Oliveira" userId="5af9566427f0cd7a" providerId="LiveId" clId="{2D80EA78-D9A5-47E6-A206-2A2C918D4BBD}" dt="2025-06-30T01:21:59.573" v="396" actId="478"/>
        <pc:sldMkLst>
          <pc:docMk/>
          <pc:sldMk cId="1732858224" sldId="290"/>
        </pc:sldMkLst>
        <pc:grpChg chg="del mod">
          <ac:chgData name="Leônidas Müller de Oliveira" userId="5af9566427f0cd7a" providerId="LiveId" clId="{2D80EA78-D9A5-47E6-A206-2A2C918D4BBD}" dt="2025-06-28T14:11:43.968" v="88"/>
          <ac:grpSpMkLst>
            <pc:docMk/>
            <pc:sldMk cId="1732858224" sldId="290"/>
            <ac:grpSpMk id="4" creationId="{8AB00EA2-723C-45B3-FF30-672A7C033F76}"/>
          </ac:grpSpMkLst>
        </pc:grpChg>
        <pc:grpChg chg="del mod">
          <ac:chgData name="Leônidas Müller de Oliveira" userId="5af9566427f0cd7a" providerId="LiveId" clId="{2D80EA78-D9A5-47E6-A206-2A2C918D4BBD}" dt="2025-06-28T14:11:43.968" v="88"/>
          <ac:grpSpMkLst>
            <pc:docMk/>
            <pc:sldMk cId="1732858224" sldId="290"/>
            <ac:grpSpMk id="11" creationId="{D6C24B46-4129-00C1-FDFB-21567EFCD9E0}"/>
          </ac:grpSpMkLst>
        </pc:grpChg>
        <pc:grpChg chg="del mod">
          <ac:chgData name="Leônidas Müller de Oliveira" userId="5af9566427f0cd7a" providerId="LiveId" clId="{2D80EA78-D9A5-47E6-A206-2A2C918D4BBD}" dt="2025-06-30T01:21:59.573" v="396" actId="478"/>
          <ac:grpSpMkLst>
            <pc:docMk/>
            <pc:sldMk cId="1732858224" sldId="290"/>
            <ac:grpSpMk id="14" creationId="{04582B96-3F6B-032F-A787-58CB2191CB9D}"/>
          </ac:grpSpMkLst>
        </pc:grpChg>
        <pc:grpChg chg="del mod">
          <ac:chgData name="Leônidas Müller de Oliveira" userId="5af9566427f0cd7a" providerId="LiveId" clId="{2D80EA78-D9A5-47E6-A206-2A2C918D4BBD}" dt="2025-06-30T01:21:59.573" v="396" actId="478"/>
          <ac:grpSpMkLst>
            <pc:docMk/>
            <pc:sldMk cId="1732858224" sldId="290"/>
            <ac:grpSpMk id="20" creationId="{2A7D496E-806F-6B20-7687-7B42C258A858}"/>
          </ac:grpSpMkLst>
        </pc:grpChg>
        <pc:grpChg chg="del mod">
          <ac:chgData name="Leônidas Müller de Oliveira" userId="5af9566427f0cd7a" providerId="LiveId" clId="{2D80EA78-D9A5-47E6-A206-2A2C918D4BBD}" dt="2025-06-30T01:21:59.573" v="396" actId="478"/>
          <ac:grpSpMkLst>
            <pc:docMk/>
            <pc:sldMk cId="1732858224" sldId="290"/>
            <ac:grpSpMk id="21" creationId="{43F9251A-DD56-13CF-5629-EAF7878C67B8}"/>
          </ac:grpSpMkLst>
        </pc:grpChg>
        <pc:grpChg chg="mod">
          <ac:chgData name="Leônidas Müller de Oliveira" userId="5af9566427f0cd7a" providerId="LiveId" clId="{2D80EA78-D9A5-47E6-A206-2A2C918D4BBD}" dt="2025-06-28T14:11:57.641" v="100"/>
          <ac:grpSpMkLst>
            <pc:docMk/>
            <pc:sldMk cId="1732858224" sldId="290"/>
            <ac:grpSpMk id="25" creationId="{2350ECAF-88CA-D51F-12FA-485BBCC345BF}"/>
          </ac:grpSpMkLst>
        </pc:grpChg>
        <pc:grpChg chg="del mod">
          <ac:chgData name="Leônidas Müller de Oliveira" userId="5af9566427f0cd7a" providerId="LiveId" clId="{2D80EA78-D9A5-47E6-A206-2A2C918D4BBD}" dt="2025-06-28T14:12:16.393" v="108"/>
          <ac:grpSpMkLst>
            <pc:docMk/>
            <pc:sldMk cId="1732858224" sldId="290"/>
            <ac:grpSpMk id="30" creationId="{ACB9F053-79E1-3457-A42D-795FFF119EF7}"/>
          </ac:grpSpMkLst>
        </pc:grpChg>
        <pc:grpChg chg="del mod">
          <ac:chgData name="Leônidas Müller de Oliveira" userId="5af9566427f0cd7a" providerId="LiveId" clId="{2D80EA78-D9A5-47E6-A206-2A2C918D4BBD}" dt="2025-06-28T14:12:20.056" v="110"/>
          <ac:grpSpMkLst>
            <pc:docMk/>
            <pc:sldMk cId="1732858224" sldId="290"/>
            <ac:grpSpMk id="32" creationId="{3F1BAD0C-0649-7F36-5FB4-E5A4840FEF88}"/>
          </ac:grpSpMkLst>
        </pc:grpChg>
        <pc:grpChg chg="del mod">
          <ac:chgData name="Leônidas Müller de Oliveira" userId="5af9566427f0cd7a" providerId="LiveId" clId="{2D80EA78-D9A5-47E6-A206-2A2C918D4BBD}" dt="2025-06-28T14:12:24.636" v="113"/>
          <ac:grpSpMkLst>
            <pc:docMk/>
            <pc:sldMk cId="1732858224" sldId="290"/>
            <ac:grpSpMk id="34" creationId="{E4D7B00E-44B5-641A-3FA7-4ED2142D7B12}"/>
          </ac:grpSpMkLst>
        </pc:grpChg>
        <pc:grpChg chg="del mod">
          <ac:chgData name="Leônidas Müller de Oliveira" userId="5af9566427f0cd7a" providerId="LiveId" clId="{2D80EA78-D9A5-47E6-A206-2A2C918D4BBD}" dt="2025-06-28T14:12:26.813" v="117"/>
          <ac:grpSpMkLst>
            <pc:docMk/>
            <pc:sldMk cId="1732858224" sldId="290"/>
            <ac:grpSpMk id="37" creationId="{03127AF2-D71B-1AB8-F481-EE4C66680129}"/>
          </ac:grpSpMkLst>
        </pc:grpChg>
        <pc:grpChg chg="del mod">
          <ac:chgData name="Leônidas Müller de Oliveira" userId="5af9566427f0cd7a" providerId="LiveId" clId="{2D80EA78-D9A5-47E6-A206-2A2C918D4BBD}" dt="2025-06-28T14:12:30.124" v="120"/>
          <ac:grpSpMkLst>
            <pc:docMk/>
            <pc:sldMk cId="1732858224" sldId="290"/>
            <ac:grpSpMk id="41" creationId="{FE6FB75A-A7EA-1C4D-A672-E48C43D3A51D}"/>
          </ac:grpSpMkLst>
        </pc:grpChg>
        <pc:grpChg chg="del mod">
          <ac:chgData name="Leônidas Müller de Oliveira" userId="5af9566427f0cd7a" providerId="LiveId" clId="{2D80EA78-D9A5-47E6-A206-2A2C918D4BBD}" dt="2025-06-30T01:21:59.573" v="396" actId="478"/>
          <ac:grpSpMkLst>
            <pc:docMk/>
            <pc:sldMk cId="1732858224" sldId="290"/>
            <ac:grpSpMk id="44" creationId="{5FBC91D2-1EAC-8D9B-C421-CC94456DF7DE}"/>
          </ac:grpSpMkLst>
        </pc:grp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2" creationId="{BE7B5DCD-BD85-62F1-D082-C340143E37DA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" creationId="{9F29124A-8CF2-BA99-544D-DFFBBB8C848D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6" creationId="{EABEF4FF-8B02-FFD2-6F69-D8CEC1A9E2E2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7" creationId="{7D533A51-5E67-9414-FF4C-66727249934C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9" creationId="{3AB6F19C-02F9-CCAD-53FC-B74EEEAE4C9E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2" creationId="{CC2F0CE4-B298-A49C-D5A1-025D1440DDF5}"/>
          </ac:inkMkLst>
        </pc:inkChg>
        <pc:inkChg chg="add de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3" creationId="{0E5A71E9-52EA-6D1E-3408-04910340A7AB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5" creationId="{BB6F45E0-1057-A5EF-748F-D77DF2C72EE6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6" creationId="{0AD445E7-B69F-613C-2933-AAF8A32C6615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7" creationId="{0E290BA9-45A6-3DC3-B016-CE12BAD3BF6C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8" creationId="{83960EA1-DC66-804B-082C-D1EDDA4DECEE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19" creationId="{2973B3E0-72B6-324C-FDCB-0C977511127C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22" creationId="{FB8449D9-9F57-8B35-A4F6-9D072FAD19A0}"/>
          </ac:inkMkLst>
        </pc:inkChg>
        <pc:inkChg chg="add del mod">
          <ac:chgData name="Leônidas Müller de Oliveira" userId="5af9566427f0cd7a" providerId="LiveId" clId="{2D80EA78-D9A5-47E6-A206-2A2C918D4BBD}" dt="2025-06-28T14:11:58.210" v="101" actId="9405"/>
          <ac:inkMkLst>
            <pc:docMk/>
            <pc:sldMk cId="1732858224" sldId="290"/>
            <ac:inkMk id="23" creationId="{4798A447-AA9D-A4F3-C58A-B9F29600277E}"/>
          </ac:inkMkLst>
        </pc:inkChg>
        <pc:inkChg chg="add del mod">
          <ac:chgData name="Leônidas Müller de Oliveira" userId="5af9566427f0cd7a" providerId="LiveId" clId="{2D80EA78-D9A5-47E6-A206-2A2C918D4BBD}" dt="2025-06-28T14:11:57.641" v="100"/>
          <ac:inkMkLst>
            <pc:docMk/>
            <pc:sldMk cId="1732858224" sldId="290"/>
            <ac:inkMk id="24" creationId="{423C17E6-8829-D20F-2254-43401FA4F2DE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26" creationId="{58BF613D-62FD-B8C0-D9AC-EF1076850A0A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27" creationId="{4FAE5DFE-E572-0BE4-86A3-1919F5431614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28" creationId="{D3D4149A-1E45-E6BD-D519-5A55856AF858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29" creationId="{3FF2F7A6-A589-9546-312A-3A46E5ABA9DF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1" creationId="{7103087D-4B68-E954-6354-CA1891A59367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3" creationId="{F92EDA10-9EC1-F15E-65CE-9BE1BAF9CB12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5" creationId="{083ED21B-DBE0-69BC-5B64-CF047D28BD11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6" creationId="{01B59AED-D869-1C9D-F886-3EF039325686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8" creationId="{E89BDF2F-916E-A435-F29A-FB7B56412060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39" creationId="{453D1BD8-C4C2-3829-EB3F-8944045EAC01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40" creationId="{3A03F777-FA07-33DB-22EF-F2960583C6C3}"/>
          </ac:inkMkLst>
        </pc:inkChg>
        <pc:inkChg chg="add del mod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42" creationId="{ED8C9F3E-7435-8ABA-F58E-02314ADF7700}"/>
          </ac:inkMkLst>
        </pc:inkChg>
        <pc:inkChg chg="add del mod topLvl">
          <ac:chgData name="Leônidas Müller de Oliveira" userId="5af9566427f0cd7a" providerId="LiveId" clId="{2D80EA78-D9A5-47E6-A206-2A2C918D4BBD}" dt="2025-06-30T01:21:59.573" v="396" actId="478"/>
          <ac:inkMkLst>
            <pc:docMk/>
            <pc:sldMk cId="1732858224" sldId="290"/>
            <ac:inkMk id="43" creationId="{B59ED2B7-70EA-31FA-E06D-BAF0ED961D87}"/>
          </ac:inkMkLst>
        </pc:inkChg>
      </pc:sldChg>
      <pc:sldChg chg="addSp delSp modSp mod">
        <pc:chgData name="Leônidas Müller de Oliveira" userId="5af9566427f0cd7a" providerId="LiveId" clId="{2D80EA78-D9A5-47E6-A206-2A2C918D4BBD}" dt="2025-06-30T01:22:06.183" v="399" actId="478"/>
        <pc:sldMkLst>
          <pc:docMk/>
          <pc:sldMk cId="1307064886" sldId="291"/>
        </pc:sldMkLst>
        <pc:grpChg chg="del mod">
          <ac:chgData name="Leônidas Müller de Oliveira" userId="5af9566427f0cd7a" providerId="LiveId" clId="{2D80EA78-D9A5-47E6-A206-2A2C918D4BBD}" dt="2025-06-28T14:26:30.186" v="249"/>
          <ac:grpSpMkLst>
            <pc:docMk/>
            <pc:sldMk cId="1307064886" sldId="291"/>
            <ac:grpSpMk id="6" creationId="{623045BC-0DF2-9A45-D8ED-0434FD505039}"/>
          </ac:grpSpMkLst>
        </pc:grpChg>
        <pc:grpChg chg="del mod">
          <ac:chgData name="Leônidas Müller de Oliveira" userId="5af9566427f0cd7a" providerId="LiveId" clId="{2D80EA78-D9A5-47E6-A206-2A2C918D4BBD}" dt="2025-06-28T14:26:33.543" v="256"/>
          <ac:grpSpMkLst>
            <pc:docMk/>
            <pc:sldMk cId="1307064886" sldId="291"/>
            <ac:grpSpMk id="11" creationId="{52143B63-A512-26A5-4838-DF40A7736586}"/>
          </ac:grpSpMkLst>
        </pc:grpChg>
        <pc:grpChg chg="del mod">
          <ac:chgData name="Leônidas Müller de Oliveira" userId="5af9566427f0cd7a" providerId="LiveId" clId="{2D80EA78-D9A5-47E6-A206-2A2C918D4BBD}" dt="2025-06-28T14:26:52.228" v="265"/>
          <ac:grpSpMkLst>
            <pc:docMk/>
            <pc:sldMk cId="1307064886" sldId="291"/>
            <ac:grpSpMk id="18" creationId="{B370B809-2B40-3E74-397E-A4612CF3A1D5}"/>
          </ac:grpSpMkLst>
        </pc:grpChg>
        <pc:grpChg chg="add del mod">
          <ac:chgData name="Leônidas Müller de Oliveira" userId="5af9566427f0cd7a" providerId="LiveId" clId="{2D80EA78-D9A5-47E6-A206-2A2C918D4BBD}" dt="2025-06-28T14:27:02.778" v="277"/>
          <ac:grpSpMkLst>
            <pc:docMk/>
            <pc:sldMk cId="1307064886" sldId="291"/>
            <ac:grpSpMk id="27" creationId="{422E1372-98F2-12A6-42C0-5902AE7BCFA4}"/>
          </ac:grpSpMkLst>
        </pc:grpChg>
        <pc:grpChg chg="add del mod">
          <ac:chgData name="Leônidas Müller de Oliveira" userId="5af9566427f0cd7a" providerId="LiveId" clId="{2D80EA78-D9A5-47E6-A206-2A2C918D4BBD}" dt="2025-06-28T14:26:58.092" v="273"/>
          <ac:grpSpMkLst>
            <pc:docMk/>
            <pc:sldMk cId="1307064886" sldId="291"/>
            <ac:grpSpMk id="29" creationId="{876F28D7-2BC4-13E7-0F91-72AF41E87B14}"/>
          </ac:grpSpMkLst>
        </pc:grpChg>
        <pc:grpChg chg="mod">
          <ac:chgData name="Leônidas Müller de Oliveira" userId="5af9566427f0cd7a" providerId="LiveId" clId="{2D80EA78-D9A5-47E6-A206-2A2C918D4BBD}" dt="2025-06-28T14:26:57.543" v="271"/>
          <ac:grpSpMkLst>
            <pc:docMk/>
            <pc:sldMk cId="1307064886" sldId="291"/>
            <ac:grpSpMk id="31" creationId="{815E3274-64EA-BC5F-474E-DBF04A84D46E}"/>
          </ac:grpSpMkLst>
        </pc:grpChg>
        <pc:grpChg chg="del mod">
          <ac:chgData name="Leônidas Müller de Oliveira" userId="5af9566427f0cd7a" providerId="LiveId" clId="{2D80EA78-D9A5-47E6-A206-2A2C918D4BBD}" dt="2025-06-28T14:27:06.798" v="279"/>
          <ac:grpSpMkLst>
            <pc:docMk/>
            <pc:sldMk cId="1307064886" sldId="291"/>
            <ac:grpSpMk id="35" creationId="{FD872CAE-55D3-6484-15B7-969DD46B07EA}"/>
          </ac:grpSpMkLst>
        </pc:grpChg>
        <pc:grpChg chg="del mod">
          <ac:chgData name="Leônidas Müller de Oliveira" userId="5af9566427f0cd7a" providerId="LiveId" clId="{2D80EA78-D9A5-47E6-A206-2A2C918D4BBD}" dt="2025-06-28T14:27:13.739" v="281"/>
          <ac:grpSpMkLst>
            <pc:docMk/>
            <pc:sldMk cId="1307064886" sldId="291"/>
            <ac:grpSpMk id="37" creationId="{3937F858-5CCE-E1FC-F3FB-5F88EE9790EC}"/>
          </ac:grpSpMkLst>
        </pc:grpChg>
        <pc:grpChg chg="del mod">
          <ac:chgData name="Leônidas Müller de Oliveira" userId="5af9566427f0cd7a" providerId="LiveId" clId="{2D80EA78-D9A5-47E6-A206-2A2C918D4BBD}" dt="2025-06-30T01:22:06.183" v="399" actId="478"/>
          <ac:grpSpMkLst>
            <pc:docMk/>
            <pc:sldMk cId="1307064886" sldId="291"/>
            <ac:grpSpMk id="39" creationId="{1DD1F1C5-F192-75C2-0DAE-321D9EE5D199}"/>
          </ac:grpSpMkLst>
        </pc:grp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" creationId="{34515564-36FD-0713-AD26-3473F9D2548A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4" creationId="{0EE944E6-CA76-1D13-C4BA-2AA0BB50DF7D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7" creationId="{BEF7999F-C1B4-07E8-C10F-ED01D9860898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8" creationId="{C76AFB65-6C57-4724-77D2-B2BAC58979A5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9" creationId="{21EECEDF-DB87-5429-1A6C-A4DFB4BA0F5B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2" creationId="{850049FE-8854-0EDD-4B3F-18DCD4C47C60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3" creationId="{F9244317-0020-7B90-0357-3E892994B391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4" creationId="{A40FA0E0-2F57-698C-069E-80A96495A784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5" creationId="{78680289-C69D-C795-D0D4-A529AB3AC228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6" creationId="{B37DBC06-9FA8-5B9C-6E0A-8878B60D339E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7" creationId="{082BD88C-0A96-167F-075D-50E9ECA32010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19" creationId="{82FDF6A2-C5C7-4724-D9F1-37E0121BAA37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0" creationId="{144204A3-B561-C1B0-BB27-4B88A9BED6FE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1" creationId="{04286410-8154-A93D-B643-F01672CAC890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2" creationId="{82F4673A-06CD-ECAB-74C3-097808BAE785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3" creationId="{2E4D491F-67F0-6F4D-E944-83BEA54BCA54}"/>
          </ac:inkMkLst>
        </pc:inkChg>
        <pc:inkChg chg="add del mod topLvl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4" creationId="{40DA29BF-9A8C-EE6C-4811-805B8238D014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5" creationId="{D335047C-AE13-2D56-8811-58C09BF154A1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26" creationId="{AD0BFA98-6B1A-60CF-C858-513E70AC6484}"/>
          </ac:inkMkLst>
        </pc:inkChg>
        <pc:inkChg chg="add del mod">
          <ac:chgData name="Leônidas Müller de Oliveira" userId="5af9566427f0cd7a" providerId="LiveId" clId="{2D80EA78-D9A5-47E6-A206-2A2C918D4BBD}" dt="2025-06-28T14:26:58.092" v="273"/>
          <ac:inkMkLst>
            <pc:docMk/>
            <pc:sldMk cId="1307064886" sldId="291"/>
            <ac:inkMk id="28" creationId="{32DC70D1-18F4-8A58-76C9-D6187E7750F8}"/>
          </ac:inkMkLst>
        </pc:inkChg>
        <pc:inkChg chg="add del mod">
          <ac:chgData name="Leônidas Müller de Oliveira" userId="5af9566427f0cd7a" providerId="LiveId" clId="{2D80EA78-D9A5-47E6-A206-2A2C918D4BBD}" dt="2025-06-28T14:26:57.543" v="271"/>
          <ac:inkMkLst>
            <pc:docMk/>
            <pc:sldMk cId="1307064886" sldId="291"/>
            <ac:inkMk id="30" creationId="{DCDBF50A-2DAA-479D-0B80-8B4307FEFC5F}"/>
          </ac:inkMkLst>
        </pc:inkChg>
        <pc:inkChg chg="add del mod topLvl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32" creationId="{D7818867-2304-6502-B2FC-165B71ABF532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33" creationId="{EAFE47F0-719E-FAAA-432F-D782B8AFADB6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34" creationId="{0D1322C6-66AD-0C90-E76A-D160A976D422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36" creationId="{3388DDD6-154E-61D0-672C-2DEB4EC2D9D7}"/>
          </ac:inkMkLst>
        </pc:inkChg>
        <pc:inkChg chg="add del mod">
          <ac:chgData name="Leônidas Müller de Oliveira" userId="5af9566427f0cd7a" providerId="LiveId" clId="{2D80EA78-D9A5-47E6-A206-2A2C918D4BBD}" dt="2025-06-30T01:22:06.183" v="399" actId="478"/>
          <ac:inkMkLst>
            <pc:docMk/>
            <pc:sldMk cId="1307064886" sldId="291"/>
            <ac:inkMk id="38" creationId="{F940A65A-29C8-8107-C77E-FA823F42E64C}"/>
          </ac:inkMkLst>
        </pc:inkChg>
      </pc:sldChg>
      <pc:sldChg chg="addSp delSp modSp mod">
        <pc:chgData name="Leônidas Müller de Oliveira" userId="5af9566427f0cd7a" providerId="LiveId" clId="{2D80EA78-D9A5-47E6-A206-2A2C918D4BBD}" dt="2025-06-30T01:22:08.631" v="400" actId="478"/>
        <pc:sldMkLst>
          <pc:docMk/>
          <pc:sldMk cId="88208473" sldId="292"/>
        </pc:sldMkLst>
        <pc:grpChg chg="del mod">
          <ac:chgData name="Leônidas Müller de Oliveira" userId="5af9566427f0cd7a" providerId="LiveId" clId="{2D80EA78-D9A5-47E6-A206-2A2C918D4BBD}" dt="2025-06-28T14:19:09.290" v="226"/>
          <ac:grpSpMkLst>
            <pc:docMk/>
            <pc:sldMk cId="88208473" sldId="292"/>
            <ac:grpSpMk id="17" creationId="{BAE5E676-95D8-6E6F-AE93-1B1C7015FF31}"/>
          </ac:grpSpMkLst>
        </pc:grpChg>
        <pc:grpChg chg="del mod">
          <ac:chgData name="Leônidas Müller de Oliveira" userId="5af9566427f0cd7a" providerId="LiveId" clId="{2D80EA78-D9A5-47E6-A206-2A2C918D4BBD}" dt="2025-06-30T01:22:08.631" v="400" actId="478"/>
          <ac:grpSpMkLst>
            <pc:docMk/>
            <pc:sldMk cId="88208473" sldId="292"/>
            <ac:grpSpMk id="21" creationId="{3C7BE01D-8D6C-287B-AC1D-D087BB4D3666}"/>
          </ac:grpSpMkLst>
        </pc:grpChg>
        <pc:grpChg chg="del mod">
          <ac:chgData name="Leônidas Müller de Oliveira" userId="5af9566427f0cd7a" providerId="LiveId" clId="{2D80EA78-D9A5-47E6-A206-2A2C918D4BBD}" dt="2025-06-30T01:22:08.631" v="400" actId="478"/>
          <ac:grpSpMkLst>
            <pc:docMk/>
            <pc:sldMk cId="88208473" sldId="292"/>
            <ac:grpSpMk id="26" creationId="{21C11272-BF69-6461-D99A-CD522D91E706}"/>
          </ac:grpSpMkLst>
        </pc:grpChg>
        <pc:inkChg chg="add del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2" creationId="{75248515-C5EB-1A5B-1179-965D5BBAD099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3" creationId="{DEE70D0C-390F-E681-A3A6-AA3D67BD3453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6" creationId="{E72FCAB2-7002-DBA5-3615-FD20A6AB166E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7" creationId="{6C51B135-015C-8BCF-6F03-8396B40D4F11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8" creationId="{70530A75-0BAD-B6EE-C0F1-94D2C1F2B6D7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9" creationId="{74A63A85-6E37-5298-AEE3-3659B3DE8C3C}"/>
          </ac:inkMkLst>
        </pc:inkChg>
        <pc:inkChg chg="add del mod topLvl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1" creationId="{F2B6225B-1C52-7EBD-C32F-3CACD39CDEB5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2" creationId="{75778550-53D8-BDB2-F446-1687A6F3DBF3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3" creationId="{A95DA654-C706-E065-E2B1-98A94A6BE4FE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4" creationId="{B29FF1E8-6FF8-7B9F-8E12-3E85B5564E5B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5" creationId="{7633C440-530E-5FED-33A6-32E33AC89319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6" creationId="{DFC0A96D-6B1F-F6F2-9DD1-86C4982CBBFB}"/>
          </ac:inkMkLst>
        </pc:inkChg>
        <pc:inkChg chg="add del mod topLvl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8" creationId="{AA9D77B8-3ADC-6131-666E-BAB54462BC47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19" creationId="{0812B90C-4037-ED1C-0781-C2C644DD4CAA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20" creationId="{7228D3BE-5717-1C43-BE3C-DFF1267F3392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22" creationId="{8726BFAE-A7F2-B9C5-696F-0F8A6687A041}"/>
          </ac:inkMkLst>
        </pc:inkChg>
        <pc:inkChg chg="add del mod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23" creationId="{CA64E8B0-703D-869B-F6A8-D76DEB651D04}"/>
          </ac:inkMkLst>
        </pc:inkChg>
        <pc:inkChg chg="add del mod topLvl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24" creationId="{E35A4AEA-4B5E-E445-B14E-A4FC8BE0CB3D}"/>
          </ac:inkMkLst>
        </pc:inkChg>
        <pc:inkChg chg="add del mod topLvl">
          <ac:chgData name="Leônidas Müller de Oliveira" userId="5af9566427f0cd7a" providerId="LiveId" clId="{2D80EA78-D9A5-47E6-A206-2A2C918D4BBD}" dt="2025-06-30T01:22:08.631" v="400" actId="478"/>
          <ac:inkMkLst>
            <pc:docMk/>
            <pc:sldMk cId="88208473" sldId="292"/>
            <ac:inkMk id="25" creationId="{F0A32F76-F781-F194-2DCC-A70D3F72DC94}"/>
          </ac:inkMkLst>
        </pc:inkChg>
      </pc:sldChg>
      <pc:sldChg chg="addSp delSp modSp add del mod">
        <pc:chgData name="Leônidas Müller de Oliveira" userId="5af9566427f0cd7a" providerId="LiveId" clId="{2D80EA78-D9A5-47E6-A206-2A2C918D4BBD}" dt="2025-06-30T01:22:02.142" v="397" actId="47"/>
        <pc:sldMkLst>
          <pc:docMk/>
          <pc:sldMk cId="2653489684" sldId="294"/>
        </pc:sldMkLst>
        <pc:grpChg chg="del">
          <ac:chgData name="Leônidas Müller de Oliveira" userId="5af9566427f0cd7a" providerId="LiveId" clId="{2D80EA78-D9A5-47E6-A206-2A2C918D4BBD}" dt="2025-06-28T14:12:58.966" v="122" actId="478"/>
          <ac:grpSpMkLst>
            <pc:docMk/>
            <pc:sldMk cId="2653489684" sldId="294"/>
            <ac:grpSpMk id="14" creationId="{04582B96-3F6B-032F-A787-58CB2191CB9D}"/>
          </ac:grpSpMkLst>
        </pc:grpChg>
        <pc:grpChg chg="del">
          <ac:chgData name="Leônidas Müller de Oliveira" userId="5af9566427f0cd7a" providerId="LiveId" clId="{2D80EA78-D9A5-47E6-A206-2A2C918D4BBD}" dt="2025-06-28T14:12:58.966" v="122" actId="478"/>
          <ac:grpSpMkLst>
            <pc:docMk/>
            <pc:sldMk cId="2653489684" sldId="294"/>
            <ac:grpSpMk id="20" creationId="{2A7D496E-806F-6B20-7687-7B42C258A858}"/>
          </ac:grpSpMkLst>
        </pc:grpChg>
        <pc:grpChg chg="del">
          <ac:chgData name="Leônidas Müller de Oliveira" userId="5af9566427f0cd7a" providerId="LiveId" clId="{2D80EA78-D9A5-47E6-A206-2A2C918D4BBD}" dt="2025-06-28T14:12:58.966" v="122" actId="478"/>
          <ac:grpSpMkLst>
            <pc:docMk/>
            <pc:sldMk cId="2653489684" sldId="294"/>
            <ac:grpSpMk id="21" creationId="{43F9251A-DD56-13CF-5629-EAF7878C67B8}"/>
          </ac:grpSpMkLst>
        </pc:grpChg>
        <pc:grpChg chg="del mod">
          <ac:chgData name="Leônidas Müller de Oliveira" userId="5af9566427f0cd7a" providerId="LiveId" clId="{2D80EA78-D9A5-47E6-A206-2A2C918D4BBD}" dt="2025-06-28T14:13:29.675" v="131"/>
          <ac:grpSpMkLst>
            <pc:docMk/>
            <pc:sldMk cId="2653489684" sldId="294"/>
            <ac:grpSpMk id="32" creationId="{C8B19D77-47FA-EBA1-3511-8CC3AF849896}"/>
          </ac:grpSpMkLst>
        </pc:grpChg>
        <pc:grpChg chg="del mod">
          <ac:chgData name="Leônidas Müller de Oliveira" userId="5af9566427f0cd7a" providerId="LiveId" clId="{2D80EA78-D9A5-47E6-A206-2A2C918D4BBD}" dt="2025-06-28T14:13:45.184" v="136"/>
          <ac:grpSpMkLst>
            <pc:docMk/>
            <pc:sldMk cId="2653489684" sldId="294"/>
            <ac:grpSpMk id="37" creationId="{450309FB-6122-D9DD-9C8F-49F8BA341CCC}"/>
          </ac:grpSpMkLst>
        </pc:grpChg>
        <pc:grpChg chg="del">
          <ac:chgData name="Leônidas Müller de Oliveira" userId="5af9566427f0cd7a" providerId="LiveId" clId="{2D80EA78-D9A5-47E6-A206-2A2C918D4BBD}" dt="2025-06-28T14:12:58.966" v="122" actId="478"/>
          <ac:grpSpMkLst>
            <pc:docMk/>
            <pc:sldMk cId="2653489684" sldId="294"/>
            <ac:grpSpMk id="44" creationId="{5FBC91D2-1EAC-8D9B-C421-CC94456DF7DE}"/>
          </ac:grpSpMkLst>
        </pc:grpChg>
        <pc:grpChg chg="del mod">
          <ac:chgData name="Leônidas Müller de Oliveira" userId="5af9566427f0cd7a" providerId="LiveId" clId="{2D80EA78-D9A5-47E6-A206-2A2C918D4BBD}" dt="2025-06-28T14:13:53.327" v="148"/>
          <ac:grpSpMkLst>
            <pc:docMk/>
            <pc:sldMk cId="2653489684" sldId="294"/>
            <ac:grpSpMk id="48" creationId="{08F9DCE3-A1D6-E27B-4E75-F84DC23BB929}"/>
          </ac:grpSpMkLst>
        </pc:grpChg>
        <pc:grpChg chg="mod">
          <ac:chgData name="Leônidas Müller de Oliveira" userId="5af9566427f0cd7a" providerId="LiveId" clId="{2D80EA78-D9A5-47E6-A206-2A2C918D4BBD}" dt="2025-06-28T14:13:53.327" v="148"/>
          <ac:grpSpMkLst>
            <pc:docMk/>
            <pc:sldMk cId="2653489684" sldId="294"/>
            <ac:grpSpMk id="60" creationId="{29DC50EB-6816-4540-A0CF-486CF38296A2}"/>
          </ac:grpSpMkLst>
        </pc:grpChg>
        <pc:grpChg chg="mod">
          <ac:chgData name="Leônidas Müller de Oliveira" userId="5af9566427f0cd7a" providerId="LiveId" clId="{2D80EA78-D9A5-47E6-A206-2A2C918D4BBD}" dt="2025-06-28T14:19:22.173" v="235"/>
          <ac:grpSpMkLst>
            <pc:docMk/>
            <pc:sldMk cId="2653489684" sldId="294"/>
            <ac:grpSpMk id="128" creationId="{4385D92E-BF85-2012-53E5-F22DBA8010DE}"/>
          </ac:grpSpMkLst>
        </pc:grp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2" creationId="{BE7B5DCD-BD85-62F1-D082-C340143E37DA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" creationId="{9F29124A-8CF2-BA99-544D-DFFBBB8C848D}"/>
          </ac:inkMkLst>
        </pc:inkChg>
        <pc:inkChg chg="add">
          <ac:chgData name="Leônidas Müller de Oliveira" userId="5af9566427f0cd7a" providerId="LiveId" clId="{2D80EA78-D9A5-47E6-A206-2A2C918D4BBD}" dt="2025-06-28T14:13:08.851" v="123" actId="9405"/>
          <ac:inkMkLst>
            <pc:docMk/>
            <pc:sldMk cId="2653489684" sldId="294"/>
            <ac:inkMk id="4" creationId="{14DCE48A-E2AF-6F87-1822-D4C98B6003E3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6" creationId="{EABEF4FF-8B02-FFD2-6F69-D8CEC1A9E2E2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7" creationId="{7D533A51-5E67-9414-FF4C-66727249934C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9" creationId="{3AB6F19C-02F9-CCAD-53FC-B74EEEAE4C9E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11" creationId="{F0951E2B-A7E5-5246-0DAA-3181518C571A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2" creationId="{CC2F0CE4-B298-A49C-D5A1-025D1440DDF5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3" creationId="{0E5A71E9-52EA-6D1E-3408-04910340A7AB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5" creationId="{BB6F45E0-1057-A5EF-748F-D77DF2C72EE6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6" creationId="{0AD445E7-B69F-613C-2933-AAF8A32C6615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7" creationId="{0E290BA9-45A6-3DC3-B016-CE12BAD3BF6C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8" creationId="{83960EA1-DC66-804B-082C-D1EDDA4DECEE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19" creationId="{2973B3E0-72B6-324C-FDCB-0C977511127C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22" creationId="{FB8449D9-9F57-8B35-A4F6-9D072FAD19A0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23" creationId="{681D5EA1-5ACA-51C4-6D8D-8EFEED1C4335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24" creationId="{EA154EDE-2EE3-0470-7A2D-F3B0BC212EB0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25" creationId="{00B9480B-B87F-54BA-907F-A3EFD89C48D0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26" creationId="{58BF613D-62FD-B8C0-D9AC-EF1076850A0A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27" creationId="{4FAE5DFE-E572-0BE4-86A3-1919F5431614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28" creationId="{D3D4149A-1E45-E6BD-D519-5A55856AF858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29" creationId="{3FF2F7A6-A589-9546-312A-3A46E5ABA9DF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30" creationId="{2995D516-F15A-D4F1-E5B8-65B5679891DD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1" creationId="{7103087D-4B68-E954-6354-CA1891A59367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3" creationId="{F92EDA10-9EC1-F15E-65CE-9BE1BAF9CB12}"/>
          </ac:inkMkLst>
        </pc:inkChg>
        <pc:inkChg chg="add mod">
          <ac:chgData name="Leônidas Müller de Oliveira" userId="5af9566427f0cd7a" providerId="LiveId" clId="{2D80EA78-D9A5-47E6-A206-2A2C918D4BBD}" dt="2025-06-28T14:13:45.184" v="136"/>
          <ac:inkMkLst>
            <pc:docMk/>
            <pc:sldMk cId="2653489684" sldId="294"/>
            <ac:inkMk id="34" creationId="{618D2F2E-6BE5-4503-D189-EB7B3021B17A}"/>
          </ac:inkMkLst>
        </pc:inkChg>
        <pc:inkChg chg="del topLv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5" creationId="{083ED21B-DBE0-69BC-5B64-CF047D28BD11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6" creationId="{01B59AED-D869-1C9D-F886-3EF039325686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8" creationId="{E89BDF2F-916E-A435-F29A-FB7B56412060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39" creationId="{453D1BD8-C4C2-3829-EB3F-8944045EAC01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40" creationId="{3A03F777-FA07-33DB-22EF-F2960583C6C3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41" creationId="{8EB70A99-913D-A54E-7B31-153B5658BFCE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42" creationId="{ED8C9F3E-7435-8ABA-F58E-02314ADF7700}"/>
          </ac:inkMkLst>
        </pc:inkChg>
        <pc:inkChg chg="del">
          <ac:chgData name="Leônidas Müller de Oliveira" userId="5af9566427f0cd7a" providerId="LiveId" clId="{2D80EA78-D9A5-47E6-A206-2A2C918D4BBD}" dt="2025-06-28T14:12:58.966" v="122" actId="478"/>
          <ac:inkMkLst>
            <pc:docMk/>
            <pc:sldMk cId="2653489684" sldId="294"/>
            <ac:inkMk id="43" creationId="{B59ED2B7-70EA-31FA-E06D-BAF0ED961D87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45" creationId="{E80BAECA-EB23-2927-9116-50D920E0ACE6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46" creationId="{8C1D9F09-D0F6-27FF-C2ED-73A4B85EF493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47" creationId="{5088167D-99AB-1305-1030-EA1AB739067C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49" creationId="{8AEF5733-3455-7E2F-3EFE-2FDC932F96B5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0" creationId="{9550983B-1270-7285-45AA-D6B842F3489F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1" creationId="{80159896-6881-FF36-2CC9-AB243D979B54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2" creationId="{31B86B3E-FE7E-C674-F583-7645F0C93E20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3" creationId="{FDC0CAC4-8F37-09E1-3385-B1FCB2148DB1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4" creationId="{8530BE3B-B9CF-189D-B735-24C60FBFA4D3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5" creationId="{F7D882A2-6CEB-E43B-57D9-6B3B4A6966E2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6" creationId="{F30C1A30-FE5B-4842-F3A3-3E026AD44CE9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7" creationId="{C18DAA93-2D28-2C40-6B03-D320A4732478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8" creationId="{687C03E1-631D-E806-A64E-04E558C05C6A}"/>
          </ac:inkMkLst>
        </pc:inkChg>
        <pc:inkChg chg="add mod">
          <ac:chgData name="Leônidas Müller de Oliveira" userId="5af9566427f0cd7a" providerId="LiveId" clId="{2D80EA78-D9A5-47E6-A206-2A2C918D4BBD}" dt="2025-06-28T14:13:53.327" v="148"/>
          <ac:inkMkLst>
            <pc:docMk/>
            <pc:sldMk cId="2653489684" sldId="294"/>
            <ac:inkMk id="59" creationId="{F4E26183-3A5D-C9ED-0079-65932836EF10}"/>
          </ac:inkMkLst>
        </pc:inkChg>
        <pc:inkChg chg="add mod">
          <ac:chgData name="Leônidas Müller de Oliveira" userId="5af9566427f0cd7a" providerId="LiveId" clId="{2D80EA78-D9A5-47E6-A206-2A2C918D4BBD}" dt="2025-06-28T14:19:22.173" v="235"/>
          <ac:inkMkLst>
            <pc:docMk/>
            <pc:sldMk cId="2653489684" sldId="294"/>
            <ac:inkMk id="61" creationId="{74FDECBD-E5BD-34A8-99AD-B785C254CEC7}"/>
          </ac:inkMkLst>
        </pc:inkChg>
        <pc:inkChg chg="add mod">
          <ac:chgData name="Leônidas Müller de Oliveira" userId="5af9566427f0cd7a" providerId="LiveId" clId="{2D80EA78-D9A5-47E6-A206-2A2C918D4BBD}" dt="2025-06-28T14:19:22.173" v="235"/>
          <ac:inkMkLst>
            <pc:docMk/>
            <pc:sldMk cId="2653489684" sldId="294"/>
            <ac:inkMk id="62" creationId="{125E7E62-4521-E618-F26A-0935DC0FF269}"/>
          </ac:inkMkLst>
        </pc:inkChg>
        <pc:inkChg chg="add mod">
          <ac:chgData name="Leônidas Müller de Oliveira" userId="5af9566427f0cd7a" providerId="LiveId" clId="{2D80EA78-D9A5-47E6-A206-2A2C918D4BBD}" dt="2025-06-28T14:19:22.173" v="235"/>
          <ac:inkMkLst>
            <pc:docMk/>
            <pc:sldMk cId="2653489684" sldId="294"/>
            <ac:inkMk id="63" creationId="{325B0455-E42F-9888-85FF-9155680ABE81}"/>
          </ac:inkMkLst>
        </pc:inkChg>
      </pc:sldChg>
      <pc:sldChg chg="addSp delSp modSp add del mod">
        <pc:chgData name="Leônidas Müller de Oliveira" userId="5af9566427f0cd7a" providerId="LiveId" clId="{2D80EA78-D9A5-47E6-A206-2A2C918D4BBD}" dt="2025-06-30T01:22:03.168" v="398" actId="47"/>
        <pc:sldMkLst>
          <pc:docMk/>
          <pc:sldMk cId="3720690342" sldId="295"/>
        </pc:sldMkLst>
        <pc:grpChg chg="del mod">
          <ac:chgData name="Leônidas Müller de Oliveira" userId="5af9566427f0cd7a" providerId="LiveId" clId="{2D80EA78-D9A5-47E6-A206-2A2C918D4BBD}" dt="2025-06-28T14:14:35.231" v="158"/>
          <ac:grpSpMkLst>
            <pc:docMk/>
            <pc:sldMk cId="3720690342" sldId="295"/>
            <ac:grpSpMk id="13" creationId="{51E9C183-1E89-CA52-B54C-69F6D451D4C3}"/>
          </ac:grpSpMkLst>
        </pc:grpChg>
        <pc:grpChg chg="del mod">
          <ac:chgData name="Leônidas Müller de Oliveira" userId="5af9566427f0cd7a" providerId="LiveId" clId="{2D80EA78-D9A5-47E6-A206-2A2C918D4BBD}" dt="2025-06-28T14:15:25.111" v="159" actId="478"/>
          <ac:grpSpMkLst>
            <pc:docMk/>
            <pc:sldMk cId="3720690342" sldId="295"/>
            <ac:grpSpMk id="14" creationId="{AF15D485-166C-B94C-4317-E840EB3AD090}"/>
          </ac:grpSpMkLst>
        </pc:grpChg>
        <pc:grpChg chg="del mod">
          <ac:chgData name="Leônidas Müller de Oliveira" userId="5af9566427f0cd7a" providerId="LiveId" clId="{2D80EA78-D9A5-47E6-A206-2A2C918D4BBD}" dt="2025-06-28T14:15:58.193" v="168"/>
          <ac:grpSpMkLst>
            <pc:docMk/>
            <pc:sldMk cId="3720690342" sldId="295"/>
            <ac:grpSpMk id="20" creationId="{1C5897A9-9A2D-7492-28E9-06E964B6A7E4}"/>
          </ac:grpSpMkLst>
        </pc:grpChg>
        <pc:grpChg chg="del mod">
          <ac:chgData name="Leônidas Müller de Oliveira" userId="5af9566427f0cd7a" providerId="LiveId" clId="{2D80EA78-D9A5-47E6-A206-2A2C918D4BBD}" dt="2025-06-28T14:16:00.957" v="170"/>
          <ac:grpSpMkLst>
            <pc:docMk/>
            <pc:sldMk cId="3720690342" sldId="295"/>
            <ac:grpSpMk id="22" creationId="{580C63B3-A2B8-8260-8000-596C274501C8}"/>
          </ac:grpSpMkLst>
        </pc:grpChg>
        <pc:grpChg chg="del mod">
          <ac:chgData name="Leônidas Müller de Oliveira" userId="5af9566427f0cd7a" providerId="LiveId" clId="{2D80EA78-D9A5-47E6-A206-2A2C918D4BBD}" dt="2025-06-28T14:16:24.441" v="177" actId="478"/>
          <ac:grpSpMkLst>
            <pc:docMk/>
            <pc:sldMk cId="3720690342" sldId="295"/>
            <ac:grpSpMk id="27" creationId="{39DFAAFA-8BDB-76E4-7FF2-6AA97A225ACA}"/>
          </ac:grpSpMkLst>
        </pc:grpChg>
        <pc:grpChg chg="del mod">
          <ac:chgData name="Leônidas Müller de Oliveira" userId="5af9566427f0cd7a" providerId="LiveId" clId="{2D80EA78-D9A5-47E6-A206-2A2C918D4BBD}" dt="2025-06-28T14:16:20.637" v="176"/>
          <ac:grpSpMkLst>
            <pc:docMk/>
            <pc:sldMk cId="3720690342" sldId="295"/>
            <ac:grpSpMk id="31" creationId="{D10EED59-7408-5E58-462E-DD64A06DD32A}"/>
          </ac:grpSpMkLst>
        </pc:grpChg>
        <pc:grpChg chg="del mod">
          <ac:chgData name="Leônidas Müller de Oliveira" userId="5af9566427f0cd7a" providerId="LiveId" clId="{2D80EA78-D9A5-47E6-A206-2A2C918D4BBD}" dt="2025-06-28T14:16:20.637" v="176"/>
          <ac:grpSpMkLst>
            <pc:docMk/>
            <pc:sldMk cId="3720690342" sldId="295"/>
            <ac:grpSpMk id="35" creationId="{9F6892FC-C344-8891-670C-5AC946F12516}"/>
          </ac:grpSpMkLst>
        </pc:grpChg>
        <pc:grpChg chg="del mod">
          <ac:chgData name="Leônidas Müller de Oliveira" userId="5af9566427f0cd7a" providerId="LiveId" clId="{2D80EA78-D9A5-47E6-A206-2A2C918D4BBD}" dt="2025-06-28T14:17:10.505" v="201"/>
          <ac:grpSpMkLst>
            <pc:docMk/>
            <pc:sldMk cId="3720690342" sldId="295"/>
            <ac:grpSpMk id="36" creationId="{3CCC1683-C175-16D9-8E05-E807405258FF}"/>
          </ac:grpSpMkLst>
        </pc:grpChg>
        <pc:grpChg chg="del mod">
          <ac:chgData name="Leônidas Müller de Oliveira" userId="5af9566427f0cd7a" providerId="LiveId" clId="{2D80EA78-D9A5-47E6-A206-2A2C918D4BBD}" dt="2025-06-28T14:16:33.145" v="183"/>
          <ac:grpSpMkLst>
            <pc:docMk/>
            <pc:sldMk cId="3720690342" sldId="295"/>
            <ac:grpSpMk id="39" creationId="{EA76E358-7F73-07AD-E3FB-6B61323C9C75}"/>
          </ac:grpSpMkLst>
        </pc:grpChg>
        <pc:grpChg chg="del mod">
          <ac:chgData name="Leônidas Müller de Oliveira" userId="5af9566427f0cd7a" providerId="LiveId" clId="{2D80EA78-D9A5-47E6-A206-2A2C918D4BBD}" dt="2025-06-28T14:16:36.570" v="186"/>
          <ac:grpSpMkLst>
            <pc:docMk/>
            <pc:sldMk cId="3720690342" sldId="295"/>
            <ac:grpSpMk id="43" creationId="{1363382E-91E7-3D1B-D5FD-C810909AA457}"/>
          </ac:grpSpMkLst>
        </pc:grpChg>
        <pc:grpChg chg="del">
          <ac:chgData name="Leônidas Müller de Oliveira" userId="5af9566427f0cd7a" providerId="LiveId" clId="{2D80EA78-D9A5-47E6-A206-2A2C918D4BBD}" dt="2025-06-28T14:14:12.997" v="151" actId="478"/>
          <ac:grpSpMkLst>
            <pc:docMk/>
            <pc:sldMk cId="3720690342" sldId="295"/>
            <ac:grpSpMk id="60" creationId="{29DC50EB-6816-4540-A0CF-486CF38296A2}"/>
          </ac:grpSpMkLst>
        </pc:grpChg>
        <pc:grpChg chg="del mod">
          <ac:chgData name="Leônidas Müller de Oliveira" userId="5af9566427f0cd7a" providerId="LiveId" clId="{2D80EA78-D9A5-47E6-A206-2A2C918D4BBD}" dt="2025-06-28T14:16:54.151" v="189"/>
          <ac:grpSpMkLst>
            <pc:docMk/>
            <pc:sldMk cId="3720690342" sldId="295"/>
            <ac:grpSpMk id="61" creationId="{443473D0-5390-8049-1EE8-BA476D76E432}"/>
          </ac:grpSpMkLst>
        </pc:grpChg>
        <pc:grpChg chg="del mod">
          <ac:chgData name="Leônidas Müller de Oliveira" userId="5af9566427f0cd7a" providerId="LiveId" clId="{2D80EA78-D9A5-47E6-A206-2A2C918D4BBD}" dt="2025-06-28T14:17:51.526" v="208"/>
          <ac:grpSpMkLst>
            <pc:docMk/>
            <pc:sldMk cId="3720690342" sldId="295"/>
            <ac:grpSpMk id="128" creationId="{2A9D0401-6192-56F5-E37A-540D6CD321A3}"/>
          </ac:grpSpMkLst>
        </pc:grpChg>
        <pc:grpChg chg="del mod">
          <ac:chgData name="Leônidas Müller de Oliveira" userId="5af9566427f0cd7a" providerId="LiveId" clId="{2D80EA78-D9A5-47E6-A206-2A2C918D4BBD}" dt="2025-06-28T14:17:04.925" v="195"/>
          <ac:grpSpMkLst>
            <pc:docMk/>
            <pc:sldMk cId="3720690342" sldId="295"/>
            <ac:grpSpMk id="132" creationId="{E71144A0-7875-AB02-53BD-37389B82915B}"/>
          </ac:grpSpMkLst>
        </pc:grpChg>
        <pc:grpChg chg="del mod">
          <ac:chgData name="Leônidas Müller de Oliveira" userId="5af9566427f0cd7a" providerId="LiveId" clId="{2D80EA78-D9A5-47E6-A206-2A2C918D4BBD}" dt="2025-06-28T14:17:05.884" v="197"/>
          <ac:grpSpMkLst>
            <pc:docMk/>
            <pc:sldMk cId="3720690342" sldId="295"/>
            <ac:grpSpMk id="134" creationId="{58F1B43C-DC6D-F292-5162-A1DCC123806F}"/>
          </ac:grpSpMkLst>
        </pc:grpChg>
        <pc:grpChg chg="mod">
          <ac:chgData name="Leônidas Müller de Oliveira" userId="5af9566427f0cd7a" providerId="LiveId" clId="{2D80EA78-D9A5-47E6-A206-2A2C918D4BBD}" dt="2025-06-28T14:17:05.884" v="197"/>
          <ac:grpSpMkLst>
            <pc:docMk/>
            <pc:sldMk cId="3720690342" sldId="295"/>
            <ac:grpSpMk id="136" creationId="{2C6915B7-452A-4E3C-6ABF-D064F9196076}"/>
          </ac:grpSpMkLst>
        </pc:grpChg>
        <pc:grpChg chg="del mod">
          <ac:chgData name="Leônidas Müller de Oliveira" userId="5af9566427f0cd7a" providerId="LiveId" clId="{2D80EA78-D9A5-47E6-A206-2A2C918D4BBD}" dt="2025-06-28T14:17:13.441" v="203"/>
          <ac:grpSpMkLst>
            <pc:docMk/>
            <pc:sldMk cId="3720690342" sldId="295"/>
            <ac:grpSpMk id="142" creationId="{2945DAC8-B723-FBC9-0675-C16DAEDFD84A}"/>
          </ac:grpSpMkLst>
        </pc:grpChg>
        <pc:grpChg chg="del mod">
          <ac:chgData name="Leônidas Müller de Oliveira" userId="5af9566427f0cd7a" providerId="LiveId" clId="{2D80EA78-D9A5-47E6-A206-2A2C918D4BBD}" dt="2025-06-28T14:17:46.676" v="206"/>
          <ac:grpSpMkLst>
            <pc:docMk/>
            <pc:sldMk cId="3720690342" sldId="295"/>
            <ac:grpSpMk id="144" creationId="{BE2B4753-6AAA-7E34-F769-071FA852183F}"/>
          </ac:grpSpMkLst>
        </pc:grpChg>
        <pc:grpChg chg="mod">
          <ac:chgData name="Leônidas Müller de Oliveira" userId="5af9566427f0cd7a" providerId="LiveId" clId="{2D80EA78-D9A5-47E6-A206-2A2C918D4BBD}" dt="2025-06-28T14:17:46.676" v="206"/>
          <ac:grpSpMkLst>
            <pc:docMk/>
            <pc:sldMk cId="3720690342" sldId="295"/>
            <ac:grpSpMk id="147" creationId="{A7F31A12-29FD-73DD-3C81-E9A059710899}"/>
          </ac:grpSpMkLst>
        </pc:grpChg>
        <pc:grpChg chg="mod">
          <ac:chgData name="Leônidas Müller de Oliveira" userId="5af9566427f0cd7a" providerId="LiveId" clId="{2D80EA78-D9A5-47E6-A206-2A2C918D4BBD}" dt="2025-06-28T14:17:51.526" v="208"/>
          <ac:grpSpMkLst>
            <pc:docMk/>
            <pc:sldMk cId="3720690342" sldId="295"/>
            <ac:grpSpMk id="149" creationId="{51C76B66-F7B1-554E-AFE1-6AF4D030E366}"/>
          </ac:grpSpMkLst>
        </pc:grpChg>
        <pc:inkChg chg="add mod">
          <ac:chgData name="Leônidas Müller de Oliveira" userId="5af9566427f0cd7a" providerId="LiveId" clId="{2D80EA78-D9A5-47E6-A206-2A2C918D4BBD}" dt="2025-06-28T14:14:35.231" v="158"/>
          <ac:inkMkLst>
            <pc:docMk/>
            <pc:sldMk cId="3720690342" sldId="295"/>
            <ac:inkMk id="2" creationId="{3647E9AF-FF72-030A-39FC-1DF2A8D9FEE8}"/>
          </ac:inkMkLst>
        </pc:inkChg>
        <pc:inkChg chg="add mod">
          <ac:chgData name="Leônidas Müller de Oliveira" userId="5af9566427f0cd7a" providerId="LiveId" clId="{2D80EA78-D9A5-47E6-A206-2A2C918D4BBD}" dt="2025-06-28T14:14:35.231" v="158"/>
          <ac:inkMkLst>
            <pc:docMk/>
            <pc:sldMk cId="3720690342" sldId="295"/>
            <ac:inkMk id="3" creationId="{2F9F1EDC-0715-5006-CA18-5ABD5D11B584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4" creationId="{14DCE48A-E2AF-6F87-1822-D4C98B6003E3}"/>
          </ac:inkMkLst>
        </pc:inkChg>
        <pc:inkChg chg="add mod">
          <ac:chgData name="Leônidas Müller de Oliveira" userId="5af9566427f0cd7a" providerId="LiveId" clId="{2D80EA78-D9A5-47E6-A206-2A2C918D4BBD}" dt="2025-06-28T14:14:35.231" v="158"/>
          <ac:inkMkLst>
            <pc:docMk/>
            <pc:sldMk cId="3720690342" sldId="295"/>
            <ac:inkMk id="6" creationId="{CFD090D6-FD11-539B-66B6-A9B8277ECBEB}"/>
          </ac:inkMkLst>
        </pc:inkChg>
        <pc:inkChg chg="add mod">
          <ac:chgData name="Leônidas Müller de Oliveira" userId="5af9566427f0cd7a" providerId="LiveId" clId="{2D80EA78-D9A5-47E6-A206-2A2C918D4BBD}" dt="2025-06-28T14:14:35.231" v="158"/>
          <ac:inkMkLst>
            <pc:docMk/>
            <pc:sldMk cId="3720690342" sldId="295"/>
            <ac:inkMk id="7" creationId="{E1B5592C-8197-9113-DA35-BDA9724F6779}"/>
          </ac:inkMkLst>
        </pc:inkChg>
        <pc:inkChg chg="add mod">
          <ac:chgData name="Leônidas Müller de Oliveira" userId="5af9566427f0cd7a" providerId="LiveId" clId="{2D80EA78-D9A5-47E6-A206-2A2C918D4BBD}" dt="2025-06-28T14:14:35.231" v="158"/>
          <ac:inkMkLst>
            <pc:docMk/>
            <pc:sldMk cId="3720690342" sldId="295"/>
            <ac:inkMk id="9" creationId="{41D39819-619A-F35F-8FBC-90B1EEDE29B6}"/>
          </ac:inkMkLst>
        </pc:inkChg>
        <pc:inkChg chg="add mod">
          <ac:chgData name="Leônidas Müller de Oliveira" userId="5af9566427f0cd7a" providerId="LiveId" clId="{2D80EA78-D9A5-47E6-A206-2A2C918D4BBD}" dt="2025-06-28T14:14:35.231" v="158"/>
          <ac:inkMkLst>
            <pc:docMk/>
            <pc:sldMk cId="3720690342" sldId="295"/>
            <ac:inkMk id="12" creationId="{5F190B4A-5172-E630-F27A-A02AEA928FB3}"/>
          </ac:inkMkLst>
        </pc:inkChg>
        <pc:inkChg chg="add">
          <ac:chgData name="Leônidas Müller de Oliveira" userId="5af9566427f0cd7a" providerId="LiveId" clId="{2D80EA78-D9A5-47E6-A206-2A2C918D4BBD}" dt="2025-06-28T14:15:30.902" v="160" actId="9405"/>
          <ac:inkMkLst>
            <pc:docMk/>
            <pc:sldMk cId="3720690342" sldId="295"/>
            <ac:inkMk id="15" creationId="{4FBB2B72-1EBB-1F9D-5F14-053235D50773}"/>
          </ac:inkMkLst>
        </pc:inkChg>
        <pc:inkChg chg="add del">
          <ac:chgData name="Leônidas Müller de Oliveira" userId="5af9566427f0cd7a" providerId="LiveId" clId="{2D80EA78-D9A5-47E6-A206-2A2C918D4BBD}" dt="2025-06-28T14:15:48.184" v="162" actId="9405"/>
          <ac:inkMkLst>
            <pc:docMk/>
            <pc:sldMk cId="3720690342" sldId="295"/>
            <ac:inkMk id="16" creationId="{0C8C4D4F-605C-D8B6-86E3-94A0DF56F742}"/>
          </ac:inkMkLst>
        </pc:inkChg>
        <pc:inkChg chg="add mod">
          <ac:chgData name="Leônidas Müller de Oliveira" userId="5af9566427f0cd7a" providerId="LiveId" clId="{2D80EA78-D9A5-47E6-A206-2A2C918D4BBD}" dt="2025-06-28T14:16:00.957" v="170"/>
          <ac:inkMkLst>
            <pc:docMk/>
            <pc:sldMk cId="3720690342" sldId="295"/>
            <ac:inkMk id="17" creationId="{E80C9A40-6C03-D0FF-CFA1-DA2F096B327E}"/>
          </ac:inkMkLst>
        </pc:inkChg>
        <pc:inkChg chg="add mod">
          <ac:chgData name="Leônidas Müller de Oliveira" userId="5af9566427f0cd7a" providerId="LiveId" clId="{2D80EA78-D9A5-47E6-A206-2A2C918D4BBD}" dt="2025-06-28T14:16:00.957" v="170"/>
          <ac:inkMkLst>
            <pc:docMk/>
            <pc:sldMk cId="3720690342" sldId="295"/>
            <ac:inkMk id="18" creationId="{3CBD2DB4-71CE-FF2C-D84C-5B5AF012147D}"/>
          </ac:inkMkLst>
        </pc:inkChg>
        <pc:inkChg chg="add mod">
          <ac:chgData name="Leônidas Müller de Oliveira" userId="5af9566427f0cd7a" providerId="LiveId" clId="{2D80EA78-D9A5-47E6-A206-2A2C918D4BBD}" dt="2025-06-28T14:16:00.957" v="170"/>
          <ac:inkMkLst>
            <pc:docMk/>
            <pc:sldMk cId="3720690342" sldId="295"/>
            <ac:inkMk id="19" creationId="{89F83EFA-CFF2-FC85-F5E1-D4E3F4261909}"/>
          </ac:inkMkLst>
        </pc:inkChg>
        <pc:inkChg chg="add mod">
          <ac:chgData name="Leônidas Müller de Oliveira" userId="5af9566427f0cd7a" providerId="LiveId" clId="{2D80EA78-D9A5-47E6-A206-2A2C918D4BBD}" dt="2025-06-28T14:16:00.957" v="170"/>
          <ac:inkMkLst>
            <pc:docMk/>
            <pc:sldMk cId="3720690342" sldId="295"/>
            <ac:inkMk id="21" creationId="{28F21A49-618D-6939-71F4-DA655A2F2D92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23" creationId="{681D5EA1-5ACA-51C4-6D8D-8EFEED1C4335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24" creationId="{EA154EDE-2EE3-0470-7A2D-F3B0BC212EB0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25" creationId="{00B9480B-B87F-54BA-907F-A3EFD89C48D0}"/>
          </ac:inkMkLst>
        </pc:inkChg>
        <pc:inkChg chg="add mod">
          <ac:chgData name="Leônidas Müller de Oliveira" userId="5af9566427f0cd7a" providerId="LiveId" clId="{2D80EA78-D9A5-47E6-A206-2A2C918D4BBD}" dt="2025-06-28T14:16:00.957" v="170"/>
          <ac:inkMkLst>
            <pc:docMk/>
            <pc:sldMk cId="3720690342" sldId="295"/>
            <ac:inkMk id="26" creationId="{08254BCB-E4DD-1778-A882-B40B3053851C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28" creationId="{833EBAD3-D285-422D-E3EA-E7FB1CF48C51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29" creationId="{5FCCEC19-2D90-D33B-5A94-7032C44F66A4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30" creationId="{2995D516-F15A-D4F1-E5B8-65B5679891DD}"/>
          </ac:inkMkLst>
        </pc:inkChg>
        <pc:inkChg chg="add mod">
          <ac:chgData name="Leônidas Müller de Oliveira" userId="5af9566427f0cd7a" providerId="LiveId" clId="{2D80EA78-D9A5-47E6-A206-2A2C918D4BBD}" dt="2025-06-28T14:17:10.505" v="201"/>
          <ac:inkMkLst>
            <pc:docMk/>
            <pc:sldMk cId="3720690342" sldId="295"/>
            <ac:inkMk id="32" creationId="{9EED5F75-3E89-32BE-BE47-C3929EE41853}"/>
          </ac:inkMkLst>
        </pc:inkChg>
        <pc:inkChg chg="add mod">
          <ac:chgData name="Leônidas Müller de Oliveira" userId="5af9566427f0cd7a" providerId="LiveId" clId="{2D80EA78-D9A5-47E6-A206-2A2C918D4BBD}" dt="2025-06-28T14:16:20.637" v="176"/>
          <ac:inkMkLst>
            <pc:docMk/>
            <pc:sldMk cId="3720690342" sldId="295"/>
            <ac:inkMk id="33" creationId="{C61E6424-5E1B-5968-7B23-00805B5CACCC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34" creationId="{618D2F2E-6BE5-4503-D189-EB7B3021B17A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37" creationId="{40DF56B8-B521-0D02-E0E9-8A5DD7F8EB7A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38" creationId="{4FC40C09-F2BF-6A75-BB8C-3CE3EB24148C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40" creationId="{B788580E-BF69-78C0-E571-7EA221229F17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41" creationId="{8EB70A99-913D-A54E-7B31-153B5658BFCE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42" creationId="{0C77C90C-F55D-D733-885B-B5A4CDA4F8AD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44" creationId="{1F1F4377-2146-D1A0-5CD2-D1DCB519C325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45" creationId="{E80BAECA-EB23-2927-9116-50D920E0ACE6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46" creationId="{8C1D9F09-D0F6-27FF-C2ED-73A4B85EF493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47" creationId="{5088167D-99AB-1305-1030-EA1AB739067C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48" creationId="{62508F8C-8F30-AFA6-FCA8-E0D4584DE62B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49" creationId="{8AEF5733-3455-7E2F-3EFE-2FDC932F96B5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0" creationId="{9550983B-1270-7285-45AA-D6B842F3489F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1" creationId="{80159896-6881-FF36-2CC9-AB243D979B54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3" creationId="{FDC0CAC4-8F37-09E1-3385-B1FCB2148DB1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4" creationId="{8530BE3B-B9CF-189D-B735-24C60FBFA4D3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5" creationId="{F7D882A2-6CEB-E43B-57D9-6B3B4A6966E2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6" creationId="{F30C1A30-FE5B-4842-F3A3-3E026AD44CE9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7" creationId="{C18DAA93-2D28-2C40-6B03-D320A4732478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8" creationId="{687C03E1-631D-E806-A64E-04E558C05C6A}"/>
          </ac:inkMkLst>
        </pc:inkChg>
        <pc:inkChg chg="del">
          <ac:chgData name="Leônidas Müller de Oliveira" userId="5af9566427f0cd7a" providerId="LiveId" clId="{2D80EA78-D9A5-47E6-A206-2A2C918D4BBD}" dt="2025-06-28T14:14:10.245" v="150" actId="478"/>
          <ac:inkMkLst>
            <pc:docMk/>
            <pc:sldMk cId="3720690342" sldId="295"/>
            <ac:inkMk id="59" creationId="{F4E26183-3A5D-C9ED-0079-65932836EF10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62" creationId="{837CC614-B0B2-592B-CE46-12BD40019A02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63" creationId="{0EC3C956-560E-4CC2-0A85-AE1E95F26068}"/>
          </ac:inkMkLst>
        </pc:inkChg>
        <pc:inkChg chg="add mod">
          <ac:chgData name="Leônidas Müller de Oliveira" userId="5af9566427f0cd7a" providerId="LiveId" clId="{2D80EA78-D9A5-47E6-A206-2A2C918D4BBD}" dt="2025-06-28T14:17:05.884" v="197"/>
          <ac:inkMkLst>
            <pc:docMk/>
            <pc:sldMk cId="3720690342" sldId="295"/>
            <ac:inkMk id="129" creationId="{C765B4EC-E0EC-42EC-3714-6BBD3E77E31C}"/>
          </ac:inkMkLst>
        </pc:inkChg>
        <pc:inkChg chg="add mod">
          <ac:chgData name="Leônidas Müller de Oliveira" userId="5af9566427f0cd7a" providerId="LiveId" clId="{2D80EA78-D9A5-47E6-A206-2A2C918D4BBD}" dt="2025-06-28T14:17:05.884" v="197"/>
          <ac:inkMkLst>
            <pc:docMk/>
            <pc:sldMk cId="3720690342" sldId="295"/>
            <ac:inkMk id="130" creationId="{2D9917DF-864B-E533-71B2-81D411085D6F}"/>
          </ac:inkMkLst>
        </pc:inkChg>
        <pc:inkChg chg="add mod">
          <ac:chgData name="Leônidas Müller de Oliveira" userId="5af9566427f0cd7a" providerId="LiveId" clId="{2D80EA78-D9A5-47E6-A206-2A2C918D4BBD}" dt="2025-06-28T14:17:05.884" v="197"/>
          <ac:inkMkLst>
            <pc:docMk/>
            <pc:sldMk cId="3720690342" sldId="295"/>
            <ac:inkMk id="131" creationId="{83558220-AA59-86FA-4CAE-C4EC722F6948}"/>
          </ac:inkMkLst>
        </pc:inkChg>
        <pc:inkChg chg="add mod">
          <ac:chgData name="Leônidas Müller de Oliveira" userId="5af9566427f0cd7a" providerId="LiveId" clId="{2D80EA78-D9A5-47E6-A206-2A2C918D4BBD}" dt="2025-06-28T14:17:05.884" v="197"/>
          <ac:inkMkLst>
            <pc:docMk/>
            <pc:sldMk cId="3720690342" sldId="295"/>
            <ac:inkMk id="133" creationId="{7D8BBCEE-02DB-786A-BA73-6551A7571AA2}"/>
          </ac:inkMkLst>
        </pc:inkChg>
        <pc:inkChg chg="add mod">
          <ac:chgData name="Leônidas Müller de Oliveira" userId="5af9566427f0cd7a" providerId="LiveId" clId="{2D80EA78-D9A5-47E6-A206-2A2C918D4BBD}" dt="2025-06-28T14:17:05.884" v="197"/>
          <ac:inkMkLst>
            <pc:docMk/>
            <pc:sldMk cId="3720690342" sldId="295"/>
            <ac:inkMk id="135" creationId="{B229F6DA-84EB-0CDD-35E4-3D6ECAFA9446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137" creationId="{955BC1FF-BA13-8D4D-ADE7-3C8334D0BBDB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138" creationId="{B2E4852F-8685-ED0A-5728-7DC81C12B105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139" creationId="{3F44C7C7-3ADD-97FB-5A54-835EC7A71834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143" creationId="{C861D2EB-3FBB-FD33-7921-7F3BDA8EDAB4}"/>
          </ac:inkMkLst>
        </pc:inkChg>
        <pc:inkChg chg="add">
          <ac:chgData name="Leônidas Müller de Oliveira" userId="5af9566427f0cd7a" providerId="LiveId" clId="{2D80EA78-D9A5-47E6-A206-2A2C918D4BBD}" dt="2025-06-28T14:17:37.827" v="204" actId="9405"/>
          <ac:inkMkLst>
            <pc:docMk/>
            <pc:sldMk cId="3720690342" sldId="295"/>
            <ac:inkMk id="145" creationId="{5ED9261C-F999-CED5-D107-8C417B349146}"/>
          </ac:inkMkLst>
        </pc:inkChg>
        <pc:inkChg chg="add mod">
          <ac:chgData name="Leônidas Müller de Oliveira" userId="5af9566427f0cd7a" providerId="LiveId" clId="{2D80EA78-D9A5-47E6-A206-2A2C918D4BBD}" dt="2025-06-28T14:17:46.676" v="206"/>
          <ac:inkMkLst>
            <pc:docMk/>
            <pc:sldMk cId="3720690342" sldId="295"/>
            <ac:inkMk id="146" creationId="{8B3267C7-18F4-50C5-1E6B-E68C8B1D2563}"/>
          </ac:inkMkLst>
        </pc:inkChg>
        <pc:inkChg chg="add mod">
          <ac:chgData name="Leônidas Müller de Oliveira" userId="5af9566427f0cd7a" providerId="LiveId" clId="{2D80EA78-D9A5-47E6-A206-2A2C918D4BBD}" dt="2025-06-28T14:17:51.526" v="208"/>
          <ac:inkMkLst>
            <pc:docMk/>
            <pc:sldMk cId="3720690342" sldId="295"/>
            <ac:inkMk id="148" creationId="{1A82D20A-ACA9-552C-88A3-61A7C6185ABF}"/>
          </ac:inkMkLst>
        </pc:inkChg>
        <pc:inkChg chg="add">
          <ac:chgData name="Leônidas Müller de Oliveira" userId="5af9566427f0cd7a" providerId="LiveId" clId="{2D80EA78-D9A5-47E6-A206-2A2C918D4BBD}" dt="2025-06-28T14:17:56.913" v="209" actId="9405"/>
          <ac:inkMkLst>
            <pc:docMk/>
            <pc:sldMk cId="3720690342" sldId="295"/>
            <ac:inkMk id="150" creationId="{BF69E9C5-E32F-7A8B-86A8-E53D4F9B165E}"/>
          </ac:inkMkLst>
        </pc:inkChg>
      </pc:sldChg>
      <pc:sldChg chg="addSp delSp modSp add del mod">
        <pc:chgData name="Leônidas Müller de Oliveira" userId="5af9566427f0cd7a" providerId="LiveId" clId="{2D80EA78-D9A5-47E6-A206-2A2C918D4BBD}" dt="2025-06-30T01:22:12.037" v="401" actId="47"/>
        <pc:sldMkLst>
          <pc:docMk/>
          <pc:sldMk cId="3472700723" sldId="296"/>
        </pc:sldMkLst>
        <pc:spChg chg="del">
          <ac:chgData name="Leônidas Müller de Oliveira" userId="5af9566427f0cd7a" providerId="LiveId" clId="{2D80EA78-D9A5-47E6-A206-2A2C918D4BBD}" dt="2025-06-28T14:33:23.986" v="284" actId="478"/>
          <ac:spMkLst>
            <pc:docMk/>
            <pc:sldMk cId="3472700723" sldId="296"/>
            <ac:spMk id="10" creationId="{D7001BA3-CB80-4627-9BF8-F969EC7D3809}"/>
          </ac:spMkLst>
        </pc:spChg>
        <pc:spChg chg="del">
          <ac:chgData name="Leônidas Müller de Oliveira" userId="5af9566427f0cd7a" providerId="LiveId" clId="{2D80EA78-D9A5-47E6-A206-2A2C918D4BBD}" dt="2025-06-28T14:33:25.745" v="287" actId="478"/>
          <ac:spMkLst>
            <pc:docMk/>
            <pc:sldMk cId="3472700723" sldId="296"/>
            <ac:spMk id="140" creationId="{00000000-0000-0000-0000-000000000000}"/>
          </ac:spMkLst>
        </pc:spChg>
        <pc:spChg chg="del mod">
          <ac:chgData name="Leônidas Müller de Oliveira" userId="5af9566427f0cd7a" providerId="LiveId" clId="{2D80EA78-D9A5-47E6-A206-2A2C918D4BBD}" dt="2025-06-28T14:33:25.243" v="286" actId="478"/>
          <ac:spMkLst>
            <pc:docMk/>
            <pc:sldMk cId="3472700723" sldId="296"/>
            <ac:spMk id="141" creationId="{00000000-0000-0000-0000-000000000000}"/>
          </ac:spMkLst>
        </pc:spChg>
        <pc:grpChg chg="del mod">
          <ac:chgData name="Leônidas Müller de Oliveira" userId="5af9566427f0cd7a" providerId="LiveId" clId="{2D80EA78-D9A5-47E6-A206-2A2C918D4BBD}" dt="2025-06-28T14:33:33.540" v="294"/>
          <ac:grpSpMkLst>
            <pc:docMk/>
            <pc:sldMk cId="3472700723" sldId="296"/>
            <ac:grpSpMk id="7" creationId="{F56AA6A5-A6F3-E161-D147-E086F303E4F6}"/>
          </ac:grpSpMkLst>
        </pc:grpChg>
        <pc:grpChg chg="del mod">
          <ac:chgData name="Leônidas Müller de Oliveira" userId="5af9566427f0cd7a" providerId="LiveId" clId="{2D80EA78-D9A5-47E6-A206-2A2C918D4BBD}" dt="2025-06-28T14:33:38.131" v="301"/>
          <ac:grpSpMkLst>
            <pc:docMk/>
            <pc:sldMk cId="3472700723" sldId="296"/>
            <ac:grpSpMk id="9" creationId="{A45E342A-01BE-035E-3E1D-F43EFCB83B7F}"/>
          </ac:grpSpMkLst>
        </pc:grpChg>
        <pc:grpChg chg="del mod">
          <ac:chgData name="Leônidas Müller de Oliveira" userId="5af9566427f0cd7a" providerId="LiveId" clId="{2D80EA78-D9A5-47E6-A206-2A2C918D4BBD}" dt="2025-06-28T14:33:44.790" v="305"/>
          <ac:grpSpMkLst>
            <pc:docMk/>
            <pc:sldMk cId="3472700723" sldId="296"/>
            <ac:grpSpMk id="17" creationId="{E36F0AB4-4DB0-F512-B1E5-84659E33E012}"/>
          </ac:grpSpMkLst>
        </pc:grpChg>
        <pc:grpChg chg="del mod">
          <ac:chgData name="Leônidas Müller de Oliveira" userId="5af9566427f0cd7a" providerId="LiveId" clId="{2D80EA78-D9A5-47E6-A206-2A2C918D4BBD}" dt="2025-06-28T14:34:01.514" v="324"/>
          <ac:grpSpMkLst>
            <pc:docMk/>
            <pc:sldMk cId="3472700723" sldId="296"/>
            <ac:grpSpMk id="21" creationId="{8F19AFF2-721C-0E4C-1300-99CC1BB12316}"/>
          </ac:grpSpMkLst>
        </pc:grpChg>
        <pc:grpChg chg="del mod">
          <ac:chgData name="Leônidas Müller de Oliveira" userId="5af9566427f0cd7a" providerId="LiveId" clId="{2D80EA78-D9A5-47E6-A206-2A2C918D4BBD}" dt="2025-06-28T14:35:54.431" v="349"/>
          <ac:grpSpMkLst>
            <pc:docMk/>
            <pc:sldMk cId="3472700723" sldId="296"/>
            <ac:grpSpMk id="31" creationId="{9354CE4E-8668-C6C1-8118-415A7C1D878B}"/>
          </ac:grpSpMkLst>
        </pc:grpChg>
        <pc:grpChg chg="del mod">
          <ac:chgData name="Leônidas Müller de Oliveira" userId="5af9566427f0cd7a" providerId="LiveId" clId="{2D80EA78-D9A5-47E6-A206-2A2C918D4BBD}" dt="2025-06-28T14:34:01.514" v="324"/>
          <ac:grpSpMkLst>
            <pc:docMk/>
            <pc:sldMk cId="3472700723" sldId="296"/>
            <ac:grpSpMk id="32" creationId="{17D028FA-5BF4-7335-FF04-E8999A276570}"/>
          </ac:grpSpMkLst>
        </pc:grpChg>
        <pc:grpChg chg="del mod">
          <ac:chgData name="Leônidas Müller de Oliveira" userId="5af9566427f0cd7a" providerId="LiveId" clId="{2D80EA78-D9A5-47E6-A206-2A2C918D4BBD}" dt="2025-06-28T14:33:57.833" v="320"/>
          <ac:grpSpMkLst>
            <pc:docMk/>
            <pc:sldMk cId="3472700723" sldId="296"/>
            <ac:grpSpMk id="35" creationId="{886AD7F6-BE98-1352-D787-986D5E55B504}"/>
          </ac:grpSpMkLst>
        </pc:grpChg>
        <pc:grpChg chg="del mod">
          <ac:chgData name="Leônidas Müller de Oliveira" userId="5af9566427f0cd7a" providerId="LiveId" clId="{2D80EA78-D9A5-47E6-A206-2A2C918D4BBD}" dt="2025-06-28T14:34:01.514" v="324"/>
          <ac:grpSpMkLst>
            <pc:docMk/>
            <pc:sldMk cId="3472700723" sldId="296"/>
            <ac:grpSpMk id="37" creationId="{E0B98D45-0F6A-9821-32C3-C73CDD56CB7C}"/>
          </ac:grpSpMkLst>
        </pc:grpChg>
        <pc:grpChg chg="del mod">
          <ac:chgData name="Leônidas Müller de Oliveira" userId="5af9566427f0cd7a" providerId="LiveId" clId="{2D80EA78-D9A5-47E6-A206-2A2C918D4BBD}" dt="2025-06-28T14:35:54.431" v="349"/>
          <ac:grpSpMkLst>
            <pc:docMk/>
            <pc:sldMk cId="3472700723" sldId="296"/>
            <ac:grpSpMk id="41" creationId="{649E91E0-BA96-7302-F140-532D96CFACF5}"/>
          </ac:grpSpMkLst>
        </pc:grpChg>
        <pc:grpChg chg="del mod">
          <ac:chgData name="Leônidas Müller de Oliveira" userId="5af9566427f0cd7a" providerId="LiveId" clId="{2D80EA78-D9A5-47E6-A206-2A2C918D4BBD}" dt="2025-06-28T14:34:25.838" v="343"/>
          <ac:grpSpMkLst>
            <pc:docMk/>
            <pc:sldMk cId="3472700723" sldId="296"/>
            <ac:grpSpMk id="50" creationId="{DB22A2EB-BCDF-6690-77D8-D0EDCD446F5D}"/>
          </ac:grpSpMkLst>
        </pc:grpChg>
        <pc:grpChg chg="del mod">
          <ac:chgData name="Leônidas Müller de Oliveira" userId="5af9566427f0cd7a" providerId="LiveId" clId="{2D80EA78-D9A5-47E6-A206-2A2C918D4BBD}" dt="2025-06-28T14:34:28.237" v="345"/>
          <ac:grpSpMkLst>
            <pc:docMk/>
            <pc:sldMk cId="3472700723" sldId="296"/>
            <ac:grpSpMk id="58" creationId="{B018FAF8-266D-6CB9-BB18-FAC1DB97E1A7}"/>
          </ac:grpSpMkLst>
        </pc:grpChg>
        <pc:grpChg chg="del mod">
          <ac:chgData name="Leônidas Müller de Oliveira" userId="5af9566427f0cd7a" providerId="LiveId" clId="{2D80EA78-D9A5-47E6-A206-2A2C918D4BBD}" dt="2025-06-28T14:35:54.431" v="349"/>
          <ac:grpSpMkLst>
            <pc:docMk/>
            <pc:sldMk cId="3472700723" sldId="296"/>
            <ac:grpSpMk id="60" creationId="{DA795418-53F9-8DBA-3D33-140937A42182}"/>
          </ac:grpSpMkLst>
        </pc:grpChg>
        <pc:grpChg chg="mod">
          <ac:chgData name="Leônidas Müller de Oliveira" userId="5af9566427f0cd7a" providerId="LiveId" clId="{2D80EA78-D9A5-47E6-A206-2A2C918D4BBD}" dt="2025-06-28T14:34:28.237" v="345"/>
          <ac:grpSpMkLst>
            <pc:docMk/>
            <pc:sldMk cId="3472700723" sldId="296"/>
            <ac:grpSpMk id="62" creationId="{BE7A1762-D031-766E-3FF7-9BF3606C19F2}"/>
          </ac:grpSpMkLst>
        </pc:grpChg>
        <pc:grpChg chg="del mod">
          <ac:chgData name="Leônidas Müller de Oliveira" userId="5af9566427f0cd7a" providerId="LiveId" clId="{2D80EA78-D9A5-47E6-A206-2A2C918D4BBD}" dt="2025-06-28T14:36:45.510" v="368"/>
          <ac:grpSpMkLst>
            <pc:docMk/>
            <pc:sldMk cId="3472700723" sldId="296"/>
            <ac:grpSpMk id="130" creationId="{E1046147-9088-38E1-36D3-72D72A5D47F5}"/>
          </ac:grpSpMkLst>
        </pc:grpChg>
        <pc:grpChg chg="del mod">
          <ac:chgData name="Leônidas Müller de Oliveira" userId="5af9566427f0cd7a" providerId="LiveId" clId="{2D80EA78-D9A5-47E6-A206-2A2C918D4BBD}" dt="2025-06-28T14:36:15.378" v="357"/>
          <ac:grpSpMkLst>
            <pc:docMk/>
            <pc:sldMk cId="3472700723" sldId="296"/>
            <ac:grpSpMk id="136" creationId="{15C99BED-2157-446B-B788-C9ABA8DDA20A}"/>
          </ac:grpSpMkLst>
        </pc:grpChg>
        <pc:grpChg chg="mod">
          <ac:chgData name="Leônidas Müller de Oliveira" userId="5af9566427f0cd7a" providerId="LiveId" clId="{2D80EA78-D9A5-47E6-A206-2A2C918D4BBD}" dt="2025-06-28T14:36:15.378" v="357"/>
          <ac:grpSpMkLst>
            <pc:docMk/>
            <pc:sldMk cId="3472700723" sldId="296"/>
            <ac:grpSpMk id="138" creationId="{9AA6FF79-D92C-DFBF-7B2A-AA64D64EE213}"/>
          </ac:grpSpMkLst>
        </pc:grpChg>
        <pc:grpChg chg="mod">
          <ac:chgData name="Leônidas Müller de Oliveira" userId="5af9566427f0cd7a" providerId="LiveId" clId="{2D80EA78-D9A5-47E6-A206-2A2C918D4BBD}" dt="2025-06-28T14:36:32.168" v="365"/>
          <ac:grpSpMkLst>
            <pc:docMk/>
            <pc:sldMk cId="3472700723" sldId="296"/>
            <ac:grpSpMk id="148" creationId="{0A3290F8-83FA-C52A-6797-92BF30154453}"/>
          </ac:grpSpMkLst>
        </pc:grpChg>
        <pc:grpChg chg="mod">
          <ac:chgData name="Leônidas Müller de Oliveira" userId="5af9566427f0cd7a" providerId="LiveId" clId="{2D80EA78-D9A5-47E6-A206-2A2C918D4BBD}" dt="2025-06-28T14:36:45.510" v="368"/>
          <ac:grpSpMkLst>
            <pc:docMk/>
            <pc:sldMk cId="3472700723" sldId="296"/>
            <ac:grpSpMk id="151" creationId="{9F5BEE7E-9E82-7F1A-2A7B-CE2E6F524F18}"/>
          </ac:grpSpMkLst>
        </pc:grpChg>
        <pc:grpChg chg="mod">
          <ac:chgData name="Leônidas Müller de Oliveira" userId="5af9566427f0cd7a" providerId="LiveId" clId="{2D80EA78-D9A5-47E6-A206-2A2C918D4BBD}" dt="2025-06-28T14:36:52.083" v="372"/>
          <ac:grpSpMkLst>
            <pc:docMk/>
            <pc:sldMk cId="3472700723" sldId="296"/>
            <ac:grpSpMk id="155" creationId="{6B7C0233-D2F0-938B-8134-74EC087FEE13}"/>
          </ac:grpSpMkLst>
        </pc:grpChg>
        <pc:grpChg chg="mod">
          <ac:chgData name="Leônidas Müller de Oliveira" userId="5af9566427f0cd7a" providerId="LiveId" clId="{2D80EA78-D9A5-47E6-A206-2A2C918D4BBD}" dt="2025-06-28T14:39:37.170" v="385"/>
          <ac:grpSpMkLst>
            <pc:docMk/>
            <pc:sldMk cId="3472700723" sldId="296"/>
            <ac:grpSpMk id="168" creationId="{E5428AF1-5CF4-DA47-A036-922657F65508}"/>
          </ac:grpSpMkLst>
        </pc:grpChg>
        <pc:grpChg chg="mod">
          <ac:chgData name="Leônidas Müller de Oliveira" userId="5af9566427f0cd7a" providerId="LiveId" clId="{2D80EA78-D9A5-47E6-A206-2A2C918D4BBD}" dt="2025-06-28T14:39:37.170" v="385"/>
          <ac:grpSpMkLst>
            <pc:docMk/>
            <pc:sldMk cId="3472700723" sldId="296"/>
            <ac:grpSpMk id="169" creationId="{4749E22B-A64C-A8E5-2834-AD4EA231C400}"/>
          </ac:grpSpMkLst>
        </pc:grpChg>
        <pc:grpChg chg="mod">
          <ac:chgData name="Leônidas Müller de Oliveira" userId="5af9566427f0cd7a" providerId="LiveId" clId="{2D80EA78-D9A5-47E6-A206-2A2C918D4BBD}" dt="2025-06-28T14:39:42.150" v="389"/>
          <ac:grpSpMkLst>
            <pc:docMk/>
            <pc:sldMk cId="3472700723" sldId="296"/>
            <ac:grpSpMk id="173" creationId="{91AF01FF-ADFA-B605-819B-B2110D91EBFF}"/>
          </ac:grpSpMkLst>
        </pc:grpChg>
        <pc:grpChg chg="mod">
          <ac:chgData name="Leônidas Müller de Oliveira" userId="5af9566427f0cd7a" providerId="LiveId" clId="{2D80EA78-D9A5-47E6-A206-2A2C918D4BBD}" dt="2025-06-28T14:50:38.403" v="393"/>
          <ac:grpSpMkLst>
            <pc:docMk/>
            <pc:sldMk cId="3472700723" sldId="296"/>
            <ac:grpSpMk id="177" creationId="{6ACD126C-0B2F-CEAA-DF4E-605402C57704}"/>
          </ac:grpSpMkLst>
        </pc:grpChg>
        <pc:picChg chg="del">
          <ac:chgData name="Leônidas Müller de Oliveira" userId="5af9566427f0cd7a" providerId="LiveId" clId="{2D80EA78-D9A5-47E6-A206-2A2C918D4BBD}" dt="2025-06-28T14:33:22.697" v="283" actId="478"/>
          <ac:picMkLst>
            <pc:docMk/>
            <pc:sldMk cId="3472700723" sldId="296"/>
            <ac:picMk id="4" creationId="{4C3E3453-A833-81BC-E566-3A830674C709}"/>
          </ac:picMkLst>
        </pc:pic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" creationId="{D2708A58-894B-AC2A-12CF-F627699F56EE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" creationId="{6F80A705-A07B-F210-D84E-01027780F5C8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5" creationId="{48D33195-8074-7DFB-06FD-F0C2C1F7D42B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6" creationId="{3FF65622-5CB9-51FF-CC3E-B1642F46AF72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8" creationId="{20DC10D5-E607-9E0F-32EE-E2804EAE601A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1" creationId="{DA842AB8-145D-53EC-A04E-862C7463804B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2" creationId="{CF524A2D-35CD-A505-EE7C-37F5B99100B0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3" creationId="{8B8CC11F-440E-3697-318A-76FD78B7A852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4" creationId="{B11974DC-8216-E83F-DD61-DB58559B8C03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5" creationId="{6AD20D6D-B01F-5D14-3313-ED7BF19D0855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6" creationId="{8CF84F4D-ACA9-2FEB-1E43-75A527462D69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8" creationId="{CE2EE325-BA1C-D9E9-5281-F985D5105C3A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9" creationId="{C93175C4-C82A-0980-801C-EBB0380CE44F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0" creationId="{6E743EFE-FDB6-E03B-31CF-5B2113B3E940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2" creationId="{D32A4452-C3F8-058B-CC75-B09EF3E6BDC2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3" creationId="{A9A09A09-D332-D0DA-C2E6-F3B400A7315C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4" creationId="{31DFBD40-F29A-49CB-AF01-6F04FE7D30FB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5" creationId="{220CFD1E-232D-FF42-0309-9CE94BACA692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6" creationId="{81099A60-8B52-671E-F1FD-AE2A02A75B79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7" creationId="{6215426F-A32E-1084-D9EA-639567617114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8" creationId="{558B4F74-1ADA-3558-99A2-537E0C33A325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29" creationId="{4D12F808-7B11-3EDC-4933-AB8DD9A15F8A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0" creationId="{3D4260BB-1574-0316-6353-5A88BF75FB89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3" creationId="{388C8E6D-3A3A-3446-BBD3-BCA7E9225E9F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4" creationId="{7615C9BA-A141-8A17-A6D1-97A038CAFCE5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6" creationId="{9D59273D-0140-E240-0D5B-D69E1FED0180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8" creationId="{0F9BF516-0AB9-F4BC-3F5D-5E8EF8BD5176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39" creationId="{C0B3C484-837D-C42B-49C8-D22561D992ED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0" creationId="{AE3AB9E0-4639-9BE5-11FF-B310D62A9CA6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2" creationId="{84FB1A65-DB64-7D4C-4B4B-D21D66A6B0F7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3" creationId="{FE1C6F0D-A2E4-507D-AA17-FB1D4322017F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4" creationId="{2C4E83D9-8BA8-DEE6-C5E6-08737AA752B6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5" creationId="{E0AEBBC9-9CB1-820E-1352-44E292A45188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6" creationId="{B4CFACF0-D776-C594-D931-66A9CB6C3F98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7" creationId="{A1DF0336-A978-89B6-8216-8D846ADF67FB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8" creationId="{E18535D2-6EC9-9B32-9CAA-8F853750ADF4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49" creationId="{62AEF7F1-D53A-89E8-71B9-9A47EA6361D9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1" creationId="{C296675B-8528-2232-19BF-2A29DA138A54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2" creationId="{19CFB672-BA52-F89C-D1F1-81AA99705D44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3" creationId="{6376CE08-0786-0D1E-8438-1BFBD3AF56E5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4" creationId="{461A90D7-F84E-2F8E-1DCA-366998A876F5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5" creationId="{27BAA815-25EF-2D58-CA8F-DF6FE9B3B0D2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6" creationId="{8A1B6BDC-FCF9-F24E-C504-9E17BD26CFC1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57" creationId="{92B8FEB4-2C24-4361-E921-4774506EC297}"/>
          </ac:inkMkLst>
        </pc:inkChg>
        <pc:inkChg chg="add mod">
          <ac:chgData name="Leônidas Müller de Oliveira" userId="5af9566427f0cd7a" providerId="LiveId" clId="{2D80EA78-D9A5-47E6-A206-2A2C918D4BBD}" dt="2025-06-28T14:35:54.431" v="349"/>
          <ac:inkMkLst>
            <pc:docMk/>
            <pc:sldMk cId="3472700723" sldId="296"/>
            <ac:inkMk id="59" creationId="{51646B2A-69FE-3385-C89E-849DA3B5D355}"/>
          </ac:inkMkLst>
        </pc:inkChg>
        <pc:inkChg chg="add mod">
          <ac:chgData name="Leônidas Müller de Oliveira" userId="5af9566427f0cd7a" providerId="LiveId" clId="{2D80EA78-D9A5-47E6-A206-2A2C918D4BBD}" dt="2025-06-28T14:34:28.237" v="345"/>
          <ac:inkMkLst>
            <pc:docMk/>
            <pc:sldMk cId="3472700723" sldId="296"/>
            <ac:inkMk id="61" creationId="{D345119E-DFE1-8AB2-057E-E7FED42D422E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63" creationId="{7C8BA73D-C656-A346-D4FB-90115373D7F0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28" creationId="{0FB62315-5B73-73CC-12E4-D5801B0E9F06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29" creationId="{1E7A7BE7-7581-770D-A0AF-FD01732A6AA4}"/>
          </ac:inkMkLst>
        </pc:inkChg>
        <pc:inkChg chg="add mod">
          <ac:chgData name="Leônidas Müller de Oliveira" userId="5af9566427f0cd7a" providerId="LiveId" clId="{2D80EA78-D9A5-47E6-A206-2A2C918D4BBD}" dt="2025-06-28T14:36:15.378" v="357"/>
          <ac:inkMkLst>
            <pc:docMk/>
            <pc:sldMk cId="3472700723" sldId="296"/>
            <ac:inkMk id="131" creationId="{5F68768C-62F2-F530-8A64-9870DDF7708B}"/>
          </ac:inkMkLst>
        </pc:inkChg>
        <pc:inkChg chg="add mod">
          <ac:chgData name="Leônidas Müller de Oliveira" userId="5af9566427f0cd7a" providerId="LiveId" clId="{2D80EA78-D9A5-47E6-A206-2A2C918D4BBD}" dt="2025-06-28T14:36:15.378" v="357"/>
          <ac:inkMkLst>
            <pc:docMk/>
            <pc:sldMk cId="3472700723" sldId="296"/>
            <ac:inkMk id="132" creationId="{3E4ED2F2-E39E-476B-121A-C824128AC679}"/>
          </ac:inkMkLst>
        </pc:inkChg>
        <pc:inkChg chg="add mod">
          <ac:chgData name="Leônidas Müller de Oliveira" userId="5af9566427f0cd7a" providerId="LiveId" clId="{2D80EA78-D9A5-47E6-A206-2A2C918D4BBD}" dt="2025-06-28T14:36:15.378" v="357"/>
          <ac:inkMkLst>
            <pc:docMk/>
            <pc:sldMk cId="3472700723" sldId="296"/>
            <ac:inkMk id="133" creationId="{928D1B8A-F568-8F93-D55A-01A96A5505B6}"/>
          </ac:inkMkLst>
        </pc:inkChg>
        <pc:inkChg chg="add mod">
          <ac:chgData name="Leônidas Müller de Oliveira" userId="5af9566427f0cd7a" providerId="LiveId" clId="{2D80EA78-D9A5-47E6-A206-2A2C918D4BBD}" dt="2025-06-28T14:36:15.378" v="357"/>
          <ac:inkMkLst>
            <pc:docMk/>
            <pc:sldMk cId="3472700723" sldId="296"/>
            <ac:inkMk id="134" creationId="{8C6E5B55-761D-F9CD-9FB8-3DF3CA8FCF92}"/>
          </ac:inkMkLst>
        </pc:inkChg>
        <pc:inkChg chg="add mod">
          <ac:chgData name="Leônidas Müller de Oliveira" userId="5af9566427f0cd7a" providerId="LiveId" clId="{2D80EA78-D9A5-47E6-A206-2A2C918D4BBD}" dt="2025-06-28T14:36:15.378" v="357"/>
          <ac:inkMkLst>
            <pc:docMk/>
            <pc:sldMk cId="3472700723" sldId="296"/>
            <ac:inkMk id="135" creationId="{6EF31C15-0818-851C-ABB3-7C1BBF72C91E}"/>
          </ac:inkMkLst>
        </pc:inkChg>
        <pc:inkChg chg="add mod">
          <ac:chgData name="Leônidas Müller de Oliveira" userId="5af9566427f0cd7a" providerId="LiveId" clId="{2D80EA78-D9A5-47E6-A206-2A2C918D4BBD}" dt="2025-06-28T14:36:15.378" v="357"/>
          <ac:inkMkLst>
            <pc:docMk/>
            <pc:sldMk cId="3472700723" sldId="296"/>
            <ac:inkMk id="137" creationId="{F675272C-1E15-33F1-D756-B1723097FB75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39" creationId="{4F267169-8927-75A4-7E6D-380F06735FB3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42" creationId="{3ACC2B27-5789-1458-A6CF-A3D27B4C86FE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43" creationId="{712F0A2E-14A9-1CFF-1FDD-B8656BF57FA0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44" creationId="{27436134-368D-D1CF-993E-F09B01DD9DEA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45" creationId="{1A502AA5-243D-F74B-CEDD-BCB0FDCDE21C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46" creationId="{161216A9-E12A-92DC-94E2-1F5256DDFA04}"/>
          </ac:inkMkLst>
        </pc:inkChg>
        <pc:inkChg chg="add mod">
          <ac:chgData name="Leônidas Müller de Oliveira" userId="5af9566427f0cd7a" providerId="LiveId" clId="{2D80EA78-D9A5-47E6-A206-2A2C918D4BBD}" dt="2025-06-28T14:36:32.168" v="365"/>
          <ac:inkMkLst>
            <pc:docMk/>
            <pc:sldMk cId="3472700723" sldId="296"/>
            <ac:inkMk id="147" creationId="{E5DCC2AE-601C-8CA4-1BCF-EF44BC77E5D9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49" creationId="{4C3B11D2-7125-9C8E-B0B8-0BB878AB1C4C}"/>
          </ac:inkMkLst>
        </pc:inkChg>
        <pc:inkChg chg="add mod">
          <ac:chgData name="Leônidas Müller de Oliveira" userId="5af9566427f0cd7a" providerId="LiveId" clId="{2D80EA78-D9A5-47E6-A206-2A2C918D4BBD}" dt="2025-06-28T14:36:45.510" v="368"/>
          <ac:inkMkLst>
            <pc:docMk/>
            <pc:sldMk cId="3472700723" sldId="296"/>
            <ac:inkMk id="150" creationId="{111CF2AD-3E09-EFDF-720F-613FC7BA7371}"/>
          </ac:inkMkLst>
        </pc:inkChg>
        <pc:inkChg chg="add mod">
          <ac:chgData name="Leônidas Müller de Oliveira" userId="5af9566427f0cd7a" providerId="LiveId" clId="{2D80EA78-D9A5-47E6-A206-2A2C918D4BBD}" dt="2025-06-28T14:36:52.083" v="372"/>
          <ac:inkMkLst>
            <pc:docMk/>
            <pc:sldMk cId="3472700723" sldId="296"/>
            <ac:inkMk id="152" creationId="{D33DAAD2-F874-FC76-DAA2-D34D1A6E2470}"/>
          </ac:inkMkLst>
        </pc:inkChg>
        <pc:inkChg chg="add mod">
          <ac:chgData name="Leônidas Müller de Oliveira" userId="5af9566427f0cd7a" providerId="LiveId" clId="{2D80EA78-D9A5-47E6-A206-2A2C918D4BBD}" dt="2025-06-28T14:36:52.083" v="372"/>
          <ac:inkMkLst>
            <pc:docMk/>
            <pc:sldMk cId="3472700723" sldId="296"/>
            <ac:inkMk id="153" creationId="{1B864634-9EBB-079A-4AE7-01C1007A91E1}"/>
          </ac:inkMkLst>
        </pc:inkChg>
        <pc:inkChg chg="add mod">
          <ac:chgData name="Leônidas Müller de Oliveira" userId="5af9566427f0cd7a" providerId="LiveId" clId="{2D80EA78-D9A5-47E6-A206-2A2C918D4BBD}" dt="2025-06-28T14:36:52.083" v="372"/>
          <ac:inkMkLst>
            <pc:docMk/>
            <pc:sldMk cId="3472700723" sldId="296"/>
            <ac:inkMk id="154" creationId="{2AFDD55F-E288-687F-33B0-AC17526EEB89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56" creationId="{C3EF6F06-5977-C731-8AD5-19CE506D19B9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57" creationId="{B9A26C73-2A0C-F8CC-1C9F-537655F900E8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58" creationId="{50E54D75-0082-66A8-4A29-3F3A84B671D3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59" creationId="{0D3E6BEB-FCA0-0384-7E97-6FE902EC9811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0" creationId="{CC63A12C-ED29-AB3C-496E-3A39DE96854E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1" creationId="{098DF7F3-428C-A8E6-ADA3-D81918827158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2" creationId="{0C83202F-0B69-7582-E14B-A110AD7257ED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3" creationId="{2D7FE64D-EC55-FAB9-C922-9C4529CD6554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4" creationId="{853E0D3A-CDB7-9776-2B2F-0D627437A99A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5" creationId="{93535A58-F308-804E-F55B-A21B19496899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6" creationId="{13DC6219-76D5-6929-2AA3-007328A3813E}"/>
          </ac:inkMkLst>
        </pc:inkChg>
        <pc:inkChg chg="add mod">
          <ac:chgData name="Leônidas Müller de Oliveira" userId="5af9566427f0cd7a" providerId="LiveId" clId="{2D80EA78-D9A5-47E6-A206-2A2C918D4BBD}" dt="2025-06-28T14:39:37.170" v="385"/>
          <ac:inkMkLst>
            <pc:docMk/>
            <pc:sldMk cId="3472700723" sldId="296"/>
            <ac:inkMk id="167" creationId="{DAF64881-E738-1BC9-98F5-DB380C04FCE3}"/>
          </ac:inkMkLst>
        </pc:inkChg>
        <pc:inkChg chg="add mod">
          <ac:chgData name="Leônidas Müller de Oliveira" userId="5af9566427f0cd7a" providerId="LiveId" clId="{2D80EA78-D9A5-47E6-A206-2A2C918D4BBD}" dt="2025-06-28T14:39:42.150" v="389"/>
          <ac:inkMkLst>
            <pc:docMk/>
            <pc:sldMk cId="3472700723" sldId="296"/>
            <ac:inkMk id="170" creationId="{DE0B334E-637E-31E4-B524-7C2B9E2E8650}"/>
          </ac:inkMkLst>
        </pc:inkChg>
        <pc:inkChg chg="add mod">
          <ac:chgData name="Leônidas Müller de Oliveira" userId="5af9566427f0cd7a" providerId="LiveId" clId="{2D80EA78-D9A5-47E6-A206-2A2C918D4BBD}" dt="2025-06-28T14:39:42.150" v="389"/>
          <ac:inkMkLst>
            <pc:docMk/>
            <pc:sldMk cId="3472700723" sldId="296"/>
            <ac:inkMk id="171" creationId="{843A43DC-9B5C-A851-9F4D-AB176B204C73}"/>
          </ac:inkMkLst>
        </pc:inkChg>
        <pc:inkChg chg="add mod">
          <ac:chgData name="Leônidas Müller de Oliveira" userId="5af9566427f0cd7a" providerId="LiveId" clId="{2D80EA78-D9A5-47E6-A206-2A2C918D4BBD}" dt="2025-06-28T14:39:42.150" v="389"/>
          <ac:inkMkLst>
            <pc:docMk/>
            <pc:sldMk cId="3472700723" sldId="296"/>
            <ac:inkMk id="172" creationId="{FBE12F82-0B2A-6CE3-2633-89846C2826C8}"/>
          </ac:inkMkLst>
        </pc:inkChg>
        <pc:inkChg chg="add mod">
          <ac:chgData name="Leônidas Müller de Oliveira" userId="5af9566427f0cd7a" providerId="LiveId" clId="{2D80EA78-D9A5-47E6-A206-2A2C918D4BBD}" dt="2025-06-28T14:50:38.403" v="393"/>
          <ac:inkMkLst>
            <pc:docMk/>
            <pc:sldMk cId="3472700723" sldId="296"/>
            <ac:inkMk id="174" creationId="{F32F25E4-287A-D69E-9370-EFA28A84BE28}"/>
          </ac:inkMkLst>
        </pc:inkChg>
        <pc:inkChg chg="add mod">
          <ac:chgData name="Leônidas Müller de Oliveira" userId="5af9566427f0cd7a" providerId="LiveId" clId="{2D80EA78-D9A5-47E6-A206-2A2C918D4BBD}" dt="2025-06-28T14:50:38.403" v="393"/>
          <ac:inkMkLst>
            <pc:docMk/>
            <pc:sldMk cId="3472700723" sldId="296"/>
            <ac:inkMk id="175" creationId="{17ABDF42-0E4F-A3FE-A68A-38F5743AA335}"/>
          </ac:inkMkLst>
        </pc:inkChg>
        <pc:inkChg chg="add mod">
          <ac:chgData name="Leônidas Müller de Oliveira" userId="5af9566427f0cd7a" providerId="LiveId" clId="{2D80EA78-D9A5-47E6-A206-2A2C918D4BBD}" dt="2025-06-28T14:50:38.403" v="393"/>
          <ac:inkMkLst>
            <pc:docMk/>
            <pc:sldMk cId="3472700723" sldId="296"/>
            <ac:inkMk id="176" creationId="{8EACD037-2222-C9E6-83A5-A265C19962CA}"/>
          </ac:inkMkLst>
        </pc:inkChg>
      </pc:sldChg>
    </pc:docChg>
  </pc:docChgLst>
  <pc:docChgLst>
    <pc:chgData name="Leônidas Müller de Oliveira" userId="5af9566427f0cd7a" providerId="LiveId" clId="{B68AA69D-29C5-4824-A91A-85B7503DA0C7}"/>
    <pc:docChg chg="custSel addSld delSld modSld">
      <pc:chgData name="Leônidas Müller de Oliveira" userId="5af9566427f0cd7a" providerId="LiveId" clId="{B68AA69D-29C5-4824-A91A-85B7503DA0C7}" dt="2022-08-31T17:45:59.169" v="1403" actId="1076"/>
      <pc:docMkLst>
        <pc:docMk/>
      </pc:docMkLst>
      <pc:sldChg chg="modSp mod">
        <pc:chgData name="Leônidas Müller de Oliveira" userId="5af9566427f0cd7a" providerId="LiveId" clId="{B68AA69D-29C5-4824-A91A-85B7503DA0C7}" dt="2022-08-31T15:10:10.946" v="373" actId="313"/>
        <pc:sldMkLst>
          <pc:docMk/>
          <pc:sldMk cId="0" sldId="257"/>
        </pc:sldMkLst>
        <pc:spChg chg="mod">
          <ac:chgData name="Leônidas Müller de Oliveira" userId="5af9566427f0cd7a" providerId="LiveId" clId="{B68AA69D-29C5-4824-A91A-85B7503DA0C7}" dt="2022-08-31T15:10:10.946" v="373" actId="313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68AA69D-29C5-4824-A91A-85B7503DA0C7}" dt="2022-08-30T13:49:40.401" v="45" actId="20577"/>
        <pc:sldMkLst>
          <pc:docMk/>
          <pc:sldMk cId="2510226186" sldId="285"/>
        </pc:sldMkLst>
        <pc:spChg chg="mod">
          <ac:chgData name="Leônidas Müller de Oliveira" userId="5af9566427f0cd7a" providerId="LiveId" clId="{B68AA69D-29C5-4824-A91A-85B7503DA0C7}" dt="2022-08-30T13:49:40.401" v="45" actId="20577"/>
          <ac:spMkLst>
            <pc:docMk/>
            <pc:sldMk cId="2510226186" sldId="285"/>
            <ac:spMk id="10" creationId="{D7001BA3-CB80-4627-9BF8-F969EC7D3809}"/>
          </ac:spMkLst>
        </pc:spChg>
        <pc:picChg chg="add mod">
          <ac:chgData name="Leônidas Müller de Oliveira" userId="5af9566427f0cd7a" providerId="LiveId" clId="{B68AA69D-29C5-4824-A91A-85B7503DA0C7}" dt="2022-08-30T13:49:18.751" v="2" actId="1076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modSp mod">
        <pc:chgData name="Leônidas Müller de Oliveira" userId="5af9566427f0cd7a" providerId="LiveId" clId="{B68AA69D-29C5-4824-A91A-85B7503DA0C7}" dt="2022-08-31T15:23:55.479" v="622" actId="20577"/>
        <pc:sldMkLst>
          <pc:docMk/>
          <pc:sldMk cId="4004384132" sldId="286"/>
        </pc:sldMkLst>
        <pc:spChg chg="add 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5:13:10.414" v="375" actId="1076"/>
          <ac:spMkLst>
            <pc:docMk/>
            <pc:sldMk cId="4004384132" sldId="286"/>
            <ac:spMk id="3" creationId="{07E93562-5E31-EB30-DB82-D43307E031E7}"/>
          </ac:spMkLst>
        </pc:spChg>
        <pc:spChg chg="add mod">
          <ac:chgData name="Leônidas Müller de Oliveira" userId="5af9566427f0cd7a" providerId="LiveId" clId="{B68AA69D-29C5-4824-A91A-85B7503DA0C7}" dt="2022-08-31T15:13:12.086" v="376" actId="1076"/>
          <ac:spMkLst>
            <pc:docMk/>
            <pc:sldMk cId="4004384132" sldId="286"/>
            <ac:spMk id="4" creationId="{4888E5F1-8A9F-8ED3-C5F6-BF7EC7A6F76E}"/>
          </ac:spMkLst>
        </pc:spChg>
        <pc:spChg chg="add mod">
          <ac:chgData name="Leônidas Müller de Oliveira" userId="5af9566427f0cd7a" providerId="LiveId" clId="{B68AA69D-29C5-4824-A91A-85B7503DA0C7}" dt="2022-08-31T15:23:55.479" v="622" actId="20577"/>
          <ac:spMkLst>
            <pc:docMk/>
            <pc:sldMk cId="4004384132" sldId="286"/>
            <ac:spMk id="5" creationId="{A3D0606D-7A17-79FB-9651-322EB07A5301}"/>
          </ac:spMkLst>
        </pc:spChg>
        <pc:spChg chg="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0T13:55:37.150" v="94" actId="20577"/>
          <ac:spMkLst>
            <pc:docMk/>
            <pc:sldMk cId="4004384132" sldId="286"/>
            <ac:spMk id="10" creationId="{D7001BA3-CB80-4627-9BF8-F969EC7D3809}"/>
          </ac:spMkLst>
        </pc:spChg>
      </pc:sldChg>
      <pc:sldChg chg="modSp add del mod">
        <pc:chgData name="Leônidas Müller de Oliveira" userId="5af9566427f0cd7a" providerId="LiveId" clId="{B68AA69D-29C5-4824-A91A-85B7503DA0C7}" dt="2022-08-31T15:15:36.041" v="491" actId="47"/>
        <pc:sldMkLst>
          <pc:docMk/>
          <pc:sldMk cId="1109708497" sldId="287"/>
        </pc:sldMkLst>
        <pc:spChg chg="mod">
          <ac:chgData name="Leônidas Müller de Oliveira" userId="5af9566427f0cd7a" providerId="LiveId" clId="{B68AA69D-29C5-4824-A91A-85B7503DA0C7}" dt="2022-08-31T15:09:59.526" v="345" actId="20577"/>
          <ac:spMkLst>
            <pc:docMk/>
            <pc:sldMk cId="1109708497" sldId="287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0.660" v="311" actId="47"/>
        <pc:sldMkLst>
          <pc:docMk/>
          <pc:sldMk cId="196204676" sldId="288"/>
        </pc:sldMkLst>
      </pc:sldChg>
      <pc:sldChg chg="addSp delSp modSp add mod">
        <pc:chgData name="Leônidas Müller de Oliveira" userId="5af9566427f0cd7a" providerId="LiveId" clId="{B68AA69D-29C5-4824-A91A-85B7503DA0C7}" dt="2022-08-31T15:35:07.668" v="836" actId="1076"/>
        <pc:sldMkLst>
          <pc:docMk/>
          <pc:sldMk cId="2281814239" sldId="288"/>
        </pc:sldMkLst>
        <pc:spChg chg="mod">
          <ac:chgData name="Leônidas Müller de Oliveira" userId="5af9566427f0cd7a" providerId="LiveId" clId="{B68AA69D-29C5-4824-A91A-85B7503DA0C7}" dt="2022-08-31T15:35:01.459" v="834" actId="1076"/>
          <ac:spMkLst>
            <pc:docMk/>
            <pc:sldMk cId="2281814239" sldId="288"/>
            <ac:spMk id="2" creationId="{196B70C3-0C9A-BA96-1166-806C14AE4FD8}"/>
          </ac:spMkLst>
        </pc:spChg>
        <pc:spChg chg="del mod">
          <ac:chgData name="Leônidas Müller de Oliveira" userId="5af9566427f0cd7a" providerId="LiveId" clId="{B68AA69D-29C5-4824-A91A-85B7503DA0C7}" dt="2022-08-31T15:34:44.144" v="829" actId="478"/>
          <ac:spMkLst>
            <pc:docMk/>
            <pc:sldMk cId="2281814239" sldId="288"/>
            <ac:spMk id="3" creationId="{07E93562-5E31-EB30-DB82-D43307E031E7}"/>
          </ac:spMkLst>
        </pc:spChg>
        <pc:spChg chg="del mod">
          <ac:chgData name="Leônidas Müller de Oliveira" userId="5af9566427f0cd7a" providerId="LiveId" clId="{B68AA69D-29C5-4824-A91A-85B7503DA0C7}" dt="2022-08-31T15:34:47.335" v="830" actId="478"/>
          <ac:spMkLst>
            <pc:docMk/>
            <pc:sldMk cId="2281814239" sldId="288"/>
            <ac:spMk id="4" creationId="{4888E5F1-8A9F-8ED3-C5F6-BF7EC7A6F76E}"/>
          </ac:spMkLst>
        </pc:spChg>
        <pc:spChg chg="del mod">
          <ac:chgData name="Leônidas Müller de Oliveira" userId="5af9566427f0cd7a" providerId="LiveId" clId="{B68AA69D-29C5-4824-A91A-85B7503DA0C7}" dt="2022-08-31T15:34:48.484" v="831" actId="478"/>
          <ac:spMkLst>
            <pc:docMk/>
            <pc:sldMk cId="2281814239" sldId="288"/>
            <ac:spMk id="5" creationId="{A3D0606D-7A17-79FB-9651-322EB07A5301}"/>
          </ac:spMkLst>
        </pc:spChg>
        <pc:spChg chg="add mod">
          <ac:chgData name="Leônidas Müller de Oliveira" userId="5af9566427f0cd7a" providerId="LiveId" clId="{B68AA69D-29C5-4824-A91A-85B7503DA0C7}" dt="2022-08-31T15:34:57.391" v="833" actId="1076"/>
          <ac:spMkLst>
            <pc:docMk/>
            <pc:sldMk cId="2281814239" sldId="288"/>
            <ac:spMk id="6" creationId="{B86CAE7B-BEA9-7937-E52D-D99916ECF845}"/>
          </ac:spMkLst>
        </pc:spChg>
        <pc:spChg chg="add mod">
          <ac:chgData name="Leônidas Müller de Oliveira" userId="5af9566427f0cd7a" providerId="LiveId" clId="{B68AA69D-29C5-4824-A91A-85B7503DA0C7}" dt="2022-08-31T15:35:07.668" v="836" actId="1076"/>
          <ac:spMkLst>
            <pc:docMk/>
            <pc:sldMk cId="2281814239" sldId="288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17:51.719" v="614" actId="313"/>
          <ac:spMkLst>
            <pc:docMk/>
            <pc:sldMk cId="2281814239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15:41.030" v="499" actId="20577"/>
          <ac:spMkLst>
            <pc:docMk/>
            <pc:sldMk cId="2281814239" sldId="288"/>
            <ac:spMk id="10" creationId="{D7001BA3-CB80-4627-9BF8-F969EC7D3809}"/>
          </ac:spMkLst>
        </pc:spChg>
      </pc:sldChg>
      <pc:sldChg chg="addSp delSp modSp add mod">
        <pc:chgData name="Leônidas Müller de Oliveira" userId="5af9566427f0cd7a" providerId="LiveId" clId="{B68AA69D-29C5-4824-A91A-85B7503DA0C7}" dt="2022-08-31T17:45:59.169" v="1403" actId="1076"/>
        <pc:sldMkLst>
          <pc:docMk/>
          <pc:sldMk cId="231035206" sldId="289"/>
        </pc:sldMkLst>
        <pc:spChg chg="mod">
          <ac:chgData name="Leônidas Müller de Oliveira" userId="5af9566427f0cd7a" providerId="LiveId" clId="{B68AA69D-29C5-4824-A91A-85B7503DA0C7}" dt="2022-08-31T17:44:16.670" v="1283" actId="1076"/>
          <ac:spMkLst>
            <pc:docMk/>
            <pc:sldMk cId="231035206" sldId="289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7:45:01.728" v="1381" actId="20577"/>
          <ac:spMkLst>
            <pc:docMk/>
            <pc:sldMk cId="231035206" sldId="289"/>
            <ac:spMk id="3" creationId="{7E5B1243-4043-D778-698A-07450A0D5BBB}"/>
          </ac:spMkLst>
        </pc:spChg>
        <pc:spChg chg="add mod">
          <ac:chgData name="Leônidas Müller de Oliveira" userId="5af9566427f0cd7a" providerId="LiveId" clId="{B68AA69D-29C5-4824-A91A-85B7503DA0C7}" dt="2022-08-31T17:45:51.774" v="1402" actId="20577"/>
          <ac:spMkLst>
            <pc:docMk/>
            <pc:sldMk cId="231035206" sldId="289"/>
            <ac:spMk id="4" creationId="{DCEEE2C5-FD93-2D22-F56A-4159149B1F9A}"/>
          </ac:spMkLst>
        </pc:spChg>
        <pc:spChg chg="del">
          <ac:chgData name="Leônidas Müller de Oliveira" userId="5af9566427f0cd7a" providerId="LiveId" clId="{B68AA69D-29C5-4824-A91A-85B7503DA0C7}" dt="2022-08-31T17:42:20.808" v="995" actId="478"/>
          <ac:spMkLst>
            <pc:docMk/>
            <pc:sldMk cId="231035206" sldId="289"/>
            <ac:spMk id="6" creationId="{B86CAE7B-BEA9-7937-E52D-D99916ECF845}"/>
          </ac:spMkLst>
        </pc:spChg>
        <pc:spChg chg="mod">
          <ac:chgData name="Leônidas Müller de Oliveira" userId="5af9566427f0cd7a" providerId="LiveId" clId="{B68AA69D-29C5-4824-A91A-85B7503DA0C7}" dt="2022-08-31T17:45:59.169" v="1403" actId="1076"/>
          <ac:spMkLst>
            <pc:docMk/>
            <pc:sldMk cId="231035206" sldId="289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35:50.288" v="919" actId="20577"/>
          <ac:spMkLst>
            <pc:docMk/>
            <pc:sldMk cId="231035206" sldId="289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35:29.184" v="846" actId="20577"/>
          <ac:spMkLst>
            <pc:docMk/>
            <pc:sldMk cId="231035206" sldId="289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1.216" v="312" actId="47"/>
        <pc:sldMkLst>
          <pc:docMk/>
          <pc:sldMk cId="3083649940" sldId="289"/>
        </pc:sldMkLst>
      </pc:sldChg>
      <pc:sldChg chg="del">
        <pc:chgData name="Leônidas Müller de Oliveira" userId="5af9566427f0cd7a" providerId="LiveId" clId="{B68AA69D-29C5-4824-A91A-85B7503DA0C7}" dt="2022-08-30T14:00:11.870" v="313" actId="47"/>
        <pc:sldMkLst>
          <pc:docMk/>
          <pc:sldMk cId="1829811407" sldId="290"/>
        </pc:sldMkLst>
      </pc:sldChg>
      <pc:sldChg chg="del">
        <pc:chgData name="Leônidas Müller de Oliveira" userId="5af9566427f0cd7a" providerId="LiveId" clId="{B68AA69D-29C5-4824-A91A-85B7503DA0C7}" dt="2022-08-30T14:00:12.480" v="314" actId="47"/>
        <pc:sldMkLst>
          <pc:docMk/>
          <pc:sldMk cId="267836333" sldId="291"/>
        </pc:sldMkLst>
      </pc:sldChg>
      <pc:sldChg chg="del">
        <pc:chgData name="Leônidas Müller de Oliveira" userId="5af9566427f0cd7a" providerId="LiveId" clId="{B68AA69D-29C5-4824-A91A-85B7503DA0C7}" dt="2022-08-30T14:00:13.575" v="315" actId="47"/>
        <pc:sldMkLst>
          <pc:docMk/>
          <pc:sldMk cId="3456523691" sldId="292"/>
        </pc:sldMkLst>
      </pc:sldChg>
    </pc:docChg>
  </pc:docChgLst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615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228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487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024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087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214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7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80" y="26078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Solda – </a:t>
            </a:r>
            <a:r>
              <a:rPr lang="pt-BR" sz="2800" b="1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Resistência Solda Filete</a:t>
            </a:r>
            <a:endParaRPr lang="pt-BR" sz="2800" b="1" i="0" u="none" strike="noStrike" cap="none" dirty="0">
              <a:solidFill>
                <a:srgbClr val="FFC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resistência de uma junta soldada pode ser limitada pela ruptura por: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Ruptura da Seção Efetiva da Solda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Escoamento do Metal Base 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Tipos de Ruptura</a:t>
            </a:r>
          </a:p>
        </p:txBody>
      </p:sp>
    </p:spTree>
    <p:extLst>
      <p:ext uri="{BB962C8B-B14F-4D97-AF65-F5344CB8AC3E}">
        <p14:creationId xmlns:p14="http://schemas.microsoft.com/office/powerpoint/2010/main" val="251022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Resistência Solda Filete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/>
              <p:nvPr/>
            </p:nvSpPr>
            <p:spPr>
              <a:xfrm>
                <a:off x="6510352" y="2339024"/>
                <a:ext cx="2413259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𝒘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 </m:t>
                      </m:r>
                      <m:f>
                        <m:f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𝟎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𝟔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𝒘</m:t>
                              </m:r>
                            </m:sub>
                          </m:s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𝒘</m:t>
                              </m:r>
                            </m:sub>
                          </m:sSub>
                        </m:num>
                        <m:den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𝟏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𝟑𝟓</m:t>
                          </m:r>
                        </m:den>
                      </m:f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196B70C3-0C9A-BA96-1166-806C14AE4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352" y="2339024"/>
                <a:ext cx="2413259" cy="716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4888E5F1-8A9F-8ED3-C5F6-BF7EC7A6F76E}"/>
                  </a:ext>
                </a:extLst>
              </p:cNvPr>
              <p:cNvSpPr txBox="1"/>
              <p:nvPr/>
            </p:nvSpPr>
            <p:spPr>
              <a:xfrm>
                <a:off x="6386945" y="3157728"/>
                <a:ext cx="2757053" cy="716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𝑭</m:t>
                          </m:r>
                        </m:e>
                        <m: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𝑴𝑩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u="none" strike="noStrike" cap="none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 </m:t>
                      </m:r>
                      <m:f>
                        <m:fPr>
                          <m:ctrlP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𝑴𝑩</m:t>
                              </m:r>
                            </m:sub>
                          </m:sSub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u="none" strike="noStrike" cap="none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𝟏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u="none" strike="noStrike" cap="none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pt-BR" sz="1600" b="1" i="0" u="none" strike="noStrike" cap="none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4888E5F1-8A9F-8ED3-C5F6-BF7EC7A6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945" y="3157728"/>
                <a:ext cx="2757053" cy="716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A3D0606D-7A17-79FB-9651-322EB07A5301}"/>
              </a:ext>
            </a:extLst>
          </p:cNvPr>
          <p:cNvSpPr txBox="1"/>
          <p:nvPr/>
        </p:nvSpPr>
        <p:spPr>
          <a:xfrm>
            <a:off x="3544198" y="3923662"/>
            <a:ext cx="5599800" cy="119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= a . L (área efetiva do filete)  a = 0,70711 . b</a:t>
            </a:r>
          </a:p>
          <a:p>
            <a:pPr marL="152400"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MB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= # . L (área efetiva do filete) 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143;p7">
            <a:extLst>
              <a:ext uri="{FF2B5EF4-FFF2-40B4-BE49-F238E27FC236}">
                <a16:creationId xmlns:a16="http://schemas.microsoft.com/office/drawing/2014/main" id="{90F1F75E-4E52-393B-77BA-E34026B3642C}"/>
              </a:ext>
            </a:extLst>
          </p:cNvPr>
          <p:cNvSpPr txBox="1"/>
          <p:nvPr/>
        </p:nvSpPr>
        <p:spPr>
          <a:xfrm>
            <a:off x="3495707" y="2457022"/>
            <a:ext cx="3014645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Ruptura da Seção Efetiva da Solda</a:t>
            </a:r>
          </a:p>
        </p:txBody>
      </p:sp>
      <p:sp>
        <p:nvSpPr>
          <p:cNvPr id="7" name="Google Shape;143;p7">
            <a:extLst>
              <a:ext uri="{FF2B5EF4-FFF2-40B4-BE49-F238E27FC236}">
                <a16:creationId xmlns:a16="http://schemas.microsoft.com/office/drawing/2014/main" id="{03A437E6-B5DF-FC37-64D6-2C6C4FEC2B0E}"/>
              </a:ext>
            </a:extLst>
          </p:cNvPr>
          <p:cNvSpPr txBox="1"/>
          <p:nvPr/>
        </p:nvSpPr>
        <p:spPr>
          <a:xfrm>
            <a:off x="3544198" y="3341130"/>
            <a:ext cx="3186543" cy="51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Escoamento do Metal Base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0228BA8-28F2-3622-8260-158EEAEA2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427" y="706136"/>
            <a:ext cx="4449035" cy="153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8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Resistência Solda Filete</a:t>
            </a:r>
          </a:p>
        </p:txBody>
      </p:sp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A3D0606D-7A17-79FB-9651-322EB07A5301}"/>
              </a:ext>
            </a:extLst>
          </p:cNvPr>
          <p:cNvSpPr txBox="1"/>
          <p:nvPr/>
        </p:nvSpPr>
        <p:spPr>
          <a:xfrm>
            <a:off x="3544200" y="884516"/>
            <a:ext cx="5599800" cy="119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Soldas por filete são dimensionadas para resistir tensões de cisalhamento na sua área efetiva, independente da orientação dos filetes de solda em relação à direção da carga aplicada.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B33843E-266F-A2BB-6799-9571597D6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60" y="2150766"/>
            <a:ext cx="4706007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5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Exemplo</a:t>
            </a:r>
          </a:p>
        </p:txBody>
      </p:sp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A3D0606D-7A17-79FB-9651-322EB07A5301}"/>
              </a:ext>
            </a:extLst>
          </p:cNvPr>
          <p:cNvSpPr txBox="1"/>
          <p:nvPr/>
        </p:nvSpPr>
        <p:spPr>
          <a:xfrm>
            <a:off x="3544200" y="3535607"/>
            <a:ext cx="5599800" cy="119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uso de solda entre peças curvas é dimensionada como uma solda de filete.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Sendo considerado para o seu comprimento, todo o perímetro de contato entre os dois perfis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95C39A-AB93-F4EE-2AE2-2572E16C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577" y="1143934"/>
            <a:ext cx="4775373" cy="22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6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Exemplo</a:t>
            </a:r>
          </a:p>
        </p:txBody>
      </p:sp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A3D0606D-7A17-79FB-9651-322EB07A5301}"/>
              </a:ext>
            </a:extLst>
          </p:cNvPr>
          <p:cNvSpPr txBox="1"/>
          <p:nvPr/>
        </p:nvSpPr>
        <p:spPr>
          <a:xfrm>
            <a:off x="3544200" y="3535607"/>
            <a:ext cx="5599800" cy="1191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CE426-D6F8-69C6-BCB9-C89C6ACD9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597" y="956221"/>
            <a:ext cx="3077004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Planilha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3E3453-A833-81BC-E566-3A830674C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8250"/>
            <a:ext cx="9144000" cy="364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3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221</Words>
  <Application>Microsoft Office PowerPoint</Application>
  <PresentationFormat>Apresentação na tela 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Roboto Light</vt:lpstr>
      <vt:lpstr>Cambria Math</vt:lpstr>
      <vt:lpstr>Roboto</vt:lpstr>
      <vt:lpstr>Roboto Black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2025-06-30T01:22:15Z</dcterms:modified>
</cp:coreProperties>
</file>