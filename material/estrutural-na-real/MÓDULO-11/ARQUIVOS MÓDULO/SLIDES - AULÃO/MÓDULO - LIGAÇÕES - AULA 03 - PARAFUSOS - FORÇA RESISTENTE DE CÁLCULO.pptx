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85" r:id="rId3"/>
    <p:sldId id="286" r:id="rId4"/>
    <p:sldId id="288" r:id="rId5"/>
    <p:sldId id="289" r:id="rId6"/>
    <p:sldId id="281" r:id="rId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Black" panose="02000000000000000000" pitchFamily="2" charset="0"/>
      <p:bold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7A3A0-99EF-4180-89BC-6FCA6DE4FD14}" v="36" dt="2025-06-28T12:56:58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49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  <pc:docChgLst>
    <pc:chgData name="Leônidas Müller de Oliveira" userId="5af9566427f0cd7a" providerId="LiveId" clId="{3A57A3A0-99EF-4180-89BC-6FCA6DE4FD14}"/>
    <pc:docChg chg="undo custSel modSld">
      <pc:chgData name="Leônidas Müller de Oliveira" userId="5af9566427f0cd7a" providerId="LiveId" clId="{3A57A3A0-99EF-4180-89BC-6FCA6DE4FD14}" dt="2025-06-29T18:22:34.322" v="191" actId="478"/>
      <pc:docMkLst>
        <pc:docMk/>
      </pc:docMkLst>
      <pc:sldChg chg="addSp delSp modSp mod">
        <pc:chgData name="Leônidas Müller de Oliveira" userId="5af9566427f0cd7a" providerId="LiveId" clId="{3A57A3A0-99EF-4180-89BC-6FCA6DE4FD14}" dt="2025-06-29T18:22:24.394" v="187" actId="478"/>
        <pc:sldMkLst>
          <pc:docMk/>
          <pc:sldMk cId="2510226186" sldId="285"/>
        </pc:sldMkLst>
        <pc:grpChg chg="del mod">
          <ac:chgData name="Leônidas Müller de Oliveira" userId="5af9566427f0cd7a" providerId="LiveId" clId="{3A57A3A0-99EF-4180-89BC-6FCA6DE4FD14}" dt="2025-06-28T12:50:59.248" v="18"/>
          <ac:grpSpMkLst>
            <pc:docMk/>
            <pc:sldMk cId="2510226186" sldId="285"/>
            <ac:grpSpMk id="14" creationId="{F479470B-663D-6337-7CF7-7AA6E3F2C408}"/>
          </ac:grpSpMkLst>
        </pc:grpChg>
        <pc:grpChg chg="del mod">
          <ac:chgData name="Leônidas Müller de Oliveira" userId="5af9566427f0cd7a" providerId="LiveId" clId="{3A57A3A0-99EF-4180-89BC-6FCA6DE4FD14}" dt="2025-06-28T12:50:59.248" v="18"/>
          <ac:grpSpMkLst>
            <pc:docMk/>
            <pc:sldMk cId="2510226186" sldId="285"/>
            <ac:grpSpMk id="21" creationId="{6004E617-06D3-67A4-30C6-980813354534}"/>
          </ac:grpSpMkLst>
        </pc:grpChg>
        <pc:grpChg chg="del mod">
          <ac:chgData name="Leônidas Müller de Oliveira" userId="5af9566427f0cd7a" providerId="LiveId" clId="{3A57A3A0-99EF-4180-89BC-6FCA6DE4FD14}" dt="2025-06-28T12:50:59.248" v="18"/>
          <ac:grpSpMkLst>
            <pc:docMk/>
            <pc:sldMk cId="2510226186" sldId="285"/>
            <ac:grpSpMk id="22" creationId="{167C05F1-C4FD-D30F-9485-1BA058E7B8A0}"/>
          </ac:grpSpMkLst>
        </pc:grpChg>
        <pc:grpChg chg="del mod">
          <ac:chgData name="Leônidas Müller de Oliveira" userId="5af9566427f0cd7a" providerId="LiveId" clId="{3A57A3A0-99EF-4180-89BC-6FCA6DE4FD14}" dt="2025-06-28T12:51:05.501" v="20"/>
          <ac:grpSpMkLst>
            <pc:docMk/>
            <pc:sldMk cId="2510226186" sldId="285"/>
            <ac:grpSpMk id="24" creationId="{F28ADC6A-C5F4-2258-95E9-5F49A46E311D}"/>
          </ac:grpSpMkLst>
        </pc:grpChg>
        <pc:grpChg chg="del mod">
          <ac:chgData name="Leônidas Müller de Oliveira" userId="5af9566427f0cd7a" providerId="LiveId" clId="{3A57A3A0-99EF-4180-89BC-6FCA6DE4FD14}" dt="2025-06-29T18:22:22.247" v="186" actId="478"/>
          <ac:grpSpMkLst>
            <pc:docMk/>
            <pc:sldMk cId="2510226186" sldId="285"/>
            <ac:grpSpMk id="26" creationId="{5B6FCA8D-8738-DFA0-2A02-CC083B5CC46D}"/>
          </ac:grpSpMkLst>
        </pc:grpChg>
        <pc:grpChg chg="del mod">
          <ac:chgData name="Leônidas Müller de Oliveira" userId="5af9566427f0cd7a" providerId="LiveId" clId="{3A57A3A0-99EF-4180-89BC-6FCA6DE4FD14}" dt="2025-06-28T12:51:21.542" v="31"/>
          <ac:grpSpMkLst>
            <pc:docMk/>
            <pc:sldMk cId="2510226186" sldId="285"/>
            <ac:grpSpMk id="34" creationId="{5DEDCB3B-56A4-4E0F-055C-86A21771879C}"/>
          </ac:grpSpMkLst>
        </pc:grpChg>
        <pc:grpChg chg="del mod">
          <ac:chgData name="Leônidas Müller de Oliveira" userId="5af9566427f0cd7a" providerId="LiveId" clId="{3A57A3A0-99EF-4180-89BC-6FCA6DE4FD14}" dt="2025-06-28T12:51:23.345" v="35"/>
          <ac:grpSpMkLst>
            <pc:docMk/>
            <pc:sldMk cId="2510226186" sldId="285"/>
            <ac:grpSpMk id="37" creationId="{8285F651-53FE-AF54-7FD9-0BFC0859F50D}"/>
          </ac:grpSpMkLst>
        </pc:grpChg>
        <pc:grpChg chg="del mod">
          <ac:chgData name="Leônidas Müller de Oliveira" userId="5af9566427f0cd7a" providerId="LiveId" clId="{3A57A3A0-99EF-4180-89BC-6FCA6DE4FD14}" dt="2025-06-28T12:51:26.051" v="39"/>
          <ac:grpSpMkLst>
            <pc:docMk/>
            <pc:sldMk cId="2510226186" sldId="285"/>
            <ac:grpSpMk id="41" creationId="{C019A3C7-A822-42A2-45E6-0AEF1DD30976}"/>
          </ac:grpSpMkLst>
        </pc:grpChg>
        <pc:grpChg chg="del mod">
          <ac:chgData name="Leônidas Müller de Oliveira" userId="5af9566427f0cd7a" providerId="LiveId" clId="{3A57A3A0-99EF-4180-89BC-6FCA6DE4FD14}" dt="2025-06-29T18:22:22.247" v="186" actId="478"/>
          <ac:grpSpMkLst>
            <pc:docMk/>
            <pc:sldMk cId="2510226186" sldId="285"/>
            <ac:grpSpMk id="45" creationId="{7731CB0A-7180-1A8B-A8D8-AE5193C2C4A3}"/>
          </ac:grpSpMkLst>
        </pc:grpChg>
        <pc:grpChg chg="del mod">
          <ac:chgData name="Leônidas Müller de Oliveira" userId="5af9566427f0cd7a" providerId="LiveId" clId="{3A57A3A0-99EF-4180-89BC-6FCA6DE4FD14}" dt="2025-06-28T12:51:34.093" v="55"/>
          <ac:grpSpMkLst>
            <pc:docMk/>
            <pc:sldMk cId="2510226186" sldId="285"/>
            <ac:grpSpMk id="58" creationId="{337F3E4B-7674-B24A-36C0-ABDEC6E5207D}"/>
          </ac:grpSpMkLst>
        </pc:grpChg>
        <pc:grpChg chg="del mod">
          <ac:chgData name="Leônidas Müller de Oliveira" userId="5af9566427f0cd7a" providerId="LiveId" clId="{3A57A3A0-99EF-4180-89BC-6FCA6DE4FD14}" dt="2025-06-29T18:22:24.394" v="187" actId="478"/>
          <ac:grpSpMkLst>
            <pc:docMk/>
            <pc:sldMk cId="2510226186" sldId="285"/>
            <ac:grpSpMk id="61" creationId="{5D5D2B0A-BA0B-F162-F2BA-AE8432FF3129}"/>
          </ac:grpSpMkLst>
        </pc:grpChg>
        <pc:grpChg chg="del mod">
          <ac:chgData name="Leônidas Müller de Oliveira" userId="5af9566427f0cd7a" providerId="LiveId" clId="{3A57A3A0-99EF-4180-89BC-6FCA6DE4FD14}" dt="2025-06-29T18:22:22.247" v="186" actId="478"/>
          <ac:grpSpMkLst>
            <pc:docMk/>
            <pc:sldMk cId="2510226186" sldId="285"/>
            <ac:grpSpMk id="130" creationId="{28A46C18-C0C5-9E0E-D96A-177855BD1757}"/>
          </ac:grpSpMkLst>
        </pc:grpChg>
        <pc:grpChg chg="del mod">
          <ac:chgData name="Leônidas Müller de Oliveira" userId="5af9566427f0cd7a" providerId="LiveId" clId="{3A57A3A0-99EF-4180-89BC-6FCA6DE4FD14}" dt="2025-06-29T18:22:22.247" v="186" actId="478"/>
          <ac:grpSpMkLst>
            <pc:docMk/>
            <pc:sldMk cId="2510226186" sldId="285"/>
            <ac:grpSpMk id="131" creationId="{A1BE7DAB-1B66-BE44-9ED9-2360AF4A3D54}"/>
          </ac:grpSpMkLst>
        </pc:grpChg>
        <pc:inkChg chg="add de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2" creationId="{167A7AC0-3241-DA11-E19E-6410A765898A}"/>
          </ac:inkMkLst>
        </pc:inkChg>
        <pc:inkChg chg="add de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" creationId="{9A9D7422-8A7D-4FD3-1040-54B79D817DC1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5" creationId="{70E4D032-4215-DCAF-A44A-AEB245346CB8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6" creationId="{27CFAA98-BF16-F633-2803-A0D2E56D1483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7" creationId="{ADC189DF-C9CB-5D9F-A95F-3C033877FFE9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8" creationId="{82699B09-8BE3-9F02-AF24-48EE29E503E7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1" creationId="{7E778F7C-4CC1-2EEC-C3DF-5CF051C3483E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2" creationId="{9617E936-940E-9E99-52CA-41F8BF163C66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3" creationId="{D9661A65-C039-B62A-07AC-9D84B347D35D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5" creationId="{DDA51353-CEE3-56CD-6495-C81C2AB61B18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6" creationId="{3036791C-DCAB-C5C5-AA58-41F4A2E73262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7" creationId="{D34AD1F1-A66C-C0F8-D499-1900F59E7D46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8" creationId="{80BB5DDB-C3C0-E739-DF08-A202C36EC9D6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9" creationId="{F4754B5C-7ADB-D4D4-B450-E5FE641BE6AA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20" creationId="{F0D728E2-56D2-F17C-3C17-6FB2C8A9E63D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23" creationId="{48D201CB-7A0F-FDB4-D75F-90D038EFF433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25" creationId="{4D87928D-DD22-8236-4C25-3AED8054FF7C}"/>
          </ac:inkMkLst>
        </pc:inkChg>
        <pc:inkChg chg="add de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27" creationId="{A95BF360-5BAE-946B-172A-D53B2FD83BA8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28" creationId="{043D7923-B794-B080-43B6-8A6F5188AB45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29" creationId="{FB6190B7-F6E2-A2D2-1424-D6C16AB426D4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0" creationId="{BC17B645-A4C2-C7BA-3A71-1D192E6107C5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1" creationId="{6F1459D7-3F01-C823-2649-AB137E8DBEFB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2" creationId="{D578007E-34C2-C2A9-A95B-E9D89559F545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3" creationId="{E0DE83DE-4182-799D-7A0E-B8A1BA6E4436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5" creationId="{5F0BE54A-5DE1-C64E-A6EE-C9038F10721D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6" creationId="{06EC9760-ED00-7EC8-F7ED-9D45A8E402D4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8" creationId="{006AE811-1152-5911-34BC-77E60DE5CE89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39" creationId="{DF5EFDD6-61E5-40A0-54C1-B38B5241DF8A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0" creationId="{103AE5B0-459A-F8E0-81A1-5E4AB0FA549E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2" creationId="{F65FD739-A0BE-15F2-352E-A8425ABF6852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3" creationId="{A43A9672-03B7-EA91-EBC3-84D045C3C7F5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4" creationId="{A63763AB-4B63-8E9B-91F6-CE1DB6225418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6" creationId="{C2BFA3C4-46D3-6CD7-378E-C1048077B869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7" creationId="{37F9EF09-A237-6494-A0AA-A5309260B9BE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8" creationId="{E1F05006-1CBB-2FF4-4CBE-259E410AB562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49" creationId="{1D432C01-67F6-3530-E15C-5C8B9D5519C1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50" creationId="{1E6F874F-4A42-DEA7-6746-7F648FF66C4A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51" creationId="{6681A255-1008-3705-6747-EEAE68081F67}"/>
          </ac:inkMkLst>
        </pc:inkChg>
        <pc:inkChg chg="add mod">
          <ac:chgData name="Leônidas Müller de Oliveira" userId="5af9566427f0cd7a" providerId="LiveId" clId="{3A57A3A0-99EF-4180-89BC-6FCA6DE4FD14}" dt="2025-06-28T12:51:34.093" v="55"/>
          <ac:inkMkLst>
            <pc:docMk/>
            <pc:sldMk cId="2510226186" sldId="285"/>
            <ac:inkMk id="52" creationId="{1E9ADAFC-3736-2691-5ED9-29E0D6404B73}"/>
          </ac:inkMkLst>
        </pc:inkChg>
        <pc:inkChg chg="add mod">
          <ac:chgData name="Leônidas Müller de Oliveira" userId="5af9566427f0cd7a" providerId="LiveId" clId="{3A57A3A0-99EF-4180-89BC-6FCA6DE4FD14}" dt="2025-06-28T12:51:34.093" v="55"/>
          <ac:inkMkLst>
            <pc:docMk/>
            <pc:sldMk cId="2510226186" sldId="285"/>
            <ac:inkMk id="53" creationId="{A20C64EB-885A-5B4E-693E-8440EFA91A02}"/>
          </ac:inkMkLst>
        </pc:inkChg>
        <pc:inkChg chg="add mod">
          <ac:chgData name="Leônidas Müller de Oliveira" userId="5af9566427f0cd7a" providerId="LiveId" clId="{3A57A3A0-99EF-4180-89BC-6FCA6DE4FD14}" dt="2025-06-28T12:51:34.093" v="55"/>
          <ac:inkMkLst>
            <pc:docMk/>
            <pc:sldMk cId="2510226186" sldId="285"/>
            <ac:inkMk id="54" creationId="{B69A58BA-ABB6-BCC6-CD11-B3A011AB6153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55" creationId="{3E9E6795-4E8D-A7E5-88E2-012A24939C6B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56" creationId="{9B7846CA-9475-779F-3D4D-A0726BD2FBD0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57" creationId="{9C735947-FB25-B003-AF79-D93394F3A833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59" creationId="{E52863F6-51DC-8982-5F57-8C0B56ACE3B8}"/>
          </ac:inkMkLst>
        </pc:inkChg>
        <pc:inkChg chg="add del mod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60" creationId="{8C483753-74C8-3B9E-C15D-0A3DE143CB6D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62" creationId="{95FFD5B3-0130-A732-09C2-71D8DF783946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63" creationId="{CAF0FCB6-4B51-3C60-744C-64FC0AD7D829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28" creationId="{90432548-6AB0-B0DB-784F-3C299EC697A3}"/>
          </ac:inkMkLst>
        </pc:inkChg>
        <pc:inkChg chg="add del mod topLvl">
          <ac:chgData name="Leônidas Müller de Oliveira" userId="5af9566427f0cd7a" providerId="LiveId" clId="{3A57A3A0-99EF-4180-89BC-6FCA6DE4FD14}" dt="2025-06-29T18:22:22.247" v="186" actId="478"/>
          <ac:inkMkLst>
            <pc:docMk/>
            <pc:sldMk cId="2510226186" sldId="285"/>
            <ac:inkMk id="129" creationId="{A731C80A-0950-54C5-46D0-1394D319EBAD}"/>
          </ac:inkMkLst>
        </pc:inkChg>
      </pc:sldChg>
      <pc:sldChg chg="addSp delSp modSp mod">
        <pc:chgData name="Leônidas Müller de Oliveira" userId="5af9566427f0cd7a" providerId="LiveId" clId="{3A57A3A0-99EF-4180-89BC-6FCA6DE4FD14}" dt="2025-06-29T18:22:27.647" v="188" actId="478"/>
        <pc:sldMkLst>
          <pc:docMk/>
          <pc:sldMk cId="4004384132" sldId="286"/>
        </pc:sldMkLst>
        <pc:grpChg chg="del mod">
          <ac:chgData name="Leônidas Müller de Oliveira" userId="5af9566427f0cd7a" providerId="LiveId" clId="{3A57A3A0-99EF-4180-89BC-6FCA6DE4FD14}" dt="2025-06-28T12:52:32.287" v="74"/>
          <ac:grpSpMkLst>
            <pc:docMk/>
            <pc:sldMk cId="4004384132" sldId="286"/>
            <ac:grpSpMk id="18" creationId="{8C12371A-3F36-693F-9557-BAAB36F86A01}"/>
          </ac:grpSpMkLst>
        </pc:grpChg>
        <pc:grpChg chg="del mod">
          <ac:chgData name="Leônidas Müller de Oliveira" userId="5af9566427f0cd7a" providerId="LiveId" clId="{3A57A3A0-99EF-4180-89BC-6FCA6DE4FD14}" dt="2025-06-29T18:22:27.647" v="188" actId="478"/>
          <ac:grpSpMkLst>
            <pc:docMk/>
            <pc:sldMk cId="4004384132" sldId="286"/>
            <ac:grpSpMk id="21" creationId="{D21797AF-4DB0-F7C5-92C1-5F75FB297BA2}"/>
          </ac:grpSpMkLst>
        </pc:grpChg>
        <pc:grpChg chg="del mod">
          <ac:chgData name="Leônidas Müller de Oliveira" userId="5af9566427f0cd7a" providerId="LiveId" clId="{3A57A3A0-99EF-4180-89BC-6FCA6DE4FD14}" dt="2025-06-29T18:22:27.647" v="188" actId="478"/>
          <ac:grpSpMkLst>
            <pc:docMk/>
            <pc:sldMk cId="4004384132" sldId="286"/>
            <ac:grpSpMk id="24" creationId="{A3A42D2A-5136-98FF-94F2-AED7B73B2518}"/>
          </ac:grpSpMkLst>
        </pc:grpChg>
        <pc:grpChg chg="del mod">
          <ac:chgData name="Leônidas Müller de Oliveira" userId="5af9566427f0cd7a" providerId="LiveId" clId="{3A57A3A0-99EF-4180-89BC-6FCA6DE4FD14}" dt="2025-06-28T12:53:52.264" v="131"/>
          <ac:grpSpMkLst>
            <pc:docMk/>
            <pc:sldMk cId="4004384132" sldId="286"/>
            <ac:grpSpMk id="31" creationId="{02AFA2FA-CA62-1C95-4CF9-73B28C935F6C}"/>
          </ac:grpSpMkLst>
        </pc:grpChg>
        <pc:grpChg chg="del mod">
          <ac:chgData name="Leônidas Müller de Oliveira" userId="5af9566427f0cd7a" providerId="LiveId" clId="{3A57A3A0-99EF-4180-89BC-6FCA6DE4FD14}" dt="2025-06-28T12:53:39.898" v="107"/>
          <ac:grpSpMkLst>
            <pc:docMk/>
            <pc:sldMk cId="4004384132" sldId="286"/>
            <ac:grpSpMk id="35" creationId="{9BDDBA06-ADDC-F64D-BD86-E6125457F7CC}"/>
          </ac:grpSpMkLst>
        </pc:grpChg>
        <pc:grpChg chg="del mod">
          <ac:chgData name="Leônidas Müller de Oliveira" userId="5af9566427f0cd7a" providerId="LiveId" clId="{3A57A3A0-99EF-4180-89BC-6FCA6DE4FD14}" dt="2025-06-29T18:22:27.647" v="188" actId="478"/>
          <ac:grpSpMkLst>
            <pc:docMk/>
            <pc:sldMk cId="4004384132" sldId="286"/>
            <ac:grpSpMk id="38" creationId="{BACB2760-F9B5-2335-F0DC-1FFDE5C4B693}"/>
          </ac:grpSpMkLst>
        </pc:grpChg>
        <pc:grpChg chg="del mod">
          <ac:chgData name="Leônidas Müller de Oliveira" userId="5af9566427f0cd7a" providerId="LiveId" clId="{3A57A3A0-99EF-4180-89BC-6FCA6DE4FD14}" dt="2025-06-28T12:53:52.264" v="131"/>
          <ac:grpSpMkLst>
            <pc:docMk/>
            <pc:sldMk cId="4004384132" sldId="286"/>
            <ac:grpSpMk id="50" creationId="{EBBCE4DF-72AD-BC01-0D2F-C1DC54DF9A9B}"/>
          </ac:grpSpMkLst>
        </pc:grpChg>
        <pc:grpChg chg="del mod">
          <ac:chgData name="Leônidas Müller de Oliveira" userId="5af9566427f0cd7a" providerId="LiveId" clId="{3A57A3A0-99EF-4180-89BC-6FCA6DE4FD14}" dt="2025-06-29T18:22:27.647" v="188" actId="478"/>
          <ac:grpSpMkLst>
            <pc:docMk/>
            <pc:sldMk cId="4004384132" sldId="286"/>
            <ac:grpSpMk id="51" creationId="{DF8AEF0D-1B02-D45B-941B-5CE5D92F6264}"/>
          </ac:grpSpMkLst>
        </pc:grpChg>
        <pc:grpChg chg="del mod">
          <ac:chgData name="Leônidas Müller de Oliveira" userId="5af9566427f0cd7a" providerId="LiveId" clId="{3A57A3A0-99EF-4180-89BC-6FCA6DE4FD14}" dt="2025-06-29T18:22:27.647" v="188" actId="478"/>
          <ac:grpSpMkLst>
            <pc:docMk/>
            <pc:sldMk cId="4004384132" sldId="286"/>
            <ac:grpSpMk id="63" creationId="{07E13CD4-169A-6B2A-D622-0AE796630985}"/>
          </ac:grpSpMkLst>
        </pc:grp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6" creationId="{F08E5989-A99B-B472-C536-646177A36949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7" creationId="{014BD05D-7C94-4685-25C6-D960B9140387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8" creationId="{2BEBA26A-3214-4547-69EB-0FB964398206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1" creationId="{ADBCA9DC-6846-EF3D-2EA3-946B0A9EDB71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2" creationId="{90059E10-C138-E34D-A092-6ED501EA1C03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3" creationId="{5FC2CA98-180E-F225-0D0A-C93A20340688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4" creationId="{0BC5A2FF-565B-70D0-8391-8B3F676A8AAF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5" creationId="{16A24746-F022-74D3-3E22-D3CF4D97A956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6" creationId="{7C9D64A3-8FD2-090C-0FB8-E4D077256623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7" creationId="{1A15D259-AD40-4F0E-FC36-5DD590662DA0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9" creationId="{E268DF94-A0C5-47B3-C937-96267CE0DF42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0" creationId="{6FA57EE1-1C09-3A17-0682-8462D20CAA8E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2" creationId="{ADD1F1FE-1AC0-4B43-2890-67443EAAF5FD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3" creationId="{83BDC459-F174-CE15-D9A3-038FFC661840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5" creationId="{523800DB-6A53-AD48-A206-EE075FA19B52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6" creationId="{4BFFD546-B9E2-752E-7F22-BD92D721ACD0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7" creationId="{12D4487F-2E82-4AFC-CBB9-FF82365B2B85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8" creationId="{EDDE57B6-0131-2CC9-9919-9E390061E50E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29" creationId="{C0B8D1A3-DFBD-BACB-6157-45AEC1D7D4AB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30" creationId="{1B8ABEB5-FE21-5C26-D884-2ADFFFF62506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32" creationId="{D76B1B92-38E3-24F5-6084-7F201A718B4B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33" creationId="{633D8E54-3F0D-D7DA-C721-8FEBEAD4DE5F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34" creationId="{29616D5C-911D-2650-C9FB-46B30ED31234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36" creationId="{09C99943-0DB6-DC4E-CC6A-1C7229594E46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37" creationId="{8B7A6A1E-7EE8-482B-742B-83FE546C414A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39" creationId="{82ACC0D5-A185-50B6-DB30-2D87A7C5C15F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0" creationId="{6A6FB935-05CD-56E5-971D-275E11CFD1DA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1" creationId="{25C158A7-30FE-BAA3-E9E5-AC2F67F295BC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2" creationId="{2C8C4EEE-E2B9-A9E9-BB12-EEBDADE5C6AA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3" creationId="{D2C7348B-FD8B-35FB-FB02-0BFEF045F63B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4" creationId="{6A9AECE0-77C6-EED4-4ED3-0EEEF20298D2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5" creationId="{9008B7B3-0615-6534-8618-3DFA94F0A4D8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6" creationId="{682840C4-1CCA-29F7-46C1-334736487945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7" creationId="{372CD455-E026-46E1-CA40-B33908B03C97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8" creationId="{29F5152B-BE17-145B-856F-0AFEAACA58B3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49" creationId="{043791BA-F418-4DDD-0AA3-A1EF6C79D9E4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2" creationId="{24EB4F37-455F-B97B-D9D1-1BB125CE75F8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3" creationId="{E6FC96B7-6199-0F0E-C472-BCFE12BF34A5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4" creationId="{4C000AA8-FB5A-AB27-01C1-96DF7DE9F126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5" creationId="{34C465CB-C0E1-8FAC-CFE0-774EFF1A2E50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6" creationId="{E82B8F3D-5BF8-38F1-1BB8-D9DE8A2CAF2F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7" creationId="{6EA9844C-EE92-A865-5588-5AE5B5C644A3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8" creationId="{4F0286B4-4F90-7219-02EB-E58F26ABC89B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59" creationId="{DBEC52EF-E14C-67E8-8D29-29A4507C6E4A}"/>
          </ac:inkMkLst>
        </pc:inkChg>
        <pc:inkChg chg="add del mod topLv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60" creationId="{FADF21AA-EA5D-A868-5CBA-353532F6C502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61" creationId="{4A8876B5-3843-1010-69EE-26E983452382}"/>
          </ac:inkMkLst>
        </pc:inkChg>
        <pc:inkChg chg="add del mod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62" creationId="{F26379D5-B0CA-5238-B9BF-E5A52FD85407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28" creationId="{D6C5EF4C-F58E-888C-E886-0BC27AF6287B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29" creationId="{4A07D83F-19CE-4D9D-BB80-5E3F751A6D4F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30" creationId="{2827B852-054F-E7C6-9AB0-3505664ABFB5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31" creationId="{8FB682B8-6389-B244-95EE-860F6CD8C683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32" creationId="{5B9B49E1-3504-2F3C-1CD2-C24AD401C226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33" creationId="{44DE3695-B569-88BD-2E75-264821F20357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34" creationId="{3D3D6105-1B9E-01A0-54C2-B2CD16A076D0}"/>
          </ac:inkMkLst>
        </pc:inkChg>
        <pc:inkChg chg="add del">
          <ac:chgData name="Leônidas Müller de Oliveira" userId="5af9566427f0cd7a" providerId="LiveId" clId="{3A57A3A0-99EF-4180-89BC-6FCA6DE4FD14}" dt="2025-06-29T18:22:27.647" v="188" actId="478"/>
          <ac:inkMkLst>
            <pc:docMk/>
            <pc:sldMk cId="4004384132" sldId="286"/>
            <ac:inkMk id="135" creationId="{28225F34-AF58-D6D6-C718-1FF8452DE428}"/>
          </ac:inkMkLst>
        </pc:inkChg>
      </pc:sldChg>
      <pc:sldChg chg="addSp delSp modSp mod">
        <pc:chgData name="Leônidas Müller de Oliveira" userId="5af9566427f0cd7a" providerId="LiveId" clId="{3A57A3A0-99EF-4180-89BC-6FCA6DE4FD14}" dt="2025-06-29T18:22:31.572" v="190" actId="478"/>
        <pc:sldMkLst>
          <pc:docMk/>
          <pc:sldMk cId="2281814239" sldId="288"/>
        </pc:sldMkLst>
        <pc:grpChg chg="del mod">
          <ac:chgData name="Leônidas Müller de Oliveira" userId="5af9566427f0cd7a" providerId="LiveId" clId="{3A57A3A0-99EF-4180-89BC-6FCA6DE4FD14}" dt="2025-06-28T12:53:02.828" v="85"/>
          <ac:grpSpMkLst>
            <pc:docMk/>
            <pc:sldMk cId="2281814239" sldId="288"/>
            <ac:grpSpMk id="12" creationId="{42642A9B-FB23-220D-3C31-C96FF5EFB191}"/>
          </ac:grpSpMkLst>
        </pc:grpChg>
        <pc:grpChg chg="del mod">
          <ac:chgData name="Leônidas Müller de Oliveira" userId="5af9566427f0cd7a" providerId="LiveId" clId="{3A57A3A0-99EF-4180-89BC-6FCA6DE4FD14}" dt="2025-06-29T18:22:30.515" v="189" actId="478"/>
          <ac:grpSpMkLst>
            <pc:docMk/>
            <pc:sldMk cId="2281814239" sldId="288"/>
            <ac:grpSpMk id="14" creationId="{D7E3F9BC-340E-3304-B6F8-13B886F8065E}"/>
          </ac:grpSpMkLst>
        </pc:grpChg>
        <pc:grpChg chg="del mod">
          <ac:chgData name="Leônidas Müller de Oliveira" userId="5af9566427f0cd7a" providerId="LiveId" clId="{3A57A3A0-99EF-4180-89BC-6FCA6DE4FD14}" dt="2025-06-28T12:53:07.846" v="93"/>
          <ac:grpSpMkLst>
            <pc:docMk/>
            <pc:sldMk cId="2281814239" sldId="288"/>
            <ac:grpSpMk id="17" creationId="{E4E0F8D2-48B7-9688-D1B5-667F65AF63B8}"/>
          </ac:grpSpMkLst>
        </pc:grpChg>
        <pc:grpChg chg="del mod">
          <ac:chgData name="Leônidas Müller de Oliveira" userId="5af9566427f0cd7a" providerId="LiveId" clId="{3A57A3A0-99EF-4180-89BC-6FCA6DE4FD14}" dt="2025-06-29T18:22:30.515" v="189" actId="478"/>
          <ac:grpSpMkLst>
            <pc:docMk/>
            <pc:sldMk cId="2281814239" sldId="288"/>
            <ac:grpSpMk id="22" creationId="{06EAB65B-769C-BB1B-29C6-F12E0E7AD181}"/>
          </ac:grpSpMkLst>
        </pc:grpChg>
        <pc:grpChg chg="del mod">
          <ac:chgData name="Leônidas Müller de Oliveira" userId="5af9566427f0cd7a" providerId="LiveId" clId="{3A57A3A0-99EF-4180-89BC-6FCA6DE4FD14}" dt="2025-06-29T18:22:30.515" v="189" actId="478"/>
          <ac:grpSpMkLst>
            <pc:docMk/>
            <pc:sldMk cId="2281814239" sldId="288"/>
            <ac:grpSpMk id="31" creationId="{21137405-7E27-C7EC-CC38-B3746E68C443}"/>
          </ac:grpSpMkLst>
        </pc:grp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3" creationId="{A3B066C7-BB15-B89A-A8D7-A7E078AC9656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4" creationId="{420EC410-07A9-DFFA-0DB0-E3EDC99DA21B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5" creationId="{443AF7DC-8236-891F-1429-6A04117E995D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8" creationId="{A23914E4-B539-2F40-A66F-CB83E8F1BED6}"/>
          </ac:inkMkLst>
        </pc:inkChg>
        <pc:inkChg chg="add del mod topLv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11" creationId="{AD118DCC-0EE0-A141-EE13-482034570695}"/>
          </ac:inkMkLst>
        </pc:inkChg>
        <pc:inkChg chg="add del mod topLv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13" creationId="{A2FDF614-A1DA-B99A-B60E-FFCC4BFE3CB6}"/>
          </ac:inkMkLst>
        </pc:inkChg>
        <pc:inkChg chg="add del mod topLv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15" creationId="{2B1028A9-0FC4-3C6D-C3C2-CB10BB9BEE42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16" creationId="{FE0847E2-678B-7A94-A398-BD5549834389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18" creationId="{043BF4C8-2019-825E-83A8-9AF019522848}"/>
          </ac:inkMkLst>
        </pc:inkChg>
        <pc:inkChg chg="add del mod topLv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19" creationId="{366D5ACB-B51A-D13A-D48B-3D711E2574AA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0" creationId="{547953AE-2E98-22D6-577C-73BBB47C92BE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1" creationId="{07FF374C-2715-1FD9-478F-9D6184E47815}"/>
          </ac:inkMkLst>
        </pc:inkChg>
        <pc:inkChg chg="add de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3" creationId="{5B4AD4C5-6E19-719F-9AB4-3D413DE00CF0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4" creationId="{3182ED00-2D6B-7B7A-61F4-AE273C61E3D5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5" creationId="{9B20C929-AC91-120A-EDCE-2927A97D55C8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6" creationId="{0F6AAEB0-14B2-75DF-9FC1-E5FB4A2E4FC9}"/>
          </ac:inkMkLst>
        </pc:inkChg>
        <pc:inkChg chg="add del mod topLv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7" creationId="{AE1340FF-430C-0E9D-CA7D-EFB83D62B34A}"/>
          </ac:inkMkLst>
        </pc:inkChg>
        <pc:inkChg chg="add del mod topLv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8" creationId="{C1971310-50B5-9778-2B44-7A5187941446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29" creationId="{C6F740B0-1702-DB01-5A6B-2722A4FBF37E}"/>
          </ac:inkMkLst>
        </pc:inkChg>
        <pc:inkChg chg="add del mod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30" creationId="{48F1C7DB-A458-06FB-2972-0DF9A695E380}"/>
          </ac:inkMkLst>
        </pc:inkChg>
        <pc:inkChg chg="add del">
          <ac:chgData name="Leônidas Müller de Oliveira" userId="5af9566427f0cd7a" providerId="LiveId" clId="{3A57A3A0-99EF-4180-89BC-6FCA6DE4FD14}" dt="2025-06-29T18:22:31.572" v="190" actId="478"/>
          <ac:inkMkLst>
            <pc:docMk/>
            <pc:sldMk cId="2281814239" sldId="288"/>
            <ac:inkMk id="32" creationId="{2EB5DFBF-7452-7787-1167-5E8DCE508A41}"/>
          </ac:inkMkLst>
        </pc:inkChg>
        <pc:inkChg chg="add de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33" creationId="{1A7A111E-F79D-8BA9-EA07-C8A03B5E0128}"/>
          </ac:inkMkLst>
        </pc:inkChg>
        <pc:inkChg chg="add del">
          <ac:chgData name="Leônidas Müller de Oliveira" userId="5af9566427f0cd7a" providerId="LiveId" clId="{3A57A3A0-99EF-4180-89BC-6FCA6DE4FD14}" dt="2025-06-29T18:22:30.515" v="189" actId="478"/>
          <ac:inkMkLst>
            <pc:docMk/>
            <pc:sldMk cId="2281814239" sldId="288"/>
            <ac:inkMk id="34" creationId="{917D75D0-1A06-12AE-BCD3-6EF8BF788B07}"/>
          </ac:inkMkLst>
        </pc:inkChg>
      </pc:sldChg>
      <pc:sldChg chg="addSp delSp modSp mod">
        <pc:chgData name="Leônidas Müller de Oliveira" userId="5af9566427f0cd7a" providerId="LiveId" clId="{3A57A3A0-99EF-4180-89BC-6FCA6DE4FD14}" dt="2025-06-29T18:22:34.322" v="191" actId="478"/>
        <pc:sldMkLst>
          <pc:docMk/>
          <pc:sldMk cId="231035206" sldId="289"/>
        </pc:sldMkLst>
        <pc:grpChg chg="del mod">
          <ac:chgData name="Leônidas Müller de Oliveira" userId="5af9566427f0cd7a" providerId="LiveId" clId="{3A57A3A0-99EF-4180-89BC-6FCA6DE4FD14}" dt="2025-06-29T18:22:34.322" v="191" actId="478"/>
          <ac:grpSpMkLst>
            <pc:docMk/>
            <pc:sldMk cId="231035206" sldId="289"/>
            <ac:grpSpMk id="8" creationId="{C85E608E-8523-B9CF-C96F-9B3ED70E2E07}"/>
          </ac:grpSpMkLst>
        </pc:grpChg>
        <pc:grpChg chg="del mod">
          <ac:chgData name="Leônidas Müller de Oliveira" userId="5af9566427f0cd7a" providerId="LiveId" clId="{3A57A3A0-99EF-4180-89BC-6FCA6DE4FD14}" dt="2025-06-28T12:55:38.261" v="158"/>
          <ac:grpSpMkLst>
            <pc:docMk/>
            <pc:sldMk cId="231035206" sldId="289"/>
            <ac:grpSpMk id="13" creationId="{A81F7C4C-ABBB-E303-BC4C-45CF801E4253}"/>
          </ac:grpSpMkLst>
        </pc:grpChg>
        <pc:grpChg chg="add del mod">
          <ac:chgData name="Leônidas Müller de Oliveira" userId="5af9566427f0cd7a" providerId="LiveId" clId="{3A57A3A0-99EF-4180-89BC-6FCA6DE4FD14}" dt="2025-06-29T18:22:34.322" v="191" actId="478"/>
          <ac:grpSpMkLst>
            <pc:docMk/>
            <pc:sldMk cId="231035206" sldId="289"/>
            <ac:grpSpMk id="15" creationId="{FCB29EE6-961D-0AD7-FBFA-4DC59D310CB1}"/>
          </ac:grpSpMkLst>
        </pc:grpChg>
        <pc:grpChg chg="mod">
          <ac:chgData name="Leônidas Müller de Oliveira" userId="5af9566427f0cd7a" providerId="LiveId" clId="{3A57A3A0-99EF-4180-89BC-6FCA6DE4FD14}" dt="2025-06-28T12:55:52.657" v="164"/>
          <ac:grpSpMkLst>
            <pc:docMk/>
            <pc:sldMk cId="231035206" sldId="289"/>
            <ac:grpSpMk id="19" creationId="{C7311768-2BBF-4BAC-11D1-40FE13582ADA}"/>
          </ac:grpSpMkLst>
        </pc:grpChg>
        <pc:grpChg chg="del mod">
          <ac:chgData name="Leônidas Müller de Oliveira" userId="5af9566427f0cd7a" providerId="LiveId" clId="{3A57A3A0-99EF-4180-89BC-6FCA6DE4FD14}" dt="2025-06-28T12:56:02.133" v="171"/>
          <ac:grpSpMkLst>
            <pc:docMk/>
            <pc:sldMk cId="231035206" sldId="289"/>
            <ac:grpSpMk id="23" creationId="{53A63050-F9D9-E8D9-E8C0-07ED57037CAA}"/>
          </ac:grpSpMkLst>
        </pc:grpChg>
        <pc:grpChg chg="del mod">
          <ac:chgData name="Leônidas Müller de Oliveira" userId="5af9566427f0cd7a" providerId="LiveId" clId="{3A57A3A0-99EF-4180-89BC-6FCA6DE4FD14}" dt="2025-06-28T12:56:05.093" v="173"/>
          <ac:grpSpMkLst>
            <pc:docMk/>
            <pc:sldMk cId="231035206" sldId="289"/>
            <ac:grpSpMk id="25" creationId="{1EC1B033-CA64-B9C0-0C3B-B416A2A6BB07}"/>
          </ac:grpSpMkLst>
        </pc:grpChg>
        <pc:grpChg chg="del mod">
          <ac:chgData name="Leônidas Müller de Oliveira" userId="5af9566427f0cd7a" providerId="LiveId" clId="{3A57A3A0-99EF-4180-89BC-6FCA6DE4FD14}" dt="2025-06-28T12:56:17.806" v="175"/>
          <ac:grpSpMkLst>
            <pc:docMk/>
            <pc:sldMk cId="231035206" sldId="289"/>
            <ac:grpSpMk id="27" creationId="{29DE38D2-CC21-6D42-B008-40340E8B5704}"/>
          </ac:grpSpMkLst>
        </pc:grpChg>
        <pc:grpChg chg="del mod">
          <ac:chgData name="Leônidas Müller de Oliveira" userId="5af9566427f0cd7a" providerId="LiveId" clId="{3A57A3A0-99EF-4180-89BC-6FCA6DE4FD14}" dt="2025-06-28T12:56:54.269" v="180"/>
          <ac:grpSpMkLst>
            <pc:docMk/>
            <pc:sldMk cId="231035206" sldId="289"/>
            <ac:grpSpMk id="29" creationId="{77315D29-12A0-86B8-C194-72D7F9A3A053}"/>
          </ac:grpSpMkLst>
        </pc:grpChg>
        <pc:grpChg chg="del mod">
          <ac:chgData name="Leônidas Müller de Oliveira" userId="5af9566427f0cd7a" providerId="LiveId" clId="{3A57A3A0-99EF-4180-89BC-6FCA6DE4FD14}" dt="2025-06-28T12:56:56.430" v="182"/>
          <ac:grpSpMkLst>
            <pc:docMk/>
            <pc:sldMk cId="231035206" sldId="289"/>
            <ac:grpSpMk id="34" creationId="{B92AACB0-EB16-45AB-97D4-F7ADDBD3C9BC}"/>
          </ac:grpSpMkLst>
        </pc:grpChg>
        <pc:grpChg chg="del mod">
          <ac:chgData name="Leônidas Müller de Oliveira" userId="5af9566427f0cd7a" providerId="LiveId" clId="{3A57A3A0-99EF-4180-89BC-6FCA6DE4FD14}" dt="2025-06-28T12:56:58.867" v="184"/>
          <ac:grpSpMkLst>
            <pc:docMk/>
            <pc:sldMk cId="231035206" sldId="289"/>
            <ac:grpSpMk id="36" creationId="{B62AB1DC-1A4E-778B-C496-02BD3A30E47B}"/>
          </ac:grpSpMkLst>
        </pc:grpChg>
        <pc:grpChg chg="del mod">
          <ac:chgData name="Leônidas Müller de Oliveira" userId="5af9566427f0cd7a" providerId="LiveId" clId="{3A57A3A0-99EF-4180-89BC-6FCA6DE4FD14}" dt="2025-06-29T18:22:34.322" v="191" actId="478"/>
          <ac:grpSpMkLst>
            <pc:docMk/>
            <pc:sldMk cId="231035206" sldId="289"/>
            <ac:grpSpMk id="38" creationId="{DDA49F14-1947-7EC6-91EC-6779351D86DD}"/>
          </ac:grpSpMkLst>
        </pc:grpChg>
        <pc:inkChg chg="add del mod topLv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5" creationId="{D558D8D5-3666-28CC-6DDC-E7FDA14264DB}"/>
          </ac:inkMkLst>
        </pc:inkChg>
        <pc:inkChg chg="add del mod topLv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6" creationId="{A666FF3C-1555-9FBA-F134-1C9F864A83A4}"/>
          </ac:inkMkLst>
        </pc:inkChg>
        <pc:inkChg chg="add del mod topLv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11" creationId="{227F7AA9-956A-EFBD-F362-33A1FA1E7411}"/>
          </ac:inkMkLst>
        </pc:inkChg>
        <pc:inkChg chg="add del mod topLv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12" creationId="{5175F333-6C91-7DF6-A639-739BDF3E3BC9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14" creationId="{9806B07E-A716-9ACF-DC21-AF426FEABD6B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16" creationId="{810F7C09-EFDD-DE72-BD0E-7AB2D4D54606}"/>
          </ac:inkMkLst>
        </pc:inkChg>
        <pc:inkChg chg="add del mod">
          <ac:chgData name="Leônidas Müller de Oliveira" userId="5af9566427f0cd7a" providerId="LiveId" clId="{3A57A3A0-99EF-4180-89BC-6FCA6DE4FD14}" dt="2025-06-28T12:55:53.191" v="165" actId="9405"/>
          <ac:inkMkLst>
            <pc:docMk/>
            <pc:sldMk cId="231035206" sldId="289"/>
            <ac:inkMk id="17" creationId="{933B9390-603C-A0BF-5BBA-7FB3EEB73EE8}"/>
          </ac:inkMkLst>
        </pc:inkChg>
        <pc:inkChg chg="add del mod">
          <ac:chgData name="Leônidas Müller de Oliveira" userId="5af9566427f0cd7a" providerId="LiveId" clId="{3A57A3A0-99EF-4180-89BC-6FCA6DE4FD14}" dt="2025-06-28T12:55:52.657" v="164"/>
          <ac:inkMkLst>
            <pc:docMk/>
            <pc:sldMk cId="231035206" sldId="289"/>
            <ac:inkMk id="18" creationId="{7492791E-EAD6-5D70-69AB-645F0CDE1570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20" creationId="{4FAD5FE3-A6BF-89D4-8C0A-5A9978C2C109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21" creationId="{C559D596-A799-C419-3D9D-DF5E6F9A0815}"/>
          </ac:inkMkLst>
        </pc:inkChg>
        <pc:inkChg chg="add del mod topLv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22" creationId="{C76BC4D5-B568-2A71-E014-8EE42FFCE857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24" creationId="{31591565-1F67-157B-F864-EFC5432A6262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26" creationId="{737376BB-DDC2-2315-3C06-2FA06F8694E5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28" creationId="{C26C1A75-958C-688C-0AF0-22FF612C6C76}"/>
          </ac:inkMkLst>
        </pc:inkChg>
        <pc:inkChg chg="add de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30" creationId="{D96E2222-7A71-141C-AC3D-8D6F45C01709}"/>
          </ac:inkMkLst>
        </pc:inkChg>
        <pc:inkChg chg="add de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31" creationId="{47B294D8-F3D9-743D-8EB3-4062894BFB48}"/>
          </ac:inkMkLst>
        </pc:inkChg>
        <pc:inkChg chg="add de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32" creationId="{0CBAACB8-CC78-BB0F-9F01-0C81A1D369B6}"/>
          </ac:inkMkLst>
        </pc:inkChg>
        <pc:inkChg chg="add del mod topLvl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33" creationId="{9A1D021B-55F6-102F-2238-F1B8B3CFED8B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35" creationId="{1ABC71D7-17B5-CAF2-33BB-B851B1CE3073}"/>
          </ac:inkMkLst>
        </pc:inkChg>
        <pc:inkChg chg="add del mod">
          <ac:chgData name="Leônidas Müller de Oliveira" userId="5af9566427f0cd7a" providerId="LiveId" clId="{3A57A3A0-99EF-4180-89BC-6FCA6DE4FD14}" dt="2025-06-29T18:22:34.322" v="191" actId="478"/>
          <ac:inkMkLst>
            <pc:docMk/>
            <pc:sldMk cId="231035206" sldId="289"/>
            <ac:inkMk id="37" creationId="{EF94BF3C-A2D8-4166-3AD6-54FEFE6E0946}"/>
          </ac:inkMkLst>
        </pc:ink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114DBC3D-76C4-40EC-9893-8185F3891786}"/>
    <pc:docChg chg="modSld">
      <pc:chgData name="Leônidas Müller de Oliveira" userId="5af9566427f0cd7a" providerId="LiveId" clId="{114DBC3D-76C4-40EC-9893-8185F3891786}" dt="2022-10-21T20:29:37.715" v="2" actId="13926"/>
      <pc:docMkLst>
        <pc:docMk/>
      </pc:docMkLst>
      <pc:sldChg chg="modSp mod">
        <pc:chgData name="Leônidas Müller de Oliveira" userId="5af9566427f0cd7a" providerId="LiveId" clId="{114DBC3D-76C4-40EC-9893-8185F3891786}" dt="2022-10-21T20:29:37.715" v="2" actId="13926"/>
        <pc:sldMkLst>
          <pc:docMk/>
          <pc:sldMk cId="4004384132" sldId="286"/>
        </pc:sldMkLst>
        <pc:spChg chg="mod">
          <ac:chgData name="Leônidas Müller de Oliveira" userId="5af9566427f0cd7a" providerId="LiveId" clId="{114DBC3D-76C4-40EC-9893-8185F3891786}" dt="2022-10-21T20:29:22.825" v="1" actId="13926"/>
          <ac:spMkLst>
            <pc:docMk/>
            <pc:sldMk cId="4004384132" sldId="286"/>
            <ac:spMk id="2" creationId="{196B70C3-0C9A-BA96-1166-806C14AE4FD8}"/>
          </ac:spMkLst>
        </pc:spChg>
        <pc:spChg chg="mod">
          <ac:chgData name="Leônidas Müller de Oliveira" userId="5af9566427f0cd7a" providerId="LiveId" clId="{114DBC3D-76C4-40EC-9893-8185F3891786}" dt="2022-10-21T20:29:37.715" v="2" actId="13926"/>
          <ac:spMkLst>
            <pc:docMk/>
            <pc:sldMk cId="4004384132" sldId="286"/>
            <ac:spMk id="3" creationId="{07E93562-5E31-EB30-DB82-D43307E031E7}"/>
          </ac:spMkLst>
        </pc:spChg>
        <pc:spChg chg="mod">
          <ac:chgData name="Leônidas Müller de Oliveira" userId="5af9566427f0cd7a" providerId="LiveId" clId="{114DBC3D-76C4-40EC-9893-8185F3891786}" dt="2022-10-21T20:29:19.062" v="0" actId="13926"/>
          <ac:spMkLst>
            <pc:docMk/>
            <pc:sldMk cId="4004384132" sldId="286"/>
            <ac:spMk id="9" creationId="{9C81958B-AE4B-43C9-BC2C-2CBADE7FE55A}"/>
          </ac:spMkLst>
        </pc:spChg>
      </pc:sldChg>
    </pc:docChg>
  </pc:docChgLst>
  <pc:docChgLst>
    <pc:chgData name="Leônidas Müller de Oliveira" userId="5af9566427f0cd7a" providerId="LiveId" clId="{B68AA69D-29C5-4824-A91A-85B7503DA0C7}"/>
    <pc:docChg chg="custSel addSld delSld modSld">
      <pc:chgData name="Leônidas Müller de Oliveira" userId="5af9566427f0cd7a" providerId="LiveId" clId="{B68AA69D-29C5-4824-A91A-85B7503DA0C7}" dt="2022-08-31T17:45:59.169" v="1403" actId="1076"/>
      <pc:docMkLst>
        <pc:docMk/>
      </pc:docMkLst>
      <pc:sldChg chg="modSp mod">
        <pc:chgData name="Leônidas Müller de Oliveira" userId="5af9566427f0cd7a" providerId="LiveId" clId="{B68AA69D-29C5-4824-A91A-85B7503DA0C7}" dt="2022-08-31T15:10:10.946" v="373" actId="313"/>
        <pc:sldMkLst>
          <pc:docMk/>
          <pc:sldMk cId="0" sldId="257"/>
        </pc:sldMkLst>
        <pc:spChg chg="mod">
          <ac:chgData name="Leônidas Müller de Oliveira" userId="5af9566427f0cd7a" providerId="LiveId" clId="{B68AA69D-29C5-4824-A91A-85B7503DA0C7}" dt="2022-08-31T15:10:10.946" v="373" actId="313"/>
          <ac:spMkLst>
            <pc:docMk/>
            <pc:sldMk cId="0" sldId="257"/>
            <ac:spMk id="67" creationId="{00000000-0000-0000-0000-000000000000}"/>
          </ac:spMkLst>
        </pc:spChg>
      </pc:sldChg>
      <pc:sldChg chg="addSp modSp mod">
        <pc:chgData name="Leônidas Müller de Oliveira" userId="5af9566427f0cd7a" providerId="LiveId" clId="{B68AA69D-29C5-4824-A91A-85B7503DA0C7}" dt="2022-08-30T13:49:40.401" v="45" actId="20577"/>
        <pc:sldMkLst>
          <pc:docMk/>
          <pc:sldMk cId="2510226186" sldId="285"/>
        </pc:sldMkLst>
        <pc:spChg chg="mod">
          <ac:chgData name="Leônidas Müller de Oliveira" userId="5af9566427f0cd7a" providerId="LiveId" clId="{B68AA69D-29C5-4824-A91A-85B7503DA0C7}" dt="2022-08-30T13:49:40.401" v="45" actId="20577"/>
          <ac:spMkLst>
            <pc:docMk/>
            <pc:sldMk cId="2510226186" sldId="285"/>
            <ac:spMk id="10" creationId="{D7001BA3-CB80-4627-9BF8-F969EC7D3809}"/>
          </ac:spMkLst>
        </pc:spChg>
        <pc:picChg chg="add mod">
          <ac:chgData name="Leônidas Müller de Oliveira" userId="5af9566427f0cd7a" providerId="LiveId" clId="{B68AA69D-29C5-4824-A91A-85B7503DA0C7}" dt="2022-08-30T13:49:18.751" v="2" actId="1076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modSp mod">
        <pc:chgData name="Leônidas Müller de Oliveira" userId="5af9566427f0cd7a" providerId="LiveId" clId="{B68AA69D-29C5-4824-A91A-85B7503DA0C7}" dt="2022-08-31T15:23:55.479" v="622" actId="20577"/>
        <pc:sldMkLst>
          <pc:docMk/>
          <pc:sldMk cId="4004384132" sldId="286"/>
        </pc:sldMkLst>
        <pc:spChg chg="add 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5:13:10.414" v="375" actId="1076"/>
          <ac:spMkLst>
            <pc:docMk/>
            <pc:sldMk cId="4004384132" sldId="286"/>
            <ac:spMk id="3" creationId="{07E93562-5E31-EB30-DB82-D43307E031E7}"/>
          </ac:spMkLst>
        </pc:spChg>
        <pc:spChg chg="add mod">
          <ac:chgData name="Leônidas Müller de Oliveira" userId="5af9566427f0cd7a" providerId="LiveId" clId="{B68AA69D-29C5-4824-A91A-85B7503DA0C7}" dt="2022-08-31T15:13:12.086" v="376" actId="1076"/>
          <ac:spMkLst>
            <pc:docMk/>
            <pc:sldMk cId="4004384132" sldId="286"/>
            <ac:spMk id="4" creationId="{4888E5F1-8A9F-8ED3-C5F6-BF7EC7A6F76E}"/>
          </ac:spMkLst>
        </pc:spChg>
        <pc:spChg chg="add mod">
          <ac:chgData name="Leônidas Müller de Oliveira" userId="5af9566427f0cd7a" providerId="LiveId" clId="{B68AA69D-29C5-4824-A91A-85B7503DA0C7}" dt="2022-08-31T15:23:55.479" v="622" actId="20577"/>
          <ac:spMkLst>
            <pc:docMk/>
            <pc:sldMk cId="4004384132" sldId="286"/>
            <ac:spMk id="5" creationId="{A3D0606D-7A17-79FB-9651-322EB07A5301}"/>
          </ac:spMkLst>
        </pc:spChg>
        <pc:spChg chg="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0T13:55:37.150" v="94" actId="20577"/>
          <ac:spMkLst>
            <pc:docMk/>
            <pc:sldMk cId="4004384132" sldId="286"/>
            <ac:spMk id="10" creationId="{D7001BA3-CB80-4627-9BF8-F969EC7D3809}"/>
          </ac:spMkLst>
        </pc:spChg>
      </pc:sldChg>
      <pc:sldChg chg="modSp add del mod">
        <pc:chgData name="Leônidas Müller de Oliveira" userId="5af9566427f0cd7a" providerId="LiveId" clId="{B68AA69D-29C5-4824-A91A-85B7503DA0C7}" dt="2022-08-31T15:15:36.041" v="491" actId="47"/>
        <pc:sldMkLst>
          <pc:docMk/>
          <pc:sldMk cId="1109708497" sldId="287"/>
        </pc:sldMkLst>
        <pc:spChg chg="mod">
          <ac:chgData name="Leônidas Müller de Oliveira" userId="5af9566427f0cd7a" providerId="LiveId" clId="{B68AA69D-29C5-4824-A91A-85B7503DA0C7}" dt="2022-08-31T15:09:59.526" v="345" actId="20577"/>
          <ac:spMkLst>
            <pc:docMk/>
            <pc:sldMk cId="1109708497" sldId="287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0.660" v="311" actId="47"/>
        <pc:sldMkLst>
          <pc:docMk/>
          <pc:sldMk cId="196204676" sldId="288"/>
        </pc:sldMkLst>
      </pc:sldChg>
      <pc:sldChg chg="addSp delSp modSp add mod">
        <pc:chgData name="Leônidas Müller de Oliveira" userId="5af9566427f0cd7a" providerId="LiveId" clId="{B68AA69D-29C5-4824-A91A-85B7503DA0C7}" dt="2022-08-31T15:35:07.668" v="836" actId="1076"/>
        <pc:sldMkLst>
          <pc:docMk/>
          <pc:sldMk cId="2281814239" sldId="288"/>
        </pc:sldMkLst>
        <pc:spChg chg="mod">
          <ac:chgData name="Leônidas Müller de Oliveira" userId="5af9566427f0cd7a" providerId="LiveId" clId="{B68AA69D-29C5-4824-A91A-85B7503DA0C7}" dt="2022-08-31T15:35:01.459" v="834" actId="1076"/>
          <ac:spMkLst>
            <pc:docMk/>
            <pc:sldMk cId="2281814239" sldId="288"/>
            <ac:spMk id="2" creationId="{196B70C3-0C9A-BA96-1166-806C14AE4FD8}"/>
          </ac:spMkLst>
        </pc:spChg>
        <pc:spChg chg="del mod">
          <ac:chgData name="Leônidas Müller de Oliveira" userId="5af9566427f0cd7a" providerId="LiveId" clId="{B68AA69D-29C5-4824-A91A-85B7503DA0C7}" dt="2022-08-31T15:34:44.144" v="829" actId="478"/>
          <ac:spMkLst>
            <pc:docMk/>
            <pc:sldMk cId="2281814239" sldId="288"/>
            <ac:spMk id="3" creationId="{07E93562-5E31-EB30-DB82-D43307E031E7}"/>
          </ac:spMkLst>
        </pc:spChg>
        <pc:spChg chg="del mod">
          <ac:chgData name="Leônidas Müller de Oliveira" userId="5af9566427f0cd7a" providerId="LiveId" clId="{B68AA69D-29C5-4824-A91A-85B7503DA0C7}" dt="2022-08-31T15:34:47.335" v="830" actId="478"/>
          <ac:spMkLst>
            <pc:docMk/>
            <pc:sldMk cId="2281814239" sldId="288"/>
            <ac:spMk id="4" creationId="{4888E5F1-8A9F-8ED3-C5F6-BF7EC7A6F76E}"/>
          </ac:spMkLst>
        </pc:spChg>
        <pc:spChg chg="del mod">
          <ac:chgData name="Leônidas Müller de Oliveira" userId="5af9566427f0cd7a" providerId="LiveId" clId="{B68AA69D-29C5-4824-A91A-85B7503DA0C7}" dt="2022-08-31T15:34:48.484" v="831" actId="478"/>
          <ac:spMkLst>
            <pc:docMk/>
            <pc:sldMk cId="2281814239" sldId="288"/>
            <ac:spMk id="5" creationId="{A3D0606D-7A17-79FB-9651-322EB07A5301}"/>
          </ac:spMkLst>
        </pc:spChg>
        <pc:spChg chg="add mod">
          <ac:chgData name="Leônidas Müller de Oliveira" userId="5af9566427f0cd7a" providerId="LiveId" clId="{B68AA69D-29C5-4824-A91A-85B7503DA0C7}" dt="2022-08-31T15:34:57.391" v="833" actId="1076"/>
          <ac:spMkLst>
            <pc:docMk/>
            <pc:sldMk cId="2281814239" sldId="288"/>
            <ac:spMk id="6" creationId="{B86CAE7B-BEA9-7937-E52D-D99916ECF845}"/>
          </ac:spMkLst>
        </pc:spChg>
        <pc:spChg chg="add mod">
          <ac:chgData name="Leônidas Müller de Oliveira" userId="5af9566427f0cd7a" providerId="LiveId" clId="{B68AA69D-29C5-4824-A91A-85B7503DA0C7}" dt="2022-08-31T15:35:07.668" v="836" actId="1076"/>
          <ac:spMkLst>
            <pc:docMk/>
            <pc:sldMk cId="2281814239" sldId="288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17:51.719" v="614" actId="313"/>
          <ac:spMkLst>
            <pc:docMk/>
            <pc:sldMk cId="2281814239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15:41.030" v="499" actId="20577"/>
          <ac:spMkLst>
            <pc:docMk/>
            <pc:sldMk cId="2281814239" sldId="288"/>
            <ac:spMk id="10" creationId="{D7001BA3-CB80-4627-9BF8-F969EC7D3809}"/>
          </ac:spMkLst>
        </pc:spChg>
      </pc:sldChg>
      <pc:sldChg chg="addSp delSp modSp add mod">
        <pc:chgData name="Leônidas Müller de Oliveira" userId="5af9566427f0cd7a" providerId="LiveId" clId="{B68AA69D-29C5-4824-A91A-85B7503DA0C7}" dt="2022-08-31T17:45:59.169" v="1403" actId="1076"/>
        <pc:sldMkLst>
          <pc:docMk/>
          <pc:sldMk cId="231035206" sldId="289"/>
        </pc:sldMkLst>
        <pc:spChg chg="mod">
          <ac:chgData name="Leônidas Müller de Oliveira" userId="5af9566427f0cd7a" providerId="LiveId" clId="{B68AA69D-29C5-4824-A91A-85B7503DA0C7}" dt="2022-08-31T17:44:16.670" v="1283" actId="1076"/>
          <ac:spMkLst>
            <pc:docMk/>
            <pc:sldMk cId="231035206" sldId="289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7:45:01.728" v="1381" actId="20577"/>
          <ac:spMkLst>
            <pc:docMk/>
            <pc:sldMk cId="231035206" sldId="289"/>
            <ac:spMk id="3" creationId="{7E5B1243-4043-D778-698A-07450A0D5BBB}"/>
          </ac:spMkLst>
        </pc:spChg>
        <pc:spChg chg="add mod">
          <ac:chgData name="Leônidas Müller de Oliveira" userId="5af9566427f0cd7a" providerId="LiveId" clId="{B68AA69D-29C5-4824-A91A-85B7503DA0C7}" dt="2022-08-31T17:45:51.774" v="1402" actId="20577"/>
          <ac:spMkLst>
            <pc:docMk/>
            <pc:sldMk cId="231035206" sldId="289"/>
            <ac:spMk id="4" creationId="{DCEEE2C5-FD93-2D22-F56A-4159149B1F9A}"/>
          </ac:spMkLst>
        </pc:spChg>
        <pc:spChg chg="del">
          <ac:chgData name="Leônidas Müller de Oliveira" userId="5af9566427f0cd7a" providerId="LiveId" clId="{B68AA69D-29C5-4824-A91A-85B7503DA0C7}" dt="2022-08-31T17:42:20.808" v="995" actId="478"/>
          <ac:spMkLst>
            <pc:docMk/>
            <pc:sldMk cId="231035206" sldId="289"/>
            <ac:spMk id="6" creationId="{B86CAE7B-BEA9-7937-E52D-D99916ECF845}"/>
          </ac:spMkLst>
        </pc:spChg>
        <pc:spChg chg="mod">
          <ac:chgData name="Leônidas Müller de Oliveira" userId="5af9566427f0cd7a" providerId="LiveId" clId="{B68AA69D-29C5-4824-A91A-85B7503DA0C7}" dt="2022-08-31T17:45:59.169" v="1403" actId="1076"/>
          <ac:spMkLst>
            <pc:docMk/>
            <pc:sldMk cId="231035206" sldId="289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35:50.288" v="919" actId="20577"/>
          <ac:spMkLst>
            <pc:docMk/>
            <pc:sldMk cId="231035206" sldId="289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35:29.184" v="846" actId="20577"/>
          <ac:spMkLst>
            <pc:docMk/>
            <pc:sldMk cId="231035206" sldId="289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1.216" v="312" actId="47"/>
        <pc:sldMkLst>
          <pc:docMk/>
          <pc:sldMk cId="3083649940" sldId="289"/>
        </pc:sldMkLst>
      </pc:sldChg>
      <pc:sldChg chg="del">
        <pc:chgData name="Leônidas Müller de Oliveira" userId="5af9566427f0cd7a" providerId="LiveId" clId="{B68AA69D-29C5-4824-A91A-85B7503DA0C7}" dt="2022-08-30T14:00:11.870" v="313" actId="47"/>
        <pc:sldMkLst>
          <pc:docMk/>
          <pc:sldMk cId="1829811407" sldId="290"/>
        </pc:sldMkLst>
      </pc:sldChg>
      <pc:sldChg chg="del">
        <pc:chgData name="Leônidas Müller de Oliveira" userId="5af9566427f0cd7a" providerId="LiveId" clId="{B68AA69D-29C5-4824-A91A-85B7503DA0C7}" dt="2022-08-30T14:00:12.480" v="314" actId="47"/>
        <pc:sldMkLst>
          <pc:docMk/>
          <pc:sldMk cId="267836333" sldId="291"/>
        </pc:sldMkLst>
      </pc:sldChg>
      <pc:sldChg chg="del">
        <pc:chgData name="Leônidas Müller de Oliveira" userId="5af9566427f0cd7a" providerId="LiveId" clId="{B68AA69D-29C5-4824-A91A-85B7503DA0C7}" dt="2022-08-30T14:00:13.575" v="315" actId="47"/>
        <pc:sldMkLst>
          <pc:docMk/>
          <pc:sldMk cId="3456523691" sldId="292"/>
        </pc:sldMkLst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9CEBAD42-B415-46AD-8527-E1F9C7EE6655}"/>
    <pc:docChg chg="undo custSel addSld delSld modSld sldOrd">
      <pc:chgData name="Leônidas Müller de Oliveira" userId="5af9566427f0cd7a" providerId="LiveId" clId="{9CEBAD42-B415-46AD-8527-E1F9C7EE6655}" dt="2022-08-30T13:44:09.491" v="869" actId="14100"/>
      <pc:docMkLst>
        <pc:docMk/>
      </pc:docMkLst>
      <pc:sldChg chg="modSp mod">
        <pc:chgData name="Leônidas Müller de Oliveira" userId="5af9566427f0cd7a" providerId="LiveId" clId="{9CEBAD42-B415-46AD-8527-E1F9C7EE6655}" dt="2022-08-30T13:43:27.494" v="868" actId="20577"/>
        <pc:sldMkLst>
          <pc:docMk/>
          <pc:sldMk cId="0" sldId="257"/>
        </pc:sldMkLst>
        <pc:spChg chg="mod">
          <ac:chgData name="Leônidas Müller de Oliveira" userId="5af9566427f0cd7a" providerId="LiveId" clId="{9CEBAD42-B415-46AD-8527-E1F9C7EE6655}" dt="2022-08-30T13:43:27.494" v="868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CEBAD42-B415-46AD-8527-E1F9C7EE6655}" dt="2022-08-29T14:05:54.369" v="488" actId="1076"/>
        <pc:sldMkLst>
          <pc:docMk/>
          <pc:sldMk cId="0" sldId="281"/>
        </pc:sldMkLst>
        <pc:spChg chg="mod">
          <ac:chgData name="Leônidas Müller de Oliveira" userId="5af9566427f0cd7a" providerId="LiveId" clId="{9CEBAD42-B415-46AD-8527-E1F9C7EE6655}" dt="2022-08-29T14:05:54.369" v="488" actId="1076"/>
          <ac:spMkLst>
            <pc:docMk/>
            <pc:sldMk cId="0" sldId="281"/>
            <ac:spMk id="337" creationId="{00000000-0000-0000-0000-000000000000}"/>
          </ac:spMkLst>
        </pc:spChg>
      </pc:sldChg>
      <pc:sldChg chg="addSp delSp modSp del mod ord">
        <pc:chgData name="Leônidas Müller de Oliveira" userId="5af9566427f0cd7a" providerId="LiveId" clId="{9CEBAD42-B415-46AD-8527-E1F9C7EE6655}" dt="2022-08-30T13:18:13.881" v="617" actId="47"/>
        <pc:sldMkLst>
          <pc:docMk/>
          <pc:sldMk cId="3187776213" sldId="282"/>
        </pc:sldMkLst>
        <pc:spChg chg="del mod">
          <ac:chgData name="Leônidas Müller de Oliveira" userId="5af9566427f0cd7a" providerId="LiveId" clId="{9CEBAD42-B415-46AD-8527-E1F9C7EE6655}" dt="2022-08-29T15:00:03.560" v="513" actId="478"/>
          <ac:spMkLst>
            <pc:docMk/>
            <pc:sldMk cId="3187776213" sldId="282"/>
            <ac:spMk id="9" creationId="{9C81958B-AE4B-43C9-BC2C-2CBADE7FE55A}"/>
          </ac:spMkLst>
        </pc:spChg>
        <pc:spChg chg="del mod">
          <ac:chgData name="Leônidas Müller de Oliveira" userId="5af9566427f0cd7a" providerId="LiveId" clId="{9CEBAD42-B415-46AD-8527-E1F9C7EE6655}" dt="2022-08-29T15:00:17.115" v="529" actId="478"/>
          <ac:spMkLst>
            <pc:docMk/>
            <pc:sldMk cId="3187776213" sldId="282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20.881" v="490" actId="478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5:00:21.709" v="530" actId="14100"/>
          <ac:spMkLst>
            <pc:docMk/>
            <pc:sldMk cId="3187776213" sldId="282"/>
            <ac:spMk id="140" creationId="{00000000-0000-0000-0000-000000000000}"/>
          </ac:spMkLst>
        </pc:spChg>
        <pc:spChg chg="mod">
          <ac:chgData name="Leônidas Müller de Oliveira" userId="5af9566427f0cd7a" providerId="LiveId" clId="{9CEBAD42-B415-46AD-8527-E1F9C7EE6655}" dt="2022-08-29T15:00:14.637" v="528" actId="20577"/>
          <ac:spMkLst>
            <pc:docMk/>
            <pc:sldMk cId="3187776213" sldId="282"/>
            <ac:spMk id="141" creationId="{00000000-0000-0000-0000-000000000000}"/>
          </ac:spMkLst>
        </pc:spChg>
        <pc:picChg chg="add mod">
          <ac:chgData name="Leônidas Müller de Oliveira" userId="5af9566427f0cd7a" providerId="LiveId" clId="{9CEBAD42-B415-46AD-8527-E1F9C7EE6655}" dt="2022-08-29T15:17:30.382" v="551" actId="1076"/>
          <ac:picMkLst>
            <pc:docMk/>
            <pc:sldMk cId="3187776213" sldId="282"/>
            <ac:picMk id="3" creationId="{14BF5BD9-2F15-9321-92A7-51CAD07C8887}"/>
          </ac:picMkLst>
        </pc:picChg>
      </pc:sldChg>
      <pc:sldChg chg="delSp modSp mod ord">
        <pc:chgData name="Leônidas Müller de Oliveira" userId="5af9566427f0cd7a" providerId="LiveId" clId="{9CEBAD42-B415-46AD-8527-E1F9C7EE6655}" dt="2022-08-29T14:06:18.019" v="489" actId="478"/>
        <pc:sldMkLst>
          <pc:docMk/>
          <pc:sldMk cId="2510226186" sldId="285"/>
        </pc:sldMkLst>
        <pc:spChg chg="mod">
          <ac:chgData name="Leônidas Müller de Oliveira" userId="5af9566427f0cd7a" providerId="LiveId" clId="{9CEBAD42-B415-46AD-8527-E1F9C7EE6655}" dt="2022-08-29T14:00:24.288" v="422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3:56:18.045" v="260" actId="20577"/>
          <ac:spMkLst>
            <pc:docMk/>
            <pc:sldMk cId="2510226186" sldId="285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18.019" v="489" actId="478"/>
          <ac:spMkLst>
            <pc:docMk/>
            <pc:sldMk cId="2510226186" sldId="285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3:56:11.804" v="235" actId="20577"/>
          <ac:spMkLst>
            <pc:docMk/>
            <pc:sldMk cId="2510226186" sldId="285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CEBAD42-B415-46AD-8527-E1F9C7EE6655}" dt="2022-08-29T14:05:33.251" v="425" actId="2696"/>
        <pc:sldMkLst>
          <pc:docMk/>
          <pc:sldMk cId="3008501193" sldId="286"/>
        </pc:sldMkLst>
      </pc:sldChg>
      <pc:sldChg chg="add">
        <pc:chgData name="Leônidas Müller de Oliveira" userId="5af9566427f0cd7a" providerId="LiveId" clId="{9CEBAD42-B415-46AD-8527-E1F9C7EE6655}" dt="2022-08-29T14:59:49.352" v="491" actId="2890"/>
        <pc:sldMkLst>
          <pc:docMk/>
          <pc:sldMk cId="4004384132" sldId="286"/>
        </pc:sldMkLst>
      </pc:sldChg>
      <pc:sldChg chg="addSp delSp modSp add del mod">
        <pc:chgData name="Leônidas Müller de Oliveira" userId="5af9566427f0cd7a" providerId="LiveId" clId="{9CEBAD42-B415-46AD-8527-E1F9C7EE6655}" dt="2022-08-30T13:18:17.551" v="618" actId="47"/>
        <pc:sldMkLst>
          <pc:docMk/>
          <pc:sldMk cId="1554863389" sldId="287"/>
        </pc:sldMkLst>
        <pc:spChg chg="mod">
          <ac:chgData name="Leônidas Müller de Oliveira" userId="5af9566427f0cd7a" providerId="LiveId" clId="{9CEBAD42-B415-46AD-8527-E1F9C7EE6655}" dt="2022-08-29T15:06:16.487" v="543" actId="20577"/>
          <ac:spMkLst>
            <pc:docMk/>
            <pc:sldMk cId="1554863389" sldId="287"/>
            <ac:spMk id="141" creationId="{00000000-0000-0000-0000-000000000000}"/>
          </ac:spMkLst>
        </pc:spChg>
        <pc:picChg chg="del">
          <ac:chgData name="Leônidas Müller de Oliveira" userId="5af9566427f0cd7a" providerId="LiveId" clId="{9CEBAD42-B415-46AD-8527-E1F9C7EE6655}" dt="2022-08-29T15:08:59.134" v="544" actId="478"/>
          <ac:picMkLst>
            <pc:docMk/>
            <pc:sldMk cId="1554863389" sldId="287"/>
            <ac:picMk id="3" creationId="{14BF5BD9-2F15-9321-92A7-51CAD07C8887}"/>
          </ac:picMkLst>
        </pc:picChg>
        <pc:picChg chg="add mod">
          <ac:chgData name="Leônidas Müller de Oliveira" userId="5af9566427f0cd7a" providerId="LiveId" clId="{9CEBAD42-B415-46AD-8527-E1F9C7EE6655}" dt="2022-08-29T15:09:10.139" v="549" actId="1076"/>
          <ac:picMkLst>
            <pc:docMk/>
            <pc:sldMk cId="1554863389" sldId="287"/>
            <ac:picMk id="4" creationId="{9EDA415D-D006-2F9A-5020-56193F99FAD4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7:45.063" v="567"/>
        <pc:sldMkLst>
          <pc:docMk/>
          <pc:sldMk cId="196204676" sldId="288"/>
        </pc:sldMkLst>
        <pc:spChg chg="del">
          <ac:chgData name="Leônidas Müller de Oliveira" userId="5af9566427f0cd7a" providerId="LiveId" clId="{9CEBAD42-B415-46AD-8527-E1F9C7EE6655}" dt="2022-08-29T15:17:41.983" v="566" actId="478"/>
          <ac:spMkLst>
            <pc:docMk/>
            <pc:sldMk cId="196204676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5:17:39.382" v="565" actId="20577"/>
          <ac:spMkLst>
            <pc:docMk/>
            <pc:sldMk cId="196204676" sldId="288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29T15:17:45.063" v="567"/>
          <ac:picMkLst>
            <pc:docMk/>
            <pc:sldMk cId="196204676" sldId="288"/>
            <ac:picMk id="2" creationId="{4F55D875-ACB0-2AA7-3E8F-2CDA0A571B40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8:36.933" v="615" actId="20577"/>
        <pc:sldMkLst>
          <pc:docMk/>
          <pc:sldMk cId="3083649940" sldId="289"/>
        </pc:sldMkLst>
        <pc:spChg chg="mod">
          <ac:chgData name="Leônidas Müller de Oliveira" userId="5af9566427f0cd7a" providerId="LiveId" clId="{9CEBAD42-B415-46AD-8527-E1F9C7EE6655}" dt="2022-08-29T15:18:36.933" v="615" actId="20577"/>
          <ac:spMkLst>
            <pc:docMk/>
            <pc:sldMk cId="3083649940" sldId="289"/>
            <ac:spMk id="10" creationId="{D7001BA3-CB80-4627-9BF8-F969EC7D3809}"/>
          </ac:spMkLst>
        </pc:spChg>
        <pc:picChg chg="del mod">
          <ac:chgData name="Leônidas Müller de Oliveira" userId="5af9566427f0cd7a" providerId="LiveId" clId="{9CEBAD42-B415-46AD-8527-E1F9C7EE6655}" dt="2022-08-29T15:17:55.592" v="580" actId="478"/>
          <ac:picMkLst>
            <pc:docMk/>
            <pc:sldMk cId="3083649940" sldId="289"/>
            <ac:picMk id="2" creationId="{4F55D875-ACB0-2AA7-3E8F-2CDA0A571B40}"/>
          </ac:picMkLst>
        </pc:picChg>
        <pc:picChg chg="add mod">
          <ac:chgData name="Leônidas Müller de Oliveira" userId="5af9566427f0cd7a" providerId="LiveId" clId="{9CEBAD42-B415-46AD-8527-E1F9C7EE6655}" dt="2022-08-29T15:18:08.377" v="584" actId="1076"/>
          <ac:picMkLst>
            <pc:docMk/>
            <pc:sldMk cId="3083649940" sldId="289"/>
            <ac:picMk id="3" creationId="{376D601F-5728-49B5-EF36-21A9A51CAEDA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23:31.922" v="729" actId="20577"/>
        <pc:sldMkLst>
          <pc:docMk/>
          <pc:sldMk cId="1829811407" sldId="290"/>
        </pc:sldMkLst>
        <pc:spChg chg="mod">
          <ac:chgData name="Leônidas Müller de Oliveira" userId="5af9566427f0cd7a" providerId="LiveId" clId="{9CEBAD42-B415-46AD-8527-E1F9C7EE6655}" dt="2022-08-30T13:23:31.922" v="729" actId="20577"/>
          <ac:spMkLst>
            <pc:docMk/>
            <pc:sldMk cId="1829811407" sldId="290"/>
            <ac:spMk id="10" creationId="{D7001BA3-CB80-4627-9BF8-F969EC7D3809}"/>
          </ac:spMkLst>
        </pc:spChg>
        <pc:picChg chg="del">
          <ac:chgData name="Leônidas Müller de Oliveira" userId="5af9566427f0cd7a" providerId="LiveId" clId="{9CEBAD42-B415-46AD-8527-E1F9C7EE6655}" dt="2022-08-30T13:19:51.931" v="650" actId="478"/>
          <ac:picMkLst>
            <pc:docMk/>
            <pc:sldMk cId="1829811407" sldId="290"/>
            <ac:picMk id="3" creationId="{376D601F-5728-49B5-EF36-21A9A51CAEDA}"/>
          </ac:picMkLst>
        </pc:picChg>
        <pc:picChg chg="add del mod">
          <ac:chgData name="Leônidas Müller de Oliveira" userId="5af9566427f0cd7a" providerId="LiveId" clId="{9CEBAD42-B415-46AD-8527-E1F9C7EE6655}" dt="2022-08-30T13:20:07.231" v="654" actId="478"/>
          <ac:picMkLst>
            <pc:docMk/>
            <pc:sldMk cId="1829811407" sldId="290"/>
            <ac:picMk id="4" creationId="{B307C6C5-E755-C801-2177-86FC37490F91}"/>
          </ac:picMkLst>
        </pc:picChg>
        <pc:picChg chg="add mod">
          <ac:chgData name="Leônidas Müller de Oliveira" userId="5af9566427f0cd7a" providerId="LiveId" clId="{9CEBAD42-B415-46AD-8527-E1F9C7EE6655}" dt="2022-08-30T13:20:17.971" v="658" actId="1076"/>
          <ac:picMkLst>
            <pc:docMk/>
            <pc:sldMk cId="1829811407" sldId="290"/>
            <ac:picMk id="6" creationId="{8256C0C9-A9CD-B910-6159-F7B0697E39A8}"/>
          </ac:picMkLst>
        </pc:picChg>
      </pc:sldChg>
      <pc:sldChg chg="add del">
        <pc:chgData name="Leônidas Müller de Oliveira" userId="5af9566427f0cd7a" providerId="LiveId" clId="{9CEBAD42-B415-46AD-8527-E1F9C7EE6655}" dt="2022-08-30T13:18:19.821" v="619" actId="47"/>
        <pc:sldMkLst>
          <pc:docMk/>
          <pc:sldMk cId="2909319333" sldId="290"/>
        </pc:sldMkLst>
      </pc:sldChg>
      <pc:sldChg chg="addSp delSp modSp add mod">
        <pc:chgData name="Leônidas Müller de Oliveira" userId="5af9566427f0cd7a" providerId="LiveId" clId="{9CEBAD42-B415-46AD-8527-E1F9C7EE6655}" dt="2022-08-30T13:23:41.571" v="731"/>
        <pc:sldMkLst>
          <pc:docMk/>
          <pc:sldMk cId="267836333" sldId="291"/>
        </pc:sldMkLst>
        <pc:spChg chg="mod">
          <ac:chgData name="Leônidas Müller de Oliveira" userId="5af9566427f0cd7a" providerId="LiveId" clId="{9CEBAD42-B415-46AD-8527-E1F9C7EE6655}" dt="2022-08-30T13:23:41.571" v="731"/>
          <ac:spMkLst>
            <pc:docMk/>
            <pc:sldMk cId="267836333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3:22:53.961" v="666" actId="1076"/>
          <ac:picMkLst>
            <pc:docMk/>
            <pc:sldMk cId="267836333" sldId="291"/>
            <ac:picMk id="3" creationId="{F1B4F703-42BA-8E03-65F1-9FE2188BB9D4}"/>
          </ac:picMkLst>
        </pc:picChg>
        <pc:picChg chg="del">
          <ac:chgData name="Leônidas Müller de Oliveira" userId="5af9566427f0cd7a" providerId="LiveId" clId="{9CEBAD42-B415-46AD-8527-E1F9C7EE6655}" dt="2022-08-30T13:22:45.421" v="660" actId="478"/>
          <ac:picMkLst>
            <pc:docMk/>
            <pc:sldMk cId="267836333" sldId="291"/>
            <ac:picMk id="6" creationId="{8256C0C9-A9CD-B910-6159-F7B0697E39A8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44:09.491" v="869" actId="14100"/>
        <pc:sldMkLst>
          <pc:docMk/>
          <pc:sldMk cId="3456523691" sldId="292"/>
        </pc:sldMkLst>
        <pc:picChg chg="del">
          <ac:chgData name="Leônidas Müller de Oliveira" userId="5af9566427f0cd7a" providerId="LiveId" clId="{9CEBAD42-B415-46AD-8527-E1F9C7EE6655}" dt="2022-08-30T13:24:34.291" v="732" actId="478"/>
          <ac:picMkLst>
            <pc:docMk/>
            <pc:sldMk cId="3456523691" sldId="292"/>
            <ac:picMk id="3" creationId="{F1B4F703-42BA-8E03-65F1-9FE2188BB9D4}"/>
          </ac:picMkLst>
        </pc:picChg>
        <pc:picChg chg="add mod">
          <ac:chgData name="Leônidas Müller de Oliveira" userId="5af9566427f0cd7a" providerId="LiveId" clId="{9CEBAD42-B415-46AD-8527-E1F9C7EE6655}" dt="2022-08-30T13:44:09.491" v="869" actId="14100"/>
          <ac:picMkLst>
            <pc:docMk/>
            <pc:sldMk cId="3456523691" sldId="292"/>
            <ac:picMk id="4" creationId="{688D0160-BEAF-2825-F2BB-1ACBECF641EB}"/>
          </ac:picMkLst>
        </pc:pic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615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228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6186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560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3" y="1789903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DIMENSIONAMENTO DE LIGAÇÕES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80" y="26078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Parafusos – </a:t>
            </a:r>
            <a:r>
              <a:rPr lang="pt-BR" sz="2800" b="1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Força Resistente de Cálculo</a:t>
            </a:r>
            <a:endParaRPr lang="pt-BR" sz="2800" b="1" i="0" u="none" strike="noStrike" cap="none" dirty="0">
              <a:solidFill>
                <a:srgbClr val="FFC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Cisalhamento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Tração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Combinação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Tipos de Solicitações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13BB079-BAE7-05DC-C44C-E0FE07132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360" y="2571750"/>
            <a:ext cx="4451557" cy="214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2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1219834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Plano de corte </a:t>
            </a:r>
            <a:r>
              <a:rPr lang="pt-BR" sz="1600" b="1" i="0" u="none" strike="noStrike" cap="none" dirty="0">
                <a:solidFill>
                  <a:srgbClr val="4C576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fora da rosca </a:t>
            </a: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em parafusos de alta resistência e barras redondas rosqueadas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Força Resistente de Cálculo ao Cisalhamento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/>
              <p:nvPr/>
            </p:nvSpPr>
            <p:spPr>
              <a:xfrm>
                <a:off x="3544199" y="1935852"/>
                <a:ext cx="5599800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𝑭</m:t>
                          </m:r>
                        </m:e>
                        <m: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𝒗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𝑹𝒅</m:t>
                          </m:r>
                        </m:sub>
                      </m:sSub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 </m:t>
                      </m:r>
                      <m:f>
                        <m:f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𝟎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𝟓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𝒃</m:t>
                              </m:r>
                            </m:sub>
                          </m:s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𝒖𝒃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𝒂</m:t>
                              </m:r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600" b="1" i="0" u="none" strike="noStrike" cap="none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9" y="1935852"/>
                <a:ext cx="5599800" cy="716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43;p7">
            <a:extLst>
              <a:ext uri="{FF2B5EF4-FFF2-40B4-BE49-F238E27FC236}">
                <a16:creationId xmlns:a16="http://schemas.microsoft.com/office/drawing/2014/main" id="{07E93562-5E31-EB30-DB82-D43307E031E7}"/>
              </a:ext>
            </a:extLst>
          </p:cNvPr>
          <p:cNvSpPr txBox="1"/>
          <p:nvPr/>
        </p:nvSpPr>
        <p:spPr>
          <a:xfrm>
            <a:off x="3544198" y="2651866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Plano de corte passando </a:t>
            </a:r>
            <a:r>
              <a:rPr lang="pt-BR" sz="1600" b="1" i="0" u="none" strike="noStrike" cap="none" dirty="0">
                <a:solidFill>
                  <a:srgbClr val="4C576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pela rosca </a:t>
            </a: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em parafusos de alta resistência e parafusos comuns em qualquer situação.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4888E5F1-8A9F-8ED3-C5F6-BF7EC7A6F76E}"/>
                  </a:ext>
                </a:extLst>
              </p:cNvPr>
              <p:cNvSpPr txBox="1"/>
              <p:nvPr/>
            </p:nvSpPr>
            <p:spPr>
              <a:xfrm>
                <a:off x="3544200" y="3367880"/>
                <a:ext cx="5599800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𝑭</m:t>
                          </m:r>
                        </m:e>
                        <m: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𝒗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𝑹𝒅</m:t>
                          </m:r>
                        </m:sub>
                      </m:sSub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 </m:t>
                      </m:r>
                      <m:f>
                        <m:f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𝟎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𝟒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𝒃</m:t>
                              </m:r>
                            </m:sub>
                          </m:s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𝒖𝒃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𝒂</m:t>
                              </m:r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600" b="1" i="0" u="none" strike="noStrike" cap="none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4888E5F1-8A9F-8ED3-C5F6-BF7EC7A6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00" y="3367880"/>
                <a:ext cx="5599800" cy="716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A3D0606D-7A17-79FB-9651-322EB07A5301}"/>
              </a:ext>
            </a:extLst>
          </p:cNvPr>
          <p:cNvSpPr txBox="1"/>
          <p:nvPr/>
        </p:nvSpPr>
        <p:spPr>
          <a:xfrm>
            <a:off x="3544198" y="4107429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 γ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= 1,35 é o coeficiente de segurança do material para os estados limites últimos de ruptura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0438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1219834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No caso de parafusos tracionados a força resistente de cálculo é dada pela expressão abaixo: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Força Resistente de Cálculo a Tração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/>
              <p:nvPr/>
            </p:nvSpPr>
            <p:spPr>
              <a:xfrm>
                <a:off x="5066016" y="2094431"/>
                <a:ext cx="3043636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𝑭</m:t>
                          </m:r>
                        </m:e>
                        <m: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𝒕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𝑹𝒅</m:t>
                          </m:r>
                        </m:sub>
                      </m:sSub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 </m:t>
                      </m:r>
                      <m:f>
                        <m:f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𝒃𝒆</m:t>
                              </m:r>
                            </m:sub>
                          </m:s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𝒖𝒃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𝒂</m:t>
                              </m:r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600" b="1" i="0" u="none" strike="noStrike" cap="none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016" y="2094431"/>
                <a:ext cx="3043636" cy="716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43;p7">
                <a:extLst>
                  <a:ext uri="{FF2B5EF4-FFF2-40B4-BE49-F238E27FC236}">
                    <a16:creationId xmlns:a16="http://schemas.microsoft.com/office/drawing/2014/main" id="{B86CAE7B-BEA9-7937-E52D-D99916ECF845}"/>
                  </a:ext>
                </a:extLst>
              </p:cNvPr>
              <p:cNvSpPr txBox="1"/>
              <p:nvPr/>
            </p:nvSpPr>
            <p:spPr>
              <a:xfrm>
                <a:off x="5309752" y="3040424"/>
                <a:ext cx="2556165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 u="none" strike="noStrike" cap="none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600" b="1" i="1" u="none" strike="noStrike" cap="none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𝑨</m:t>
                        </m:r>
                      </m:e>
                      <m:sub>
                        <m:r>
                          <a:rPr lang="pt-BR" sz="1600" b="1" i="1" u="none" strike="noStrike" cap="none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𝒃𝒆</m:t>
                        </m:r>
                      </m:sub>
                    </m:sSub>
                    <m:r>
                      <a:rPr lang="pt-BR" sz="1600" b="1" i="1" u="none" strike="noStrike" cap="none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=</m:t>
                    </m:r>
                    <m:r>
                      <a:rPr lang="pt-BR" sz="1600" b="1" i="1" u="none" strike="noStrike" cap="none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𝟎</m:t>
                    </m:r>
                    <m:r>
                      <a:rPr lang="pt-BR" sz="1600" b="1" i="1" u="none" strike="noStrike" cap="none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,</m:t>
                    </m:r>
                    <m:r>
                      <a:rPr lang="pt-BR" sz="1600" b="1" i="1" u="none" strike="noStrike" cap="none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𝟕𝟓</m:t>
                    </m:r>
                    <m:r>
                      <a:rPr lang="pt-BR" sz="1600" b="1" i="1" u="none" strike="noStrike" cap="none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 . </m:t>
                    </m:r>
                    <m:sSub>
                      <m:sSubPr>
                        <m:ctrlPr>
                          <a:rPr lang="pt-BR" sz="1600" b="1" i="1" u="none" strike="noStrike" cap="none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600" b="1" i="1" u="none" strike="noStrike" cap="none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𝑨</m:t>
                        </m:r>
                      </m:e>
                      <m:sub>
                        <m:r>
                          <a:rPr lang="pt-BR" sz="1600" b="1" i="1" u="none" strike="noStrike" cap="none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pt-BR" sz="1600" b="1" i="0" u="none" strike="noStrike" cap="none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</a:p>
            </p:txBody>
          </p:sp>
        </mc:Choice>
        <mc:Fallback xmlns="">
          <p:sp>
            <p:nvSpPr>
              <p:cNvPr id="6" name="Google Shape;143;p7">
                <a:extLst>
                  <a:ext uri="{FF2B5EF4-FFF2-40B4-BE49-F238E27FC236}">
                    <a16:creationId xmlns:a16="http://schemas.microsoft.com/office/drawing/2014/main" id="{B86CAE7B-BEA9-7937-E52D-D99916ECF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752" y="3040424"/>
                <a:ext cx="2556165" cy="716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43;p7">
            <a:extLst>
              <a:ext uri="{FF2B5EF4-FFF2-40B4-BE49-F238E27FC236}">
                <a16:creationId xmlns:a16="http://schemas.microsoft.com/office/drawing/2014/main" id="{DE502BD4-507B-5C26-3D76-33C97B1B5ED8}"/>
              </a:ext>
            </a:extLst>
          </p:cNvPr>
          <p:cNvSpPr txBox="1"/>
          <p:nvPr/>
        </p:nvSpPr>
        <p:spPr>
          <a:xfrm>
            <a:off x="3544200" y="3756438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 γ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= 1,35 é o coeficiente de segurança do material para os estados limites últimos de ruptura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8181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1219834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 parafusos solicitados simultaneamente  tração e cisalhamento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Força Resistente de Cálculo Combinada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/>
              <p:nvPr/>
            </p:nvSpPr>
            <p:spPr>
              <a:xfrm>
                <a:off x="5066016" y="1818715"/>
                <a:ext cx="3043636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lvl="0"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b="1" i="1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600" b="1" i="1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𝒕</m:t>
                                      </m:r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,</m:t>
                                      </m:r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𝑺𝒅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𝒕</m:t>
                                      </m:r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,</m:t>
                                      </m:r>
                                      <m:r>
                                        <a:rPr lang="pt-BR" sz="1600" b="1" i="1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𝑹𝒅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𝟐</m:t>
                          </m:r>
                        </m:sup>
                      </m:sSup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+</m:t>
                      </m:r>
                      <m:sSup>
                        <m:sSup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b="1" i="1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600" b="1" i="1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𝒗</m:t>
                                      </m:r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,</m:t>
                                      </m:r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𝑺𝒅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𝒗</m:t>
                                      </m:r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,</m:t>
                                      </m:r>
                                      <m:r>
                                        <a:rPr lang="pt-BR" sz="1600" b="1" i="1" smtClean="0">
                                          <a:solidFill>
                                            <a:srgbClr val="4C5764"/>
                                          </a:solidFill>
                                          <a:latin typeface="Cambria Math" panose="02040503050406030204" pitchFamily="18" charset="0"/>
                                          <a:ea typeface="Roboto"/>
                                          <a:sym typeface="Roboto"/>
                                        </a:rPr>
                                        <m:t>𝑹𝒅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𝟐</m:t>
                          </m:r>
                        </m:sup>
                      </m:sSup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≤</m:t>
                      </m:r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𝟏</m:t>
                      </m:r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,</m:t>
                      </m:r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𝟎</m:t>
                      </m:r>
                    </m:oMath>
                  </m:oMathPara>
                </a14:m>
                <a:endParaRPr lang="pt-BR" sz="1600" b="1" i="0" u="none" strike="noStrike" cap="none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016" y="1818715"/>
                <a:ext cx="3043636" cy="716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43;p7">
            <a:extLst>
              <a:ext uri="{FF2B5EF4-FFF2-40B4-BE49-F238E27FC236}">
                <a16:creationId xmlns:a16="http://schemas.microsoft.com/office/drawing/2014/main" id="{DE502BD4-507B-5C26-3D76-33C97B1B5ED8}"/>
              </a:ext>
            </a:extLst>
          </p:cNvPr>
          <p:cNvSpPr txBox="1"/>
          <p:nvPr/>
        </p:nvSpPr>
        <p:spPr>
          <a:xfrm>
            <a:off x="3544200" y="2615369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Segundo a NBR 8800 (2008), a força de tração solicitante de cálculo máxima por parafuso ou barra roscada, submetidos a esforços de tração e cisalhamento simultâneos devem estar dentro da verificação abaixo: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43;p7">
            <a:extLst>
              <a:ext uri="{FF2B5EF4-FFF2-40B4-BE49-F238E27FC236}">
                <a16:creationId xmlns:a16="http://schemas.microsoft.com/office/drawing/2014/main" id="{7E5B1243-4043-D778-698A-07450A0D5BBB}"/>
              </a:ext>
            </a:extLst>
          </p:cNvPr>
          <p:cNvSpPr txBox="1"/>
          <p:nvPr/>
        </p:nvSpPr>
        <p:spPr>
          <a:xfrm>
            <a:off x="3544200" y="4420359"/>
            <a:ext cx="5599800" cy="71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 parafusos ASTM A307, A325, A490 e Barras rosqueadas em geral (força passando pela rosca)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DCEEE2C5-FD93-2D22-F56A-4159149B1F9A}"/>
                  </a:ext>
                </a:extLst>
              </p:cNvPr>
              <p:cNvSpPr txBox="1"/>
              <p:nvPr/>
            </p:nvSpPr>
            <p:spPr>
              <a:xfrm>
                <a:off x="4822281" y="3740838"/>
                <a:ext cx="3043636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𝑭</m:t>
                          </m:r>
                        </m:e>
                        <m: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𝒕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𝑺𝒅</m:t>
                          </m:r>
                        </m:sub>
                      </m:sSub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 </m:t>
                      </m:r>
                      <m:f>
                        <m:f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𝒃</m:t>
                              </m:r>
                            </m:sub>
                          </m:s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𝒖𝒃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𝒂</m:t>
                              </m:r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 −</m:t>
                      </m:r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𝟏</m:t>
                      </m:r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,</m:t>
                      </m:r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𝟗𝟎</m:t>
                      </m:r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 . </m:t>
                      </m:r>
                      <m:sSub>
                        <m:sSub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𝑭</m:t>
                          </m:r>
                        </m:e>
                        <m: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𝒗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𝑺𝒅</m:t>
                          </m:r>
                        </m:sub>
                      </m:sSub>
                    </m:oMath>
                  </m:oMathPara>
                </a14:m>
                <a:endParaRPr lang="pt-BR" sz="1600" b="1" i="0" u="none" strike="noStrike" cap="none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DCEEE2C5-FD93-2D22-F56A-4159149B1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281" y="3740838"/>
                <a:ext cx="3043636" cy="716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03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3542</TotalTime>
  <Words>269</Words>
  <Application>Microsoft Office PowerPoint</Application>
  <PresentationFormat>Apresentação na tela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Roboto</vt:lpstr>
      <vt:lpstr>Roboto Light</vt:lpstr>
      <vt:lpstr>Cambria Math</vt:lpstr>
      <vt:lpstr>Roboto Black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2025-06-29T18:22:37Z</dcterms:modified>
</cp:coreProperties>
</file>