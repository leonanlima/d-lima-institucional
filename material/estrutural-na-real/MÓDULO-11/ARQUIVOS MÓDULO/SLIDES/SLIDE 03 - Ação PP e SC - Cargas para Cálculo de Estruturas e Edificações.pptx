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83" r:id="rId3"/>
    <p:sldId id="295" r:id="rId4"/>
    <p:sldId id="297" r:id="rId5"/>
    <p:sldId id="298" r:id="rId6"/>
    <p:sldId id="299" r:id="rId7"/>
    <p:sldId id="296" r:id="rId8"/>
    <p:sldId id="300" r:id="rId9"/>
    <p:sldId id="301" r:id="rId10"/>
    <p:sldId id="302" r:id="rId11"/>
    <p:sldId id="281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Black" panose="02000000000000000000" pitchFamily="2" charset="0"/>
      <p:bold r:id="rId18"/>
      <p:boldItalic r:id="rId19"/>
    </p:embeddedFont>
    <p:embeddedFont>
      <p:font typeface="Roboto Light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D79FA-862B-4CBA-BECF-44E8213A8194}" v="2" dt="2025-06-03T23:28:00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58279E46-9DEE-48ED-9CFC-1A29DC653E87}"/>
    <pc:docChg chg="undo custSel addSld delSld modSld sldOrd">
      <pc:chgData name="Leônidas Müller de Oliveira" userId="5af9566427f0cd7a" providerId="LiveId" clId="{58279E46-9DEE-48ED-9CFC-1A29DC653E87}" dt="2025-05-26T23:59:38.810" v="968" actId="478"/>
      <pc:docMkLst>
        <pc:docMk/>
      </pc:docMkLst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0" sldId="262"/>
        </pc:sldMkLst>
      </pc:sldChg>
      <pc:sldChg chg="addSp modSp del mod">
        <pc:chgData name="Leônidas Müller de Oliveira" userId="5af9566427f0cd7a" providerId="LiveId" clId="{58279E46-9DEE-48ED-9CFC-1A29DC653E87}" dt="2025-05-24T21:24:44.789" v="701" actId="47"/>
        <pc:sldMkLst>
          <pc:docMk/>
          <pc:sldMk cId="3187776213" sldId="282"/>
        </pc:sldMkLst>
        <pc:spChg chg="mod">
          <ac:chgData name="Leônidas Müller de Oliveira" userId="5af9566427f0cd7a" providerId="LiveId" clId="{58279E46-9DEE-48ED-9CFC-1A29DC653E87}" dt="2025-05-24T21:22:38.057" v="690" actId="1076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58279E46-9DEE-48ED-9CFC-1A29DC653E87}" dt="2025-05-24T21:22:17.424" v="666" actId="20577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2:59.896" v="697" actId="14100"/>
          <ac:spMkLst>
            <pc:docMk/>
            <pc:sldMk cId="3187776213" sldId="282"/>
            <ac:spMk id="143" creationId="{00000000-0000-0000-0000-000000000000}"/>
          </ac:spMkLst>
        </pc:spChg>
        <pc:picChg chg="add mod">
          <ac:chgData name="Leônidas Müller de Oliveira" userId="5af9566427f0cd7a" providerId="LiveId" clId="{58279E46-9DEE-48ED-9CFC-1A29DC653E87}" dt="2025-05-24T21:23:06.748" v="700" actId="1076"/>
          <ac:picMkLst>
            <pc:docMk/>
            <pc:sldMk cId="3187776213" sldId="282"/>
            <ac:picMk id="2" creationId="{1EFFEBF7-8F3E-C311-CFF7-2BFFA2BD60D4}"/>
          </ac:picMkLst>
        </pc:picChg>
      </pc:sldChg>
      <pc:sldChg chg="addSp delSp modSp mod ord">
        <pc:chgData name="Leônidas Müller de Oliveira" userId="5af9566427f0cd7a" providerId="LiveId" clId="{58279E46-9DEE-48ED-9CFC-1A29DC653E87}" dt="2025-05-24T21:25:46.887" v="743" actId="1076"/>
        <pc:sldMkLst>
          <pc:docMk/>
          <pc:sldMk cId="3283063515" sldId="283"/>
        </pc:sldMkLst>
        <pc:spChg chg="add del mod">
          <ac:chgData name="Leônidas Müller de Oliveira" userId="5af9566427f0cd7a" providerId="LiveId" clId="{58279E46-9DEE-48ED-9CFC-1A29DC653E87}" dt="2025-05-24T20:16:38.726" v="40" actId="478"/>
          <ac:spMkLst>
            <pc:docMk/>
            <pc:sldMk cId="3283063515" sldId="283"/>
            <ac:spMk id="2" creationId="{8DE5577E-A88F-F159-4E56-1CC6BC9A5C29}"/>
          </ac:spMkLst>
        </pc:spChg>
        <pc:spChg chg="add 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3" creationId="{516DE064-8790-F786-DD35-BB1B52114FBB}"/>
          </ac:spMkLst>
        </pc:spChg>
        <pc:spChg chg="add mod">
          <ac:chgData name="Leônidas Müller de Oliveira" userId="5af9566427f0cd7a" providerId="LiveId" clId="{58279E46-9DEE-48ED-9CFC-1A29DC653E87}" dt="2025-05-24T21:25:46.887" v="743" actId="1076"/>
          <ac:spMkLst>
            <pc:docMk/>
            <pc:sldMk cId="3283063515" sldId="283"/>
            <ac:spMk id="4" creationId="{0902CA44-3836-AC7B-00C7-9F401BB77A42}"/>
          </ac:spMkLst>
        </pc:spChg>
        <pc:spChg chg="mod">
          <ac:chgData name="Leônidas Müller de Oliveira" userId="5af9566427f0cd7a" providerId="LiveId" clId="{58279E46-9DEE-48ED-9CFC-1A29DC653E87}" dt="2025-05-24T20:50:06.615" v="65"/>
          <ac:spMkLst>
            <pc:docMk/>
            <pc:sldMk cId="3283063515" sldId="283"/>
            <ac:spMk id="140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5:41.796" v="742" actId="20577"/>
          <ac:spMkLst>
            <pc:docMk/>
            <pc:sldMk cId="3283063515" sldId="283"/>
            <ac:spMk id="141" creationId="{00000000-0000-0000-0000-000000000000}"/>
          </ac:spMkLst>
        </pc:spChg>
        <pc:spChg chg="del">
          <ac:chgData name="Leônidas Müller de Oliveira" userId="5af9566427f0cd7a" providerId="LiveId" clId="{58279E46-9DEE-48ED-9CFC-1A29DC653E87}" dt="2025-05-24T20:16:42.328" v="41" actId="478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1223144774" sldId="284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3454911189" sldId="285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858716699" sldId="286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2449695710" sldId="288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3380683963" sldId="289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1162287814" sldId="291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4250600602" sldId="292"/>
        </pc:sldMkLst>
      </pc:sldChg>
      <pc:sldChg chg="del">
        <pc:chgData name="Leônidas Müller de Oliveira" userId="5af9566427f0cd7a" providerId="LiveId" clId="{58279E46-9DEE-48ED-9CFC-1A29DC653E87}" dt="2025-05-24T21:24:44.789" v="701" actId="47"/>
        <pc:sldMkLst>
          <pc:docMk/>
          <pc:sldMk cId="630394464" sldId="293"/>
        </pc:sldMkLst>
      </pc:sldChg>
      <pc:sldChg chg="modSp add del mod">
        <pc:chgData name="Leônidas Müller de Oliveira" userId="5af9566427f0cd7a" providerId="LiveId" clId="{58279E46-9DEE-48ED-9CFC-1A29DC653E87}" dt="2025-05-24T21:12:39.260" v="426" actId="47"/>
        <pc:sldMkLst>
          <pc:docMk/>
          <pc:sldMk cId="14516376" sldId="294"/>
        </pc:sldMkLst>
        <pc:spChg chg="mod">
          <ac:chgData name="Leônidas Müller de Oliveira" userId="5af9566427f0cd7a" providerId="LiveId" clId="{58279E46-9DEE-48ED-9CFC-1A29DC653E87}" dt="2025-05-24T20:49:57.626" v="63"/>
          <ac:spMkLst>
            <pc:docMk/>
            <pc:sldMk cId="14516376" sldId="294"/>
            <ac:spMk id="142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6T23:42:00.998" v="770" actId="478"/>
        <pc:sldMkLst>
          <pc:docMk/>
          <pc:sldMk cId="253044051" sldId="295"/>
        </pc:sldMkLst>
        <pc:spChg chg="add mod">
          <ac:chgData name="Leônidas Müller de Oliveira" userId="5af9566427f0cd7a" providerId="LiveId" clId="{58279E46-9DEE-48ED-9CFC-1A29DC653E87}" dt="2025-05-24T21:25:56.331" v="745"/>
          <ac:spMkLst>
            <pc:docMk/>
            <pc:sldMk cId="253044051" sldId="295"/>
            <ac:spMk id="2" creationId="{8350FBD1-BDD5-1B36-8A5C-8A883498308E}"/>
          </ac:spMkLst>
        </pc:spChg>
        <pc:spChg chg="add del mod">
          <ac:chgData name="Leônidas Müller de Oliveira" userId="5af9566427f0cd7a" providerId="LiveId" clId="{58279E46-9DEE-48ED-9CFC-1A29DC653E87}" dt="2025-05-24T21:09:15.343" v="370" actId="478"/>
          <ac:spMkLst>
            <pc:docMk/>
            <pc:sldMk cId="253044051" sldId="295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0:52:34.195" v="83" actId="20577"/>
          <ac:spMkLst>
            <pc:docMk/>
            <pc:sldMk cId="253044051" sldId="295"/>
            <ac:spMk id="3" creationId="{516DE064-8790-F786-DD35-BB1B52114FBB}"/>
          </ac:spMkLst>
        </pc:spChg>
        <pc:spChg chg="del mod">
          <ac:chgData name="Leônidas Müller de Oliveira" userId="5af9566427f0cd7a" providerId="LiveId" clId="{58279E46-9DEE-48ED-9CFC-1A29DC653E87}" dt="2025-05-24T20:53:15.450" v="122" actId="478"/>
          <ac:spMkLst>
            <pc:docMk/>
            <pc:sldMk cId="253044051" sldId="295"/>
            <ac:spMk id="4" creationId="{0902CA44-3836-AC7B-00C7-9F401BB77A42}"/>
          </ac:spMkLst>
        </pc:spChg>
        <pc:spChg chg="add mod">
          <ac:chgData name="Leônidas Müller de Oliveira" userId="5af9566427f0cd7a" providerId="LiveId" clId="{58279E46-9DEE-48ED-9CFC-1A29DC653E87}" dt="2025-05-24T21:12:32.634" v="425" actId="1076"/>
          <ac:spMkLst>
            <pc:docMk/>
            <pc:sldMk cId="253044051" sldId="295"/>
            <ac:spMk id="5" creationId="{DD6E867D-A8CD-3B18-2109-4D0F6524F7EC}"/>
          </ac:spMkLst>
        </pc:spChg>
        <pc:spChg chg="del">
          <ac:chgData name="Leônidas Müller de Oliveira" userId="5af9566427f0cd7a" providerId="LiveId" clId="{58279E46-9DEE-48ED-9CFC-1A29DC653E87}" dt="2025-05-24T21:25:55.964" v="744" actId="478"/>
          <ac:spMkLst>
            <pc:docMk/>
            <pc:sldMk cId="253044051" sldId="295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0:59:04.491" v="315" actId="14100"/>
          <ac:spMkLst>
            <pc:docMk/>
            <pc:sldMk cId="253044051" sldId="295"/>
            <ac:spMk id="143" creationId="{00000000-0000-0000-0000-000000000000}"/>
          </ac:spMkLst>
        </pc:spChg>
        <pc:grpChg chg="del mod">
          <ac:chgData name="Leônidas Müller de Oliveira" userId="5af9566427f0cd7a" providerId="LiveId" clId="{58279E46-9DEE-48ED-9CFC-1A29DC653E87}" dt="2025-05-26T23:42:00.998" v="770" actId="478"/>
          <ac:grpSpMkLst>
            <pc:docMk/>
            <pc:sldMk cId="253044051" sldId="295"/>
            <ac:grpSpMk id="10" creationId="{BAAA9F22-DC60-2303-F1E1-C2D7F0CB50D7}"/>
          </ac:grpSpMkLst>
        </pc:grpChg>
        <pc:inkChg chg="add del">
          <ac:chgData name="Leônidas Müller de Oliveira" userId="5af9566427f0cd7a" providerId="LiveId" clId="{58279E46-9DEE-48ED-9CFC-1A29DC653E87}" dt="2025-05-26T23:42:00.998" v="770" actId="478"/>
          <ac:inkMkLst>
            <pc:docMk/>
            <pc:sldMk cId="253044051" sldId="295"/>
            <ac:inkMk id="4" creationId="{2C6FA857-5748-4D66-D7FA-0F38BA94DCCC}"/>
          </ac:inkMkLst>
        </pc:inkChg>
        <pc:inkChg chg="add del">
          <ac:chgData name="Leônidas Müller de Oliveira" userId="5af9566427f0cd7a" providerId="LiveId" clId="{58279E46-9DEE-48ED-9CFC-1A29DC653E87}" dt="2025-05-26T23:42:00.998" v="770" actId="478"/>
          <ac:inkMkLst>
            <pc:docMk/>
            <pc:sldMk cId="253044051" sldId="295"/>
            <ac:inkMk id="6" creationId="{0722DE83-9F06-1129-F69A-FCA1F1BB2821}"/>
          </ac:inkMkLst>
        </pc:inkChg>
        <pc:inkChg chg="add del">
          <ac:chgData name="Leônidas Müller de Oliveira" userId="5af9566427f0cd7a" providerId="LiveId" clId="{58279E46-9DEE-48ED-9CFC-1A29DC653E87}" dt="2025-05-26T23:42:00.998" v="770" actId="478"/>
          <ac:inkMkLst>
            <pc:docMk/>
            <pc:sldMk cId="253044051" sldId="295"/>
            <ac:inkMk id="7" creationId="{871E3207-9F3E-C03F-F55A-E3A07B2A2828}"/>
          </ac:inkMkLst>
        </pc:inkChg>
        <pc:inkChg chg="add del mod topLvl">
          <ac:chgData name="Leônidas Müller de Oliveira" userId="5af9566427f0cd7a" providerId="LiveId" clId="{58279E46-9DEE-48ED-9CFC-1A29DC653E87}" dt="2025-05-26T23:42:00.998" v="770" actId="478"/>
          <ac:inkMkLst>
            <pc:docMk/>
            <pc:sldMk cId="253044051" sldId="295"/>
            <ac:inkMk id="8" creationId="{1BFA0B48-3BF6-27C4-5BE8-9DE75D489DEC}"/>
          </ac:inkMkLst>
        </pc:inkChg>
        <pc:inkChg chg="add del mod topLvl">
          <ac:chgData name="Leônidas Müller de Oliveira" userId="5af9566427f0cd7a" providerId="LiveId" clId="{58279E46-9DEE-48ED-9CFC-1A29DC653E87}" dt="2025-05-26T23:42:00.998" v="770" actId="478"/>
          <ac:inkMkLst>
            <pc:docMk/>
            <pc:sldMk cId="253044051" sldId="295"/>
            <ac:inkMk id="9" creationId="{28D42310-CBDF-1475-D600-D31C89339F60}"/>
          </ac:inkMkLst>
        </pc:inkChg>
      </pc:sldChg>
      <pc:sldChg chg="addSp delSp modSp add mod">
        <pc:chgData name="Leônidas Müller de Oliveira" userId="5af9566427f0cd7a" providerId="LiveId" clId="{58279E46-9DEE-48ED-9CFC-1A29DC653E87}" dt="2025-05-26T23:42:10.387" v="772" actId="20577"/>
        <pc:sldMkLst>
          <pc:docMk/>
          <pc:sldMk cId="1222361712" sldId="296"/>
        </pc:sldMkLst>
        <pc:spChg chg="add mod">
          <ac:chgData name="Leônidas Müller de Oliveira" userId="5af9566427f0cd7a" providerId="LiveId" clId="{58279E46-9DEE-48ED-9CFC-1A29DC653E87}" dt="2025-05-24T21:26:11.400" v="753"/>
          <ac:spMkLst>
            <pc:docMk/>
            <pc:sldMk cId="1222361712" sldId="296"/>
            <ac:spMk id="2" creationId="{2743D211-2744-3CCB-C13C-850FD62E4A6A}"/>
          </ac:spMkLst>
        </pc:spChg>
        <pc:spChg chg="add del mod">
          <ac:chgData name="Leônidas Müller de Oliveira" userId="5af9566427f0cd7a" providerId="LiveId" clId="{58279E46-9DEE-48ED-9CFC-1A29DC653E87}" dt="2025-05-24T21:06:02.622" v="365" actId="478"/>
          <ac:spMkLst>
            <pc:docMk/>
            <pc:sldMk cId="1222361712" sldId="296"/>
            <ac:spMk id="2" creationId="{7AD14988-B0AD-7E1E-AE50-0C39ECF051E9}"/>
          </ac:spMkLst>
        </pc:spChg>
        <pc:spChg chg="mod">
          <ac:chgData name="Leônidas Müller de Oliveira" userId="5af9566427f0cd7a" providerId="LiveId" clId="{58279E46-9DEE-48ED-9CFC-1A29DC653E87}" dt="2025-05-24T20:54:12.686" v="141" actId="20577"/>
          <ac:spMkLst>
            <pc:docMk/>
            <pc:sldMk cId="1222361712" sldId="296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3:18.496" v="123" actId="478"/>
          <ac:spMkLst>
            <pc:docMk/>
            <pc:sldMk cId="1222361712" sldId="296"/>
            <ac:spMk id="4" creationId="{0902CA44-3836-AC7B-00C7-9F401BB77A42}"/>
          </ac:spMkLst>
        </pc:spChg>
        <pc:spChg chg="add del mod">
          <ac:chgData name="Leônidas Müller de Oliveira" userId="5af9566427f0cd7a" providerId="LiveId" clId="{58279E46-9DEE-48ED-9CFC-1A29DC653E87}" dt="2025-05-24T21:12:05.892" v="423" actId="478"/>
          <ac:spMkLst>
            <pc:docMk/>
            <pc:sldMk cId="1222361712" sldId="296"/>
            <ac:spMk id="5" creationId="{7371F974-D759-AF97-47D4-187FB21637D8}"/>
          </ac:spMkLst>
        </pc:spChg>
        <pc:spChg chg="add del mod">
          <ac:chgData name="Leônidas Müller de Oliveira" userId="5af9566427f0cd7a" providerId="LiveId" clId="{58279E46-9DEE-48ED-9CFC-1A29DC653E87}" dt="2025-05-24T21:12:44.750" v="427" actId="478"/>
          <ac:spMkLst>
            <pc:docMk/>
            <pc:sldMk cId="1222361712" sldId="296"/>
            <ac:spMk id="6" creationId="{5040266B-D4D6-7492-DA84-6B1857E19596}"/>
          </ac:spMkLst>
        </pc:spChg>
        <pc:spChg chg="add del mod">
          <ac:chgData name="Leônidas Müller de Oliveira" userId="5af9566427f0cd7a" providerId="LiveId" clId="{58279E46-9DEE-48ED-9CFC-1A29DC653E87}" dt="2025-05-24T21:17:04.773" v="530" actId="478"/>
          <ac:spMkLst>
            <pc:docMk/>
            <pc:sldMk cId="1222361712" sldId="296"/>
            <ac:spMk id="7" creationId="{97E78AB9-857F-D6BD-84B2-2690C32336CD}"/>
          </ac:spMkLst>
        </pc:spChg>
        <pc:spChg chg="del">
          <ac:chgData name="Leônidas Müller de Oliveira" userId="5af9566427f0cd7a" providerId="LiveId" clId="{58279E46-9DEE-48ED-9CFC-1A29DC653E87}" dt="2025-05-24T21:26:11.153" v="752" actId="478"/>
          <ac:spMkLst>
            <pc:docMk/>
            <pc:sldMk cId="1222361712" sldId="296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6T23:42:10.387" v="772" actId="20577"/>
          <ac:spMkLst>
            <pc:docMk/>
            <pc:sldMk cId="1222361712" sldId="296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25:59.995" v="747"/>
        <pc:sldMkLst>
          <pc:docMk/>
          <pc:sldMk cId="3708159361" sldId="297"/>
        </pc:sldMkLst>
        <pc:spChg chg="add mod">
          <ac:chgData name="Leônidas Müller de Oliveira" userId="5af9566427f0cd7a" providerId="LiveId" clId="{58279E46-9DEE-48ED-9CFC-1A29DC653E87}" dt="2025-05-24T21:25:59.995" v="747"/>
          <ac:spMkLst>
            <pc:docMk/>
            <pc:sldMk cId="3708159361" sldId="297"/>
            <ac:spMk id="2" creationId="{64E8AFE1-0CA3-7E5D-4D56-23B82851F74F}"/>
          </ac:spMkLst>
        </pc:spChg>
        <pc:spChg chg="del">
          <ac:chgData name="Leônidas Müller de Oliveira" userId="5af9566427f0cd7a" providerId="LiveId" clId="{58279E46-9DEE-48ED-9CFC-1A29DC653E87}" dt="2025-05-24T20:59:50.655" v="318" actId="478"/>
          <ac:spMkLst>
            <pc:docMk/>
            <pc:sldMk cId="3708159361" sldId="297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1:00:55.319" v="352" actId="20577"/>
          <ac:spMkLst>
            <pc:docMk/>
            <pc:sldMk cId="3708159361" sldId="297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1:25:59.773" v="746" actId="478"/>
          <ac:spMkLst>
            <pc:docMk/>
            <pc:sldMk cId="3708159361" sldId="297"/>
            <ac:spMk id="141" creationId="{00000000-0000-0000-0000-000000000000}"/>
          </ac:spMkLst>
        </pc:spChg>
        <pc:spChg chg="del">
          <ac:chgData name="Leônidas Müller de Oliveira" userId="5af9566427f0cd7a" providerId="LiveId" clId="{58279E46-9DEE-48ED-9CFC-1A29DC653E87}" dt="2025-05-24T20:59:59.475" v="335" actId="478"/>
          <ac:spMkLst>
            <pc:docMk/>
            <pc:sldMk cId="3708159361" sldId="297"/>
            <ac:spMk id="143" creationId="{00000000-0000-0000-0000-000000000000}"/>
          </ac:spMkLst>
        </pc:spChg>
        <pc:picChg chg="add del mod">
          <ac:chgData name="Leônidas Müller de Oliveira" userId="5af9566427f0cd7a" providerId="LiveId" clId="{58279E46-9DEE-48ED-9CFC-1A29DC653E87}" dt="2025-05-24T21:00:44.441" v="341" actId="478"/>
          <ac:picMkLst>
            <pc:docMk/>
            <pc:sldMk cId="3708159361" sldId="297"/>
            <ac:picMk id="5" creationId="{77C86FB3-F67E-0BC5-D594-B3E8CD6C5347}"/>
          </ac:picMkLst>
        </pc:picChg>
        <pc:picChg chg="add mod">
          <ac:chgData name="Leônidas Müller de Oliveira" userId="5af9566427f0cd7a" providerId="LiveId" clId="{58279E46-9DEE-48ED-9CFC-1A29DC653E87}" dt="2025-05-24T21:00:57.383" v="353" actId="1076"/>
          <ac:picMkLst>
            <pc:docMk/>
            <pc:sldMk cId="3708159361" sldId="297"/>
            <ac:picMk id="7" creationId="{E0E1E1AE-D06A-8FE6-7052-687897172428}"/>
          </ac:picMkLst>
        </pc:picChg>
      </pc:sldChg>
      <pc:sldChg chg="addSp delSp modSp add mod">
        <pc:chgData name="Leônidas Müller de Oliveira" userId="5af9566427f0cd7a" providerId="LiveId" clId="{58279E46-9DEE-48ED-9CFC-1A29DC653E87}" dt="2025-05-26T23:40:37.364" v="763" actId="478"/>
        <pc:sldMkLst>
          <pc:docMk/>
          <pc:sldMk cId="1068881733" sldId="298"/>
        </pc:sldMkLst>
        <pc:spChg chg="add mod">
          <ac:chgData name="Leônidas Müller de Oliveira" userId="5af9566427f0cd7a" providerId="LiveId" clId="{58279E46-9DEE-48ED-9CFC-1A29DC653E87}" dt="2025-05-24T21:26:03.656" v="749"/>
          <ac:spMkLst>
            <pc:docMk/>
            <pc:sldMk cId="1068881733" sldId="298"/>
            <ac:spMk id="2" creationId="{C4A91375-F3A6-C2D7-B651-7101C540ECC5}"/>
          </ac:spMkLst>
        </pc:spChg>
        <pc:spChg chg="del">
          <ac:chgData name="Leônidas Müller de Oliveira" userId="5af9566427f0cd7a" providerId="LiveId" clId="{58279E46-9DEE-48ED-9CFC-1A29DC653E87}" dt="2025-05-24T21:26:03.436" v="748" actId="478"/>
          <ac:spMkLst>
            <pc:docMk/>
            <pc:sldMk cId="1068881733" sldId="298"/>
            <ac:spMk id="141" creationId="{00000000-0000-0000-0000-000000000000}"/>
          </ac:spMkLst>
        </pc:spChg>
        <pc:inkChg chg="add del">
          <ac:chgData name="Leônidas Müller de Oliveira" userId="5af9566427f0cd7a" providerId="LiveId" clId="{58279E46-9DEE-48ED-9CFC-1A29DC653E87}" dt="2025-05-26T23:40:37.364" v="763" actId="478"/>
          <ac:inkMkLst>
            <pc:docMk/>
            <pc:sldMk cId="1068881733" sldId="298"/>
            <ac:inkMk id="4" creationId="{C780D743-CBB8-09FF-D031-94C2F6E076C1}"/>
          </ac:inkMkLst>
        </pc:inkChg>
        <pc:inkChg chg="add del">
          <ac:chgData name="Leônidas Müller de Oliveira" userId="5af9566427f0cd7a" providerId="LiveId" clId="{58279E46-9DEE-48ED-9CFC-1A29DC653E87}" dt="2025-05-26T23:40:37.364" v="763" actId="478"/>
          <ac:inkMkLst>
            <pc:docMk/>
            <pc:sldMk cId="1068881733" sldId="298"/>
            <ac:inkMk id="6" creationId="{F64554E8-3CBF-8078-59F7-2972288226C9}"/>
          </ac:inkMkLst>
        </pc:inkChg>
        <pc:inkChg chg="add del">
          <ac:chgData name="Leônidas Müller de Oliveira" userId="5af9566427f0cd7a" providerId="LiveId" clId="{58279E46-9DEE-48ED-9CFC-1A29DC653E87}" dt="2025-05-26T23:40:37.364" v="763" actId="478"/>
          <ac:inkMkLst>
            <pc:docMk/>
            <pc:sldMk cId="1068881733" sldId="298"/>
            <ac:inkMk id="7" creationId="{B23C294C-D544-9C70-91C5-A15829F44D3D}"/>
          </ac:inkMkLst>
        </pc:inkChg>
      </pc:sldChg>
      <pc:sldChg chg="addSp delSp modSp add mod">
        <pc:chgData name="Leônidas Müller de Oliveira" userId="5af9566427f0cd7a" providerId="LiveId" clId="{58279E46-9DEE-48ED-9CFC-1A29DC653E87}" dt="2025-05-24T21:26:07.655" v="751"/>
        <pc:sldMkLst>
          <pc:docMk/>
          <pc:sldMk cId="441636794" sldId="299"/>
        </pc:sldMkLst>
        <pc:spChg chg="add mod">
          <ac:chgData name="Leônidas Müller de Oliveira" userId="5af9566427f0cd7a" providerId="LiveId" clId="{58279E46-9DEE-48ED-9CFC-1A29DC653E87}" dt="2025-05-24T21:26:07.655" v="751"/>
          <ac:spMkLst>
            <pc:docMk/>
            <pc:sldMk cId="441636794" sldId="299"/>
            <ac:spMk id="2" creationId="{9310371B-F9D1-E047-7749-070526658A89}"/>
          </ac:spMkLst>
        </pc:spChg>
        <pc:spChg chg="mod">
          <ac:chgData name="Leônidas Müller de Oliveira" userId="5af9566427f0cd7a" providerId="LiveId" clId="{58279E46-9DEE-48ED-9CFC-1A29DC653E87}" dt="2025-05-24T21:01:46.557" v="360" actId="20577"/>
          <ac:spMkLst>
            <pc:docMk/>
            <pc:sldMk cId="441636794" sldId="299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1:26:07.428" v="750" actId="478"/>
          <ac:spMkLst>
            <pc:docMk/>
            <pc:sldMk cId="441636794" sldId="299"/>
            <ac:spMk id="141" creationId="{00000000-0000-0000-0000-000000000000}"/>
          </ac:spMkLst>
        </pc:spChg>
        <pc:picChg chg="add mod">
          <ac:chgData name="Leônidas Müller de Oliveira" userId="5af9566427f0cd7a" providerId="LiveId" clId="{58279E46-9DEE-48ED-9CFC-1A29DC653E87}" dt="2025-05-24T21:01:55.699" v="364" actId="1076"/>
          <ac:picMkLst>
            <pc:docMk/>
            <pc:sldMk cId="441636794" sldId="299"/>
            <ac:picMk id="4" creationId="{248446B5-F8A6-6E8C-1039-E3763CBC22F4}"/>
          </ac:picMkLst>
        </pc:picChg>
        <pc:picChg chg="del">
          <ac:chgData name="Leônidas Müller de Oliveira" userId="5af9566427f0cd7a" providerId="LiveId" clId="{58279E46-9DEE-48ED-9CFC-1A29DC653E87}" dt="2025-05-24T21:01:48.273" v="361" actId="478"/>
          <ac:picMkLst>
            <pc:docMk/>
            <pc:sldMk cId="441636794" sldId="299"/>
            <ac:picMk id="5" creationId="{77C86FB3-F67E-0BC5-D594-B3E8CD6C5347}"/>
          </ac:picMkLst>
        </pc:picChg>
      </pc:sldChg>
      <pc:sldChg chg="addSp delSp modSp add mod">
        <pc:chgData name="Leônidas Müller de Oliveira" userId="5af9566427f0cd7a" providerId="LiveId" clId="{58279E46-9DEE-48ED-9CFC-1A29DC653E87}" dt="2025-05-26T23:50:24.749" v="884" actId="478"/>
        <pc:sldMkLst>
          <pc:docMk/>
          <pc:sldMk cId="536045490" sldId="300"/>
        </pc:sldMkLst>
        <pc:spChg chg="add mod">
          <ac:chgData name="Leônidas Müller de Oliveira" userId="5af9566427f0cd7a" providerId="LiveId" clId="{58279E46-9DEE-48ED-9CFC-1A29DC653E87}" dt="2025-05-24T21:26:14.772" v="755"/>
          <ac:spMkLst>
            <pc:docMk/>
            <pc:sldMk cId="536045490" sldId="300"/>
            <ac:spMk id="2" creationId="{8AE5A363-77CF-BED9-EBA1-8203FE68DD92}"/>
          </ac:spMkLst>
        </pc:spChg>
        <pc:spChg chg="mod">
          <ac:chgData name="Leônidas Müller de Oliveira" userId="5af9566427f0cd7a" providerId="LiveId" clId="{58279E46-9DEE-48ED-9CFC-1A29DC653E87}" dt="2025-05-24T21:17:21.675" v="564" actId="20577"/>
          <ac:spMkLst>
            <pc:docMk/>
            <pc:sldMk cId="536045490" sldId="300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1:26:14.532" v="754" actId="478"/>
          <ac:spMkLst>
            <pc:docMk/>
            <pc:sldMk cId="536045490" sldId="300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6T23:42:41.948" v="774" actId="1076"/>
          <ac:spMkLst>
            <pc:docMk/>
            <pc:sldMk cId="536045490" sldId="300"/>
            <ac:spMk id="143" creationId="{00000000-0000-0000-0000-000000000000}"/>
          </ac:spMkLst>
        </pc:spChg>
        <pc:grpChg chg="del mod">
          <ac:chgData name="Leônidas Müller de Oliveira" userId="5af9566427f0cd7a" providerId="LiveId" clId="{58279E46-9DEE-48ED-9CFC-1A29DC653E87}" dt="2025-05-26T23:43:17.459" v="786"/>
          <ac:grpSpMkLst>
            <pc:docMk/>
            <pc:sldMk cId="536045490" sldId="300"/>
            <ac:grpSpMk id="11" creationId="{CFFF02C3-6FBD-0EA5-D7AE-6E5FF170DD3E}"/>
          </ac:grpSpMkLst>
        </pc:grpChg>
        <pc:grpChg chg="del mod">
          <ac:chgData name="Leônidas Müller de Oliveira" userId="5af9566427f0cd7a" providerId="LiveId" clId="{58279E46-9DEE-48ED-9CFC-1A29DC653E87}" dt="2025-05-26T23:50:24.749" v="884" actId="478"/>
          <ac:grpSpMkLst>
            <pc:docMk/>
            <pc:sldMk cId="536045490" sldId="300"/>
            <ac:grpSpMk id="14" creationId="{ABA9696C-32A6-67F1-1DA4-FB3125C1CA7F}"/>
          </ac:grpSpMkLst>
        </pc:grpChg>
        <pc:grpChg chg="del mod">
          <ac:chgData name="Leônidas Müller de Oliveira" userId="5af9566427f0cd7a" providerId="LiveId" clId="{58279E46-9DEE-48ED-9CFC-1A29DC653E87}" dt="2025-05-26T23:50:24.749" v="884" actId="478"/>
          <ac:grpSpMkLst>
            <pc:docMk/>
            <pc:sldMk cId="536045490" sldId="300"/>
            <ac:grpSpMk id="22" creationId="{B302288B-07C9-FAE6-6F28-C11BFA7F09BA}"/>
          </ac:grpSpMkLst>
        </pc:grpChg>
        <pc:grpChg chg="del mod">
          <ac:chgData name="Leônidas Müller de Oliveira" userId="5af9566427f0cd7a" providerId="LiveId" clId="{58279E46-9DEE-48ED-9CFC-1A29DC653E87}" dt="2025-05-26T23:44:58.390" v="826"/>
          <ac:grpSpMkLst>
            <pc:docMk/>
            <pc:sldMk cId="536045490" sldId="300"/>
            <ac:grpSpMk id="29" creationId="{66437CCD-ABC1-E1D2-3197-913A3A603888}"/>
          </ac:grpSpMkLst>
        </pc:grpChg>
        <pc:grpChg chg="del mod">
          <ac:chgData name="Leônidas Müller de Oliveira" userId="5af9566427f0cd7a" providerId="LiveId" clId="{58279E46-9DEE-48ED-9CFC-1A29DC653E87}" dt="2025-05-26T23:43:56.610" v="809"/>
          <ac:grpSpMkLst>
            <pc:docMk/>
            <pc:sldMk cId="536045490" sldId="300"/>
            <ac:grpSpMk id="32" creationId="{DFFB81B9-6A3D-DE8F-2532-B4563A89A4B1}"/>
          </ac:grpSpMkLst>
        </pc:grpChg>
        <pc:grpChg chg="del mod">
          <ac:chgData name="Leônidas Müller de Oliveira" userId="5af9566427f0cd7a" providerId="LiveId" clId="{58279E46-9DEE-48ED-9CFC-1A29DC653E87}" dt="2025-05-26T23:44:06.304" v="817"/>
          <ac:grpSpMkLst>
            <pc:docMk/>
            <pc:sldMk cId="536045490" sldId="300"/>
            <ac:grpSpMk id="37" creationId="{6C3CCBE1-1F2E-9608-641A-8F8EF775FD86}"/>
          </ac:grpSpMkLst>
        </pc:grpChg>
        <pc:grpChg chg="del mod">
          <ac:chgData name="Leônidas Müller de Oliveira" userId="5af9566427f0cd7a" providerId="LiveId" clId="{58279E46-9DEE-48ED-9CFC-1A29DC653E87}" dt="2025-05-26T23:44:07.356" v="819"/>
          <ac:grpSpMkLst>
            <pc:docMk/>
            <pc:sldMk cId="536045490" sldId="300"/>
            <ac:grpSpMk id="45" creationId="{A70222A4-E6A9-0DCD-DFC5-E601025CF469}"/>
          </ac:grpSpMkLst>
        </pc:grpChg>
        <pc:grpChg chg="del mod">
          <ac:chgData name="Leônidas Müller de Oliveira" userId="5af9566427f0cd7a" providerId="LiveId" clId="{58279E46-9DEE-48ED-9CFC-1A29DC653E87}" dt="2025-05-26T23:44:19.309" v="824"/>
          <ac:grpSpMkLst>
            <pc:docMk/>
            <pc:sldMk cId="536045490" sldId="300"/>
            <ac:grpSpMk id="46" creationId="{88F40E67-2634-B540-AE64-232E366FA0A8}"/>
          </ac:grpSpMkLst>
        </pc:grpChg>
        <pc:grpChg chg="del mod">
          <ac:chgData name="Leônidas Müller de Oliveira" userId="5af9566427f0cd7a" providerId="LiveId" clId="{58279E46-9DEE-48ED-9CFC-1A29DC653E87}" dt="2025-05-26T23:44:19.309" v="824"/>
          <ac:grpSpMkLst>
            <pc:docMk/>
            <pc:sldMk cId="536045490" sldId="300"/>
            <ac:grpSpMk id="48" creationId="{18955527-7662-CC2D-0312-4644314A85E9}"/>
          </ac:grpSpMkLst>
        </pc:grpChg>
        <pc:grpChg chg="del mod">
          <ac:chgData name="Leônidas Müller de Oliveira" userId="5af9566427f0cd7a" providerId="LiveId" clId="{58279E46-9DEE-48ED-9CFC-1A29DC653E87}" dt="2025-05-26T23:44:19.309" v="824"/>
          <ac:grpSpMkLst>
            <pc:docMk/>
            <pc:sldMk cId="536045490" sldId="300"/>
            <ac:grpSpMk id="53" creationId="{41040A93-49FF-F147-A4C9-9B15C3DA6671}"/>
          </ac:grpSpMkLst>
        </pc:grpChg>
        <pc:grpChg chg="del mod">
          <ac:chgData name="Leônidas Müller de Oliveira" userId="5af9566427f0cd7a" providerId="LiveId" clId="{58279E46-9DEE-48ED-9CFC-1A29DC653E87}" dt="2025-05-26T23:45:21.013" v="828"/>
          <ac:grpSpMkLst>
            <pc:docMk/>
            <pc:sldMk cId="536045490" sldId="300"/>
            <ac:grpSpMk id="54" creationId="{3C56AD4D-14AE-4EC9-221E-9E9BC483412F}"/>
          </ac:grpSpMkLst>
        </pc:grpChg>
        <pc:grpChg chg="del mod">
          <ac:chgData name="Leônidas Müller de Oliveira" userId="5af9566427f0cd7a" providerId="LiveId" clId="{58279E46-9DEE-48ED-9CFC-1A29DC653E87}" dt="2025-05-26T23:45:33.798" v="847"/>
          <ac:grpSpMkLst>
            <pc:docMk/>
            <pc:sldMk cId="536045490" sldId="300"/>
            <ac:grpSpMk id="56" creationId="{EAE3102A-423B-066C-895D-B72AD82CFB11}"/>
          </ac:grpSpMkLst>
        </pc:grpChg>
        <pc:grpChg chg="del mod">
          <ac:chgData name="Leônidas Müller de Oliveira" userId="5af9566427f0cd7a" providerId="LiveId" clId="{58279E46-9DEE-48ED-9CFC-1A29DC653E87}" dt="2025-05-26T23:46:23.976" v="871"/>
          <ac:grpSpMkLst>
            <pc:docMk/>
            <pc:sldMk cId="536045490" sldId="300"/>
            <ac:grpSpMk id="58" creationId="{217ACB38-1BD6-740A-917C-22D71BCC2FE1}"/>
          </ac:grpSpMkLst>
        </pc:grpChg>
        <pc:grpChg chg="del mod">
          <ac:chgData name="Leônidas Müller de Oliveira" userId="5af9566427f0cd7a" providerId="LiveId" clId="{58279E46-9DEE-48ED-9CFC-1A29DC653E87}" dt="2025-05-26T23:45:29.143" v="845"/>
          <ac:grpSpMkLst>
            <pc:docMk/>
            <pc:sldMk cId="536045490" sldId="300"/>
            <ac:grpSpMk id="137" creationId="{CB143AE1-BF2B-9FE7-FEAE-FF6B99D7F089}"/>
          </ac:grpSpMkLst>
        </pc:grpChg>
        <pc:grpChg chg="del mod">
          <ac:chgData name="Leônidas Müller de Oliveira" userId="5af9566427f0cd7a" providerId="LiveId" clId="{58279E46-9DEE-48ED-9CFC-1A29DC653E87}" dt="2025-05-26T23:46:21.409" v="866"/>
          <ac:grpSpMkLst>
            <pc:docMk/>
            <pc:sldMk cId="536045490" sldId="300"/>
            <ac:grpSpMk id="139" creationId="{9A336093-A13B-1797-3B4C-FD72DAB3E19B}"/>
          </ac:grpSpMkLst>
        </pc:grpChg>
        <pc:grpChg chg="del mod">
          <ac:chgData name="Leônidas Müller de Oliveira" userId="5af9566427f0cd7a" providerId="LiveId" clId="{58279E46-9DEE-48ED-9CFC-1A29DC653E87}" dt="2025-05-26T23:46:17.468" v="863"/>
          <ac:grpSpMkLst>
            <pc:docMk/>
            <pc:sldMk cId="536045490" sldId="300"/>
            <ac:grpSpMk id="142" creationId="{968184D5-D892-5C35-41B7-82C07DF0E900}"/>
          </ac:grpSpMkLst>
        </pc:grpChg>
        <pc:grpChg chg="del mod">
          <ac:chgData name="Leônidas Müller de Oliveira" userId="5af9566427f0cd7a" providerId="LiveId" clId="{58279E46-9DEE-48ED-9CFC-1A29DC653E87}" dt="2025-05-26T23:46:23.976" v="871"/>
          <ac:grpSpMkLst>
            <pc:docMk/>
            <pc:sldMk cId="536045490" sldId="300"/>
            <ac:grpSpMk id="147" creationId="{9ACCDA78-9E96-E697-49DF-B47DA4A0038F}"/>
          </ac:grpSpMkLst>
        </pc:grpChg>
        <pc:grpChg chg="del mod">
          <ac:chgData name="Leônidas Müller de Oliveira" userId="5af9566427f0cd7a" providerId="LiveId" clId="{58279E46-9DEE-48ED-9CFC-1A29DC653E87}" dt="2025-05-26T23:46:17.468" v="863"/>
          <ac:grpSpMkLst>
            <pc:docMk/>
            <pc:sldMk cId="536045490" sldId="300"/>
            <ac:grpSpMk id="159" creationId="{F1750502-045C-A236-D437-1326F560C9C5}"/>
          </ac:grpSpMkLst>
        </pc:grpChg>
        <pc:grpChg chg="del mod">
          <ac:chgData name="Leônidas Müller de Oliveira" userId="5af9566427f0cd7a" providerId="LiveId" clId="{58279E46-9DEE-48ED-9CFC-1A29DC653E87}" dt="2025-05-26T23:50:24.749" v="884" actId="478"/>
          <ac:grpSpMkLst>
            <pc:docMk/>
            <pc:sldMk cId="536045490" sldId="300"/>
            <ac:grpSpMk id="160" creationId="{15D5AF14-0AEC-D024-3A09-2886E08510A9}"/>
          </ac:grpSpMkLst>
        </pc:grpChg>
        <pc:grpChg chg="del mod">
          <ac:chgData name="Leônidas Müller de Oliveira" userId="5af9566427f0cd7a" providerId="LiveId" clId="{58279E46-9DEE-48ED-9CFC-1A29DC653E87}" dt="2025-05-26T23:46:23.976" v="871"/>
          <ac:grpSpMkLst>
            <pc:docMk/>
            <pc:sldMk cId="536045490" sldId="300"/>
            <ac:grpSpMk id="163" creationId="{84B3B755-9F5C-5CEB-19F6-323FCCF1FD08}"/>
          </ac:grpSpMkLst>
        </pc:grpChg>
        <pc:grpChg chg="del mod">
          <ac:chgData name="Leônidas Müller de Oliveira" userId="5af9566427f0cd7a" providerId="LiveId" clId="{58279E46-9DEE-48ED-9CFC-1A29DC653E87}" dt="2025-05-26T23:46:27.915" v="877"/>
          <ac:grpSpMkLst>
            <pc:docMk/>
            <pc:sldMk cId="536045490" sldId="300"/>
            <ac:grpSpMk id="168" creationId="{93563EEB-2305-6ED7-0162-88C0851C2F11}"/>
          </ac:grpSpMkLst>
        </pc:grpChg>
        <pc:grpChg chg="del mod">
          <ac:chgData name="Leônidas Müller de Oliveira" userId="5af9566427f0cd7a" providerId="LiveId" clId="{58279E46-9DEE-48ED-9CFC-1A29DC653E87}" dt="2025-05-26T23:46:39.539" v="879"/>
          <ac:grpSpMkLst>
            <pc:docMk/>
            <pc:sldMk cId="536045490" sldId="300"/>
            <ac:grpSpMk id="174" creationId="{1FCE29E5-F4F9-A89E-9C84-655A48050360}"/>
          </ac:grpSpMkLst>
        </pc:grpChg>
        <pc:grpChg chg="del mod">
          <ac:chgData name="Leônidas Müller de Oliveira" userId="5af9566427f0cd7a" providerId="LiveId" clId="{58279E46-9DEE-48ED-9CFC-1A29DC653E87}" dt="2025-05-26T23:46:45.045" v="881"/>
          <ac:grpSpMkLst>
            <pc:docMk/>
            <pc:sldMk cId="536045490" sldId="300"/>
            <ac:grpSpMk id="176" creationId="{C94D3815-0D28-2D8D-D0A1-C17DBE76FD13}"/>
          </ac:grpSpMkLst>
        </pc:grpChg>
        <pc:grpChg chg="del mod">
          <ac:chgData name="Leônidas Müller de Oliveira" userId="5af9566427f0cd7a" providerId="LiveId" clId="{58279E46-9DEE-48ED-9CFC-1A29DC653E87}" dt="2025-05-26T23:46:52.187" v="883"/>
          <ac:grpSpMkLst>
            <pc:docMk/>
            <pc:sldMk cId="536045490" sldId="300"/>
            <ac:grpSpMk id="178" creationId="{EDE4CC4A-AB75-A8AE-5CCA-F0D83440EF9E}"/>
          </ac:grpSpMkLst>
        </pc:grpChg>
        <pc:grpChg chg="del mod">
          <ac:chgData name="Leônidas Müller de Oliveira" userId="5af9566427f0cd7a" providerId="LiveId" clId="{58279E46-9DEE-48ED-9CFC-1A29DC653E87}" dt="2025-05-26T23:50:24.749" v="884" actId="478"/>
          <ac:grpSpMkLst>
            <pc:docMk/>
            <pc:sldMk cId="536045490" sldId="300"/>
            <ac:grpSpMk id="180" creationId="{8C183DCD-4AB2-4465-DA78-B5BC475B0F03}"/>
          </ac:grpSpMkLst>
        </pc:grpChg>
        <pc:inkChg chg="add del">
          <ac:chgData name="Leônidas Müller de Oliveira" userId="5af9566427f0cd7a" providerId="LiveId" clId="{58279E46-9DEE-48ED-9CFC-1A29DC653E87}" dt="2025-05-26T23:42:48.801" v="776" actId="9405"/>
          <ac:inkMkLst>
            <pc:docMk/>
            <pc:sldMk cId="536045490" sldId="300"/>
            <ac:inkMk id="4" creationId="{851BDC5C-0C67-1648-FFCC-9C7A269D1FD5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" creationId="{ED055234-0AF4-5A00-3524-F9DD8A0E39CB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6" creationId="{0A1018B0-2BF2-CCF4-E2E7-3F67FEC2CC78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7" creationId="{7F5545B1-FB27-5E93-80F9-318B338060CF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8" creationId="{EDA86C64-CD70-4E69-2D8E-82B03F251AB7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9" creationId="{D38B93C5-6751-5888-546D-D1083AE41FE9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0" creationId="{0EBB775E-896A-B1DF-D901-EE6C65595E3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2" creationId="{0E1D5BFD-946E-B756-3A29-EC39B2C60E0B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" creationId="{C6ED064D-369D-2988-A700-3F8215E43554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" creationId="{95133D16-AB1E-5FA6-7837-059EDB063B5F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" creationId="{E15B23BC-85FC-610A-4666-D2C6B51AB9DA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" creationId="{B3ACF077-1D7B-D3EC-54BF-0B0A0DBDF91D}"/>
          </ac:inkMkLst>
        </pc:inkChg>
        <pc:inkChg chg="add de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8" creationId="{62FD2C03-C5D1-F0E8-51BE-ABEE34186AF1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9" creationId="{8CB676E8-FE1A-24D1-5845-446591AEB1AC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0" creationId="{21AE40CA-3DDB-CAD1-24F2-CCE48E8D9EA1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1" creationId="{D79ABC99-E9C4-219C-B2E6-60E1CA120FE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3" creationId="{B83CE89A-9E20-C834-ED0D-35549C3EED29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4" creationId="{A44218A8-3F78-16F1-D9BA-9CD7CD1DD95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5" creationId="{4F7FCE4D-5BD0-859B-6ED9-231993869AD1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6" creationId="{79789CE3-22CB-FADC-5214-D5CCD6FF2635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7" creationId="{C68FAEE5-1B74-597B-A1CC-4ACD1ED38394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28" creationId="{A49CB752-7E49-54FF-EFA9-074B636F37D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0" creationId="{BE19DBC8-09E4-4D0E-11EE-A524653F4A42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1" creationId="{BF94224A-FF27-903A-8073-C2DA8F046955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3" creationId="{88616DAC-8AF0-8747-CFFB-EAB7C5DD39AF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4" creationId="{701E1922-A99A-A56E-9188-B04E3850E445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5" creationId="{183D5D63-972F-85CE-A072-C52F12F4CC66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6" creationId="{704AC77E-577D-8A0E-DA45-8528671636BA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8" creationId="{9739280C-613D-9D73-7264-26BF0C6CBBB1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39" creationId="{B428FBBB-55D1-468B-D0A7-C9F8C25253DF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0" creationId="{144EED15-2A66-C137-684A-567E0E5BF513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1" creationId="{5D80D529-EA60-A279-73A5-CB481DAA38D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2" creationId="{3F469EB1-E753-ACA4-4FEA-A4329613F7EB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3" creationId="{DB7506EB-BEA8-A36E-4E10-1636FA6CB67F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4" creationId="{20BA09EE-90D9-6E7F-68F0-E1E311F054EC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7" creationId="{A880EBB6-89AC-5B2B-671A-786678F74A7E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49" creationId="{292C2605-CAAD-3B89-4887-5012E9E1CDE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0" creationId="{B2116227-2005-EDD0-B0E2-8E426D3BC35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1" creationId="{B34DC828-7F8E-0CA3-CE8F-A3EA72F4929C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2" creationId="{36135C1C-E03B-1022-4C42-4F27B794DDEE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5" creationId="{55AA6382-9244-44CC-6669-86240EC3024B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7" creationId="{E29A8B9D-32C4-A997-4E50-4F066AE51523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59" creationId="{B12CC82D-8F83-977C-2C1E-7AC1525A3A8C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60" creationId="{CFE37C5F-C7FB-DC70-C432-C10EED081132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61" creationId="{818BE613-F830-31B1-933D-EC3505CD1BF5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62" creationId="{B894DBFA-4DB7-DF16-7D2D-60A5DE0EC3E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63" creationId="{1AE46696-DF57-C8E7-F01E-2252462B088E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28" creationId="{4E389BBE-65C6-05BB-750F-45387CA5B3FA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29" creationId="{1F3D0968-BEEF-DFB9-0F8C-989B57456385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0" creationId="{131C0B23-5D1A-3A9A-0E13-38A7A06A7623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1" creationId="{32725FBB-5EDA-3BCB-7767-BF151B0D71B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2" creationId="{DDB318E9-6AD3-05CD-0A79-ADCFFC7E922A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3" creationId="{C57A00C9-2BD8-BE4D-A764-8A158161A7E1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4" creationId="{3C466888-BE19-DA8B-5E82-6602849B573A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5" creationId="{5DFBF329-AD36-72BE-705D-DC11810E7699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6" creationId="{9B48B14C-4021-1352-EEEC-6695FF4C7EC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38" creationId="{6148D5DA-A17F-B417-5019-3945F9B96FA8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41" creationId="{C93AFE21-A914-14C9-087C-917CA1CD0324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44" creationId="{C7146509-97CB-7B58-BB06-CC752251EC3F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45" creationId="{711A9508-91EA-2434-F69D-5E6E183CF16E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46" creationId="{22FF0372-20AD-55B0-A719-F96A3F78C8CA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48" creationId="{8643D85D-CB34-A082-A4B5-8AB39D3D917B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49" creationId="{F53BD6BA-F601-67FC-B12C-E8412A27DACF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0" creationId="{FC09AFF7-E62E-38ED-4365-BC4B0E6A00EC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1" creationId="{6FD0AD13-2908-7337-956B-4D28EB6566B8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2" creationId="{B20A1ECA-5354-B3D7-5072-77503C223963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3" creationId="{B53DBB20-A3DF-9FE8-CB7C-D63CBF9BD19C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4" creationId="{31E17C0E-6742-9566-CCE9-7C02A74E7632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5" creationId="{DDD1403A-6B0A-7DDB-4144-6473414EF60E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6" creationId="{CA3EB1DF-A867-DABE-F60C-082CCE772A0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7" creationId="{EC84A65A-10ED-8356-0383-7E63BF2D9B5A}"/>
          </ac:inkMkLst>
        </pc:inkChg>
        <pc:inkChg chg="add del mod topLvl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58" creationId="{CCF26BB1-43AB-73BC-F7E4-02A0BC507909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1" creationId="{438A28DB-55FD-521A-8937-7F45E45CFED7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2" creationId="{9911937F-9256-7880-BA6C-EC0560BF1FEA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4" creationId="{9F2EC2D5-A2FD-03A4-7A5C-D4AC28F13B2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5" creationId="{72035EF4-3EC8-BDB2-F940-E4E7776BCBA7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6" creationId="{63C7E08D-A731-2C96-D88E-2509DDDF4794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7" creationId="{E35883C4-1062-1135-3032-FF9F6763E25D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69" creationId="{7EB44EDF-6F0A-4626-A3F9-5237A119E379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0" creationId="{E2436136-C27C-1BBE-50AA-FF99D587F652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1" creationId="{C6ABC9DD-E98A-3DDC-D29C-2AB161BFF870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2" creationId="{5A64E42B-E7F4-537D-CE22-AAAE2D756273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3" creationId="{80BCA374-44AD-369E-4173-4C510DEA00D9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5" creationId="{8F8C6673-F84B-0347-31A6-6CD7FAB5BFF1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7" creationId="{FE43DDAB-63A8-C13F-AD3E-B31F28687F16}"/>
          </ac:inkMkLst>
        </pc:inkChg>
        <pc:inkChg chg="add del mod">
          <ac:chgData name="Leônidas Müller de Oliveira" userId="5af9566427f0cd7a" providerId="LiveId" clId="{58279E46-9DEE-48ED-9CFC-1A29DC653E87}" dt="2025-05-26T23:50:24.749" v="884" actId="478"/>
          <ac:inkMkLst>
            <pc:docMk/>
            <pc:sldMk cId="536045490" sldId="300"/>
            <ac:inkMk id="179" creationId="{E0030354-5718-ABB6-744E-190AAA87E7BD}"/>
          </ac:inkMkLst>
        </pc:inkChg>
      </pc:sldChg>
      <pc:sldChg chg="addSp delSp modSp add mod">
        <pc:chgData name="Leônidas Müller de Oliveira" userId="5af9566427f0cd7a" providerId="LiveId" clId="{58279E46-9DEE-48ED-9CFC-1A29DC653E87}" dt="2025-05-26T23:57:19.315" v="915" actId="478"/>
        <pc:sldMkLst>
          <pc:docMk/>
          <pc:sldMk cId="962331060" sldId="301"/>
        </pc:sldMkLst>
        <pc:spChg chg="add mod">
          <ac:chgData name="Leônidas Müller de Oliveira" userId="5af9566427f0cd7a" providerId="LiveId" clId="{58279E46-9DEE-48ED-9CFC-1A29DC653E87}" dt="2025-05-24T21:26:18.488" v="757"/>
          <ac:spMkLst>
            <pc:docMk/>
            <pc:sldMk cId="962331060" sldId="301"/>
            <ac:spMk id="2" creationId="{E52A0B29-2BCF-858E-EA5D-5670F222F7E2}"/>
          </ac:spMkLst>
        </pc:spChg>
        <pc:spChg chg="mod">
          <ac:chgData name="Leônidas Müller de Oliveira" userId="5af9566427f0cd7a" providerId="LiveId" clId="{58279E46-9DEE-48ED-9CFC-1A29DC653E87}" dt="2025-05-24T21:19:20.035" v="609" actId="20577"/>
          <ac:spMkLst>
            <pc:docMk/>
            <pc:sldMk cId="962331060" sldId="301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1:26:18.279" v="756" actId="478"/>
          <ac:spMkLst>
            <pc:docMk/>
            <pc:sldMk cId="962331060" sldId="301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0:06.807" v="620" actId="1076"/>
          <ac:spMkLst>
            <pc:docMk/>
            <pc:sldMk cId="962331060" sldId="301"/>
            <ac:spMk id="143" creationId="{00000000-0000-0000-0000-000000000000}"/>
          </ac:spMkLst>
        </pc:spChg>
        <pc:grpChg chg="del mod">
          <ac:chgData name="Leônidas Müller de Oliveira" userId="5af9566427f0cd7a" providerId="LiveId" clId="{58279E46-9DEE-48ED-9CFC-1A29DC653E87}" dt="2025-05-26T23:55:16.584" v="904"/>
          <ac:grpSpMkLst>
            <pc:docMk/>
            <pc:sldMk cId="962331060" sldId="301"/>
            <ac:grpSpMk id="15" creationId="{1D01E1C4-21AD-42FE-F677-9E81CB3608EE}"/>
          </ac:grpSpMkLst>
        </pc:grpChg>
        <pc:grpChg chg="del mod">
          <ac:chgData name="Leônidas Müller de Oliveira" userId="5af9566427f0cd7a" providerId="LiveId" clId="{58279E46-9DEE-48ED-9CFC-1A29DC653E87}" dt="2025-05-26T23:55:25.317" v="906"/>
          <ac:grpSpMkLst>
            <pc:docMk/>
            <pc:sldMk cId="962331060" sldId="301"/>
            <ac:grpSpMk id="23" creationId="{7837CBCD-6B7F-1D23-FA9A-FE2B3A2004BD}"/>
          </ac:grpSpMkLst>
        </pc:grpChg>
        <pc:grpChg chg="del mod">
          <ac:chgData name="Leônidas Müller de Oliveira" userId="5af9566427f0cd7a" providerId="LiveId" clId="{58279E46-9DEE-48ED-9CFC-1A29DC653E87}" dt="2025-05-26T23:56:48.610" v="908" actId="478"/>
          <ac:grpSpMkLst>
            <pc:docMk/>
            <pc:sldMk cId="962331060" sldId="301"/>
            <ac:grpSpMk id="25" creationId="{72B92ECA-43DE-DB62-393F-9FD41C675C03}"/>
          </ac:grpSpMkLst>
        </pc:grpChg>
        <pc:grpChg chg="del mod">
          <ac:chgData name="Leônidas Müller de Oliveira" userId="5af9566427f0cd7a" providerId="LiveId" clId="{58279E46-9DEE-48ED-9CFC-1A29DC653E87}" dt="2025-05-26T23:57:19.315" v="915" actId="478"/>
          <ac:grpSpMkLst>
            <pc:docMk/>
            <pc:sldMk cId="962331060" sldId="301"/>
            <ac:grpSpMk id="32" creationId="{FAB3C549-4FB2-0A80-3886-917F9C93748D}"/>
          </ac:grpSpMkLst>
        </pc:grpChg>
        <pc:inkChg chg="add de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4" creationId="{D8794E2B-F710-0365-2C84-D04FC0B21283}"/>
          </ac:inkMkLst>
        </pc:inkChg>
        <pc:inkChg chg="add de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5" creationId="{CAF62BDD-745D-CA1A-1B93-AF1ADBCD99B5}"/>
          </ac:inkMkLst>
        </pc:inkChg>
        <pc:inkChg chg="add de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6" creationId="{0FB8AA00-B76A-FA1F-7CA1-5ED796DA79E2}"/>
          </ac:inkMkLst>
        </pc:inkChg>
        <pc:inkChg chg="add de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7" creationId="{7094BE10-07B3-B045-ADB9-56582BCE0448}"/>
          </ac:inkMkLst>
        </pc:inkChg>
        <pc:inkChg chg="add de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8" creationId="{68127D55-CBB3-1C1A-6944-C99CB61DA6ED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9" creationId="{F5F30EBA-B051-8BDE-A1F0-B10C780BD01A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0" creationId="{FC4D6ED0-0BAE-E235-709E-08D6B1098A52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1" creationId="{CD461498-0C8A-EF3A-23C6-7C6E2546D6B9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2" creationId="{AEC94CD3-B0A2-4A61-767C-35B214F13BB4}"/>
          </ac:inkMkLst>
        </pc:inkChg>
        <pc:inkChg chg="add del mod topLv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3" creationId="{D4E0AEF6-0038-8A05-128A-E29A4A41C93A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4" creationId="{92B57395-8E48-B02A-3823-8DB26FEABF61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6" creationId="{CB10A6F3-EB10-9681-662B-E4574659D9BF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7" creationId="{C094DEE5-183E-F79B-FB11-894D72F74E77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8" creationId="{A8EECD6C-5195-936B-C649-DE3483FAA4F8}"/>
          </ac:inkMkLst>
        </pc:inkChg>
        <pc:inkChg chg="add del mod topLv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19" creationId="{BED84238-486F-4DA1-9505-1D5F033A9D39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20" creationId="{7FDDA7A8-5497-2868-1FC5-076C62297315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21" creationId="{35B3C548-42B0-41FE-29C7-30E28DE0C5A8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22" creationId="{854C849A-F6B1-B4AB-2D88-7FD0C6BC08E8}"/>
          </ac:inkMkLst>
        </pc:inkChg>
        <pc:inkChg chg="add del mod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24" creationId="{FF66372F-196F-F892-91FE-A162C24E6C8C}"/>
          </ac:inkMkLst>
        </pc:inkChg>
        <pc:inkChg chg="add del">
          <ac:chgData name="Leônidas Müller de Oliveira" userId="5af9566427f0cd7a" providerId="LiveId" clId="{58279E46-9DEE-48ED-9CFC-1A29DC653E87}" dt="2025-05-26T23:56:48.610" v="908" actId="478"/>
          <ac:inkMkLst>
            <pc:docMk/>
            <pc:sldMk cId="962331060" sldId="301"/>
            <ac:inkMk id="26" creationId="{E0184285-B9BA-6D07-B057-A61D8B8A8F3F}"/>
          </ac:inkMkLst>
        </pc:inkChg>
        <pc:inkChg chg="add del">
          <ac:chgData name="Leônidas Müller de Oliveira" userId="5af9566427f0cd7a" providerId="LiveId" clId="{58279E46-9DEE-48ED-9CFC-1A29DC653E87}" dt="2025-05-26T23:57:19.315" v="915" actId="478"/>
          <ac:inkMkLst>
            <pc:docMk/>
            <pc:sldMk cId="962331060" sldId="301"/>
            <ac:inkMk id="27" creationId="{E81019E4-75BB-41D3-1E2F-6C5B4ABE7AC6}"/>
          </ac:inkMkLst>
        </pc:inkChg>
        <pc:inkChg chg="add del">
          <ac:chgData name="Leônidas Müller de Oliveira" userId="5af9566427f0cd7a" providerId="LiveId" clId="{58279E46-9DEE-48ED-9CFC-1A29DC653E87}" dt="2025-05-26T23:57:19.315" v="915" actId="478"/>
          <ac:inkMkLst>
            <pc:docMk/>
            <pc:sldMk cId="962331060" sldId="301"/>
            <ac:inkMk id="28" creationId="{50E8B7E4-AF10-1E5E-DFBA-4F23BE61DDF6}"/>
          </ac:inkMkLst>
        </pc:inkChg>
        <pc:inkChg chg="add del mod topLvl">
          <ac:chgData name="Leônidas Müller de Oliveira" userId="5af9566427f0cd7a" providerId="LiveId" clId="{58279E46-9DEE-48ED-9CFC-1A29DC653E87}" dt="2025-05-26T23:57:19.315" v="915" actId="478"/>
          <ac:inkMkLst>
            <pc:docMk/>
            <pc:sldMk cId="962331060" sldId="301"/>
            <ac:inkMk id="29" creationId="{92FD92DD-4155-9D2C-6B31-331B27B63075}"/>
          </ac:inkMkLst>
        </pc:inkChg>
        <pc:inkChg chg="add del mod topLvl">
          <ac:chgData name="Leônidas Müller de Oliveira" userId="5af9566427f0cd7a" providerId="LiveId" clId="{58279E46-9DEE-48ED-9CFC-1A29DC653E87}" dt="2025-05-26T23:57:19.315" v="915" actId="478"/>
          <ac:inkMkLst>
            <pc:docMk/>
            <pc:sldMk cId="962331060" sldId="301"/>
            <ac:inkMk id="30" creationId="{6EC719F8-CDDB-E5F4-2DEE-9EE0CAA351D3}"/>
          </ac:inkMkLst>
        </pc:inkChg>
        <pc:inkChg chg="add del mod">
          <ac:chgData name="Leônidas Müller de Oliveira" userId="5af9566427f0cd7a" providerId="LiveId" clId="{58279E46-9DEE-48ED-9CFC-1A29DC653E87}" dt="2025-05-26T23:57:19.315" v="915" actId="478"/>
          <ac:inkMkLst>
            <pc:docMk/>
            <pc:sldMk cId="962331060" sldId="301"/>
            <ac:inkMk id="31" creationId="{BCE63290-6090-82D8-7DF9-C5D688116BE1}"/>
          </ac:inkMkLst>
        </pc:inkChg>
      </pc:sldChg>
      <pc:sldChg chg="addSp delSp modSp add mod">
        <pc:chgData name="Leônidas Müller de Oliveira" userId="5af9566427f0cd7a" providerId="LiveId" clId="{58279E46-9DEE-48ED-9CFC-1A29DC653E87}" dt="2025-05-26T23:59:38.810" v="968" actId="478"/>
        <pc:sldMkLst>
          <pc:docMk/>
          <pc:sldMk cId="2800828381" sldId="302"/>
        </pc:sldMkLst>
        <pc:spChg chg="add mod">
          <ac:chgData name="Leônidas Müller de Oliveira" userId="5af9566427f0cd7a" providerId="LiveId" clId="{58279E46-9DEE-48ED-9CFC-1A29DC653E87}" dt="2025-05-24T21:26:23.915" v="759"/>
          <ac:spMkLst>
            <pc:docMk/>
            <pc:sldMk cId="2800828381" sldId="302"/>
            <ac:spMk id="2" creationId="{875FB8E7-577A-73B8-AD8C-95A72ADFFA18}"/>
          </ac:spMkLst>
        </pc:spChg>
        <pc:spChg chg="mod">
          <ac:chgData name="Leônidas Müller de Oliveira" userId="5af9566427f0cd7a" providerId="LiveId" clId="{58279E46-9DEE-48ED-9CFC-1A29DC653E87}" dt="2025-05-24T21:20:36.110" v="628" actId="20577"/>
          <ac:spMkLst>
            <pc:docMk/>
            <pc:sldMk cId="2800828381" sldId="302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1:26:23.692" v="758" actId="478"/>
          <ac:spMkLst>
            <pc:docMk/>
            <pc:sldMk cId="2800828381" sldId="302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1:07.366" v="644" actId="20577"/>
          <ac:spMkLst>
            <pc:docMk/>
            <pc:sldMk cId="2800828381" sldId="302"/>
            <ac:spMk id="143" creationId="{00000000-0000-0000-0000-000000000000}"/>
          </ac:spMkLst>
        </pc:spChg>
        <pc:grpChg chg="del mod">
          <ac:chgData name="Leônidas Müller de Oliveira" userId="5af9566427f0cd7a" providerId="LiveId" clId="{58279E46-9DEE-48ED-9CFC-1A29DC653E87}" dt="2025-05-26T23:57:41.289" v="922"/>
          <ac:grpSpMkLst>
            <pc:docMk/>
            <pc:sldMk cId="2800828381" sldId="302"/>
            <ac:grpSpMk id="7" creationId="{1F398D5B-FFF5-D780-A532-5A2D72ADE7FF}"/>
          </ac:grpSpMkLst>
        </pc:grpChg>
        <pc:grpChg chg="del mod">
          <ac:chgData name="Leônidas Müller de Oliveira" userId="5af9566427f0cd7a" providerId="LiveId" clId="{58279E46-9DEE-48ED-9CFC-1A29DC653E87}" dt="2025-05-26T23:59:38.810" v="968" actId="478"/>
          <ac:grpSpMkLst>
            <pc:docMk/>
            <pc:sldMk cId="2800828381" sldId="302"/>
            <ac:grpSpMk id="10" creationId="{96DD7770-A78A-D151-144C-C94BCBD3C6E8}"/>
          </ac:grpSpMkLst>
        </pc:grpChg>
        <pc:grpChg chg="del mod">
          <ac:chgData name="Leônidas Müller de Oliveira" userId="5af9566427f0cd7a" providerId="LiveId" clId="{58279E46-9DEE-48ED-9CFC-1A29DC653E87}" dt="2025-05-26T23:58:46.272" v="942"/>
          <ac:grpSpMkLst>
            <pc:docMk/>
            <pc:sldMk cId="2800828381" sldId="302"/>
            <ac:grpSpMk id="23" creationId="{B5FB6913-A27C-A112-9DD6-7E2DA5D6E883}"/>
          </ac:grpSpMkLst>
        </pc:grpChg>
        <pc:grpChg chg="del mod">
          <ac:chgData name="Leônidas Müller de Oliveira" userId="5af9566427f0cd7a" providerId="LiveId" clId="{58279E46-9DEE-48ED-9CFC-1A29DC653E87}" dt="2025-05-26T23:58:48.734" v="945"/>
          <ac:grpSpMkLst>
            <pc:docMk/>
            <pc:sldMk cId="2800828381" sldId="302"/>
            <ac:grpSpMk id="30" creationId="{C827777A-69BB-CA16-78D5-515362F05A7B}"/>
          </ac:grpSpMkLst>
        </pc:grpChg>
        <pc:grpChg chg="del mod">
          <ac:chgData name="Leônidas Müller de Oliveira" userId="5af9566427f0cd7a" providerId="LiveId" clId="{58279E46-9DEE-48ED-9CFC-1A29DC653E87}" dt="2025-05-26T23:58:55.650" v="947"/>
          <ac:grpSpMkLst>
            <pc:docMk/>
            <pc:sldMk cId="2800828381" sldId="302"/>
            <ac:grpSpMk id="33" creationId="{DD4D3CF9-7EE8-959C-ECAE-47AD2AD88C1A}"/>
          </ac:grpSpMkLst>
        </pc:grpChg>
        <pc:grpChg chg="del mod">
          <ac:chgData name="Leônidas Müller de Oliveira" userId="5af9566427f0cd7a" providerId="LiveId" clId="{58279E46-9DEE-48ED-9CFC-1A29DC653E87}" dt="2025-05-26T23:59:04.746" v="949"/>
          <ac:grpSpMkLst>
            <pc:docMk/>
            <pc:sldMk cId="2800828381" sldId="302"/>
            <ac:grpSpMk id="35" creationId="{B6AF4290-91BF-9B10-5A81-74209C737CBA}"/>
          </ac:grpSpMkLst>
        </pc:grpChg>
        <pc:grpChg chg="del mod">
          <ac:chgData name="Leônidas Müller de Oliveira" userId="5af9566427f0cd7a" providerId="LiveId" clId="{58279E46-9DEE-48ED-9CFC-1A29DC653E87}" dt="2025-05-26T23:59:11.297" v="953"/>
          <ac:grpSpMkLst>
            <pc:docMk/>
            <pc:sldMk cId="2800828381" sldId="302"/>
            <ac:grpSpMk id="37" creationId="{4AA22C2E-6301-40B1-8A8F-A1E751472F2F}"/>
          </ac:grpSpMkLst>
        </pc:grpChg>
        <pc:grpChg chg="del mod">
          <ac:chgData name="Leônidas Müller de Oliveira" userId="5af9566427f0cd7a" providerId="LiveId" clId="{58279E46-9DEE-48ED-9CFC-1A29DC653E87}" dt="2025-05-26T23:59:24.080" v="963"/>
          <ac:grpSpMkLst>
            <pc:docMk/>
            <pc:sldMk cId="2800828381" sldId="302"/>
            <ac:grpSpMk id="41" creationId="{65F31167-3B65-4D5F-B64B-874037D94B6E}"/>
          </ac:grpSpMkLst>
        </pc:grpChg>
        <pc:grpChg chg="del mod">
          <ac:chgData name="Leônidas Müller de Oliveira" userId="5af9566427f0cd7a" providerId="LiveId" clId="{58279E46-9DEE-48ED-9CFC-1A29DC653E87}" dt="2025-05-26T23:59:20.236" v="959"/>
          <ac:grpSpMkLst>
            <pc:docMk/>
            <pc:sldMk cId="2800828381" sldId="302"/>
            <ac:grpSpMk id="45" creationId="{5C375605-3033-7E0C-130F-0BA29C1EBB10}"/>
          </ac:grpSpMkLst>
        </pc:grpChg>
        <pc:grpChg chg="del mod">
          <ac:chgData name="Leônidas Müller de Oliveira" userId="5af9566427f0cd7a" providerId="LiveId" clId="{58279E46-9DEE-48ED-9CFC-1A29DC653E87}" dt="2025-05-26T23:59:24.080" v="963"/>
          <ac:grpSpMkLst>
            <pc:docMk/>
            <pc:sldMk cId="2800828381" sldId="302"/>
            <ac:grpSpMk id="47" creationId="{D5C6FB2C-1B89-A85F-33E4-8A544630368C}"/>
          </ac:grpSpMkLst>
        </pc:grpChg>
        <pc:grpChg chg="del mod">
          <ac:chgData name="Leônidas Müller de Oliveira" userId="5af9566427f0cd7a" providerId="LiveId" clId="{58279E46-9DEE-48ED-9CFC-1A29DC653E87}" dt="2025-05-26T23:59:29.343" v="965"/>
          <ac:grpSpMkLst>
            <pc:docMk/>
            <pc:sldMk cId="2800828381" sldId="302"/>
            <ac:grpSpMk id="51" creationId="{53E070DF-77C7-1638-AD2F-53741A3C7B10}"/>
          </ac:grpSpMkLst>
        </pc:grpChg>
        <pc:grpChg chg="del mod">
          <ac:chgData name="Leônidas Müller de Oliveira" userId="5af9566427f0cd7a" providerId="LiveId" clId="{58279E46-9DEE-48ED-9CFC-1A29DC653E87}" dt="2025-05-26T23:59:33.079" v="967"/>
          <ac:grpSpMkLst>
            <pc:docMk/>
            <pc:sldMk cId="2800828381" sldId="302"/>
            <ac:grpSpMk id="53" creationId="{F9EC5B70-7BBF-BBE3-36F3-AFBEB6D0C602}"/>
          </ac:grpSpMkLst>
        </pc:grpChg>
        <pc:grpChg chg="del mod">
          <ac:chgData name="Leônidas Müller de Oliveira" userId="5af9566427f0cd7a" providerId="LiveId" clId="{58279E46-9DEE-48ED-9CFC-1A29DC653E87}" dt="2025-05-26T23:59:38.810" v="968" actId="478"/>
          <ac:grpSpMkLst>
            <pc:docMk/>
            <pc:sldMk cId="2800828381" sldId="302"/>
            <ac:grpSpMk id="55" creationId="{6B749531-9A4F-603A-C687-A66B960DB0B0}"/>
          </ac:grpSpMkLst>
        </pc:grp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" creationId="{11FAE5D0-7C1B-B9F1-62EE-62E679D6E932}"/>
          </ac:inkMkLst>
        </pc:inkChg>
        <pc:inkChg chg="add del mod topLv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5" creationId="{86F4EB28-DD65-2876-31EB-4A98F30B041B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6" creationId="{D874B5D9-8D59-130E-D57B-C49BC03B1758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8" creationId="{277A037A-C8D6-2A5E-F1D4-A247A5C5B2CC}"/>
          </ac:inkMkLst>
        </pc:inkChg>
        <pc:inkChg chg="add del mod topLv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9" creationId="{04544CA8-A3D2-354B-0C5F-CFC9E9E8EC34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1" creationId="{C51FD8E4-74EE-29FA-031F-C8AB5735A96B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2" creationId="{3EC336EC-E724-62B5-0814-D01217426674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3" creationId="{DEFDD7C4-3C0C-AEDB-04A3-BEB7A88362D5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4" creationId="{D40F9535-FED3-7525-0B04-3C253CDE9220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5" creationId="{F41D690F-FD64-E530-25CF-7FCB57AC22A9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6" creationId="{E7E222A2-6F54-5853-1101-8A2BE39DBEE1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7" creationId="{BABB1F6B-0137-D1DE-EC58-14187B55CDE5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8" creationId="{C98FEE0F-EE5F-5A7A-8F29-B60E30FB14C2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19" creationId="{87001E78-3EC4-230B-971B-1D7A52BE1466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0" creationId="{B406E7EA-9439-FD4F-2E15-36E3AD6B2B71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1" creationId="{504B6421-B6E3-0B20-2A54-4743102D0512}"/>
          </ac:inkMkLst>
        </pc:inkChg>
        <pc:inkChg chg="add del mod topLv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2" creationId="{7ABEE880-D623-36A9-2F8B-EDF803730566}"/>
          </ac:inkMkLst>
        </pc:inkChg>
        <pc:inkChg chg="add de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4" creationId="{D840EE63-629A-E8E9-C9F4-69F654F0CBF2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5" creationId="{D3F053E4-4DBE-16A1-2644-8E4A75200DAA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6" creationId="{44B595A4-E541-DB3C-D2F1-FEEFC603B165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7" creationId="{FD39F7BC-8F72-EF19-40CB-ED6907100AE2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8" creationId="{AFA28A70-CD7D-515E-681C-0DE0AF208D4A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29" creationId="{D6B11030-DB26-4AD1-9716-EF0359E73044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31" creationId="{00D10C47-A4BC-496F-E4E6-EC8CC366F508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32" creationId="{EC1A1434-BFAF-A01C-5CF9-949854EC7853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34" creationId="{94BC56E3-4A8E-EC7F-DA5D-B6EFCA98D3A5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36" creationId="{982E0C19-DF7F-E0DB-66B8-A04DE9D11486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38" creationId="{D4F8640B-EA63-9739-3887-798933895C22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39" creationId="{44D74D87-9582-CF16-BD2B-99D1ACD201D4}"/>
          </ac:inkMkLst>
        </pc:inkChg>
        <pc:inkChg chg="add del mod topLvl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0" creationId="{98BC927C-2F47-5F0C-103D-E6EB958538BA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2" creationId="{A4A01D34-1F43-CC83-3288-A339D9D8E78E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3" creationId="{2C6CFA26-FF2B-F97C-C641-0B553EA47A98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4" creationId="{D3EAAE5F-303D-8F0D-6E63-F75B3274BCD0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6" creationId="{4C8089FF-C706-1EF6-FB69-AED06226450F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8" creationId="{336FE828-FE73-35AA-B86C-C2E0FF763A64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49" creationId="{8D08DE6A-FBC8-82AE-29C6-0845FDC009FA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50" creationId="{DDDE60CE-6B83-7740-302F-D53220B33C9D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52" creationId="{5534BACE-FA0E-25B0-6ADB-D68D88A8E018}"/>
          </ac:inkMkLst>
        </pc:inkChg>
        <pc:inkChg chg="add del mod">
          <ac:chgData name="Leônidas Müller de Oliveira" userId="5af9566427f0cd7a" providerId="LiveId" clId="{58279E46-9DEE-48ED-9CFC-1A29DC653E87}" dt="2025-05-26T23:59:38.810" v="968" actId="478"/>
          <ac:inkMkLst>
            <pc:docMk/>
            <pc:sldMk cId="2800828381" sldId="302"/>
            <ac:inkMk id="54" creationId="{FBA5D3C1-FA62-836F-450D-FE1564D41A68}"/>
          </ac:inkMkLst>
        </pc:ink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36CD79FA-862B-4CBA-BECF-44E8213A8194}"/>
    <pc:docChg chg="custSel addSld delSld modSld">
      <pc:chgData name="Leônidas Müller de Oliveira" userId="5af9566427f0cd7a" providerId="LiveId" clId="{36CD79FA-862B-4CBA-BECF-44E8213A8194}" dt="2025-06-06T17:09:35.586" v="29" actId="478"/>
      <pc:docMkLst>
        <pc:docMk/>
      </pc:docMkLst>
      <pc:sldChg chg="addSp delSp mod">
        <pc:chgData name="Leônidas Müller de Oliveira" userId="5af9566427f0cd7a" providerId="LiveId" clId="{36CD79FA-862B-4CBA-BECF-44E8213A8194}" dt="2025-06-06T17:09:35.586" v="29" actId="478"/>
        <pc:sldMkLst>
          <pc:docMk/>
          <pc:sldMk cId="2800828381" sldId="302"/>
        </pc:sldMkLst>
        <pc:inkChg chg="add del">
          <ac:chgData name="Leônidas Müller de Oliveira" userId="5af9566427f0cd7a" providerId="LiveId" clId="{36CD79FA-862B-4CBA-BECF-44E8213A8194}" dt="2025-06-06T17:09:35.586" v="29" actId="478"/>
          <ac:inkMkLst>
            <pc:docMk/>
            <pc:sldMk cId="2800828381" sldId="302"/>
            <ac:inkMk id="4" creationId="{4FAB85A8-B69B-E081-E6F0-2D2899A89902}"/>
          </ac:inkMkLst>
        </pc:inkChg>
        <pc:inkChg chg="add del">
          <ac:chgData name="Leônidas Müller de Oliveira" userId="5af9566427f0cd7a" providerId="LiveId" clId="{36CD79FA-862B-4CBA-BECF-44E8213A8194}" dt="2025-06-06T17:09:35.586" v="29" actId="478"/>
          <ac:inkMkLst>
            <pc:docMk/>
            <pc:sldMk cId="2800828381" sldId="302"/>
            <ac:inkMk id="5" creationId="{3304A243-CF10-BAD5-16A3-D182771C9B88}"/>
          </ac:inkMkLst>
        </pc:inkChg>
        <pc:inkChg chg="add del">
          <ac:chgData name="Leônidas Müller de Oliveira" userId="5af9566427f0cd7a" providerId="LiveId" clId="{36CD79FA-862B-4CBA-BECF-44E8213A8194}" dt="2025-06-06T17:09:35.586" v="29" actId="478"/>
          <ac:inkMkLst>
            <pc:docMk/>
            <pc:sldMk cId="2800828381" sldId="302"/>
            <ac:inkMk id="6" creationId="{21D05998-779B-BCC2-8F05-46835D6C413B}"/>
          </ac:inkMkLst>
        </pc:inkChg>
        <pc:inkChg chg="add del">
          <ac:chgData name="Leônidas Müller de Oliveira" userId="5af9566427f0cd7a" providerId="LiveId" clId="{36CD79FA-862B-4CBA-BECF-44E8213A8194}" dt="2025-06-06T17:09:35.586" v="29" actId="478"/>
          <ac:inkMkLst>
            <pc:docMk/>
            <pc:sldMk cId="2800828381" sldId="302"/>
            <ac:inkMk id="7" creationId="{CB961D29-4B1E-9380-40C1-C3D822EACB4B}"/>
          </ac:inkMkLst>
        </pc:inkChg>
        <pc:inkChg chg="add del">
          <ac:chgData name="Leônidas Müller de Oliveira" userId="5af9566427f0cd7a" providerId="LiveId" clId="{36CD79FA-862B-4CBA-BECF-44E8213A8194}" dt="2025-06-06T17:09:35.586" v="29" actId="478"/>
          <ac:inkMkLst>
            <pc:docMk/>
            <pc:sldMk cId="2800828381" sldId="302"/>
            <ac:inkMk id="8" creationId="{E5CCFAFF-6A60-EFB6-AD1A-B62258F7F76A}"/>
          </ac:inkMkLst>
        </pc:inkChg>
        <pc:inkChg chg="add del">
          <ac:chgData name="Leônidas Müller de Oliveira" userId="5af9566427f0cd7a" providerId="LiveId" clId="{36CD79FA-862B-4CBA-BECF-44E8213A8194}" dt="2025-06-06T17:09:35.586" v="29" actId="478"/>
          <ac:inkMkLst>
            <pc:docMk/>
            <pc:sldMk cId="2800828381" sldId="302"/>
            <ac:inkMk id="9" creationId="{F6098EEC-62BB-63FE-F441-745895E5615D}"/>
          </ac:inkMkLst>
        </pc:inkChg>
      </pc:sldChg>
      <pc:sldChg chg="addSp modSp add del mod">
        <pc:chgData name="Leônidas Müller de Oliveira" userId="5af9566427f0cd7a" providerId="LiveId" clId="{36CD79FA-862B-4CBA-BECF-44E8213A8194}" dt="2025-06-06T17:09:22.043" v="26" actId="47"/>
        <pc:sldMkLst>
          <pc:docMk/>
          <pc:sldMk cId="749541770" sldId="303"/>
        </pc:sldMkLst>
        <pc:grpChg chg="mod">
          <ac:chgData name="Leônidas Müller de Oliveira" userId="5af9566427f0cd7a" providerId="LiveId" clId="{36CD79FA-862B-4CBA-BECF-44E8213A8194}" dt="2025-06-03T23:26:58.517" v="3"/>
          <ac:grpSpMkLst>
            <pc:docMk/>
            <pc:sldMk cId="749541770" sldId="303"/>
            <ac:grpSpMk id="7" creationId="{35126AAF-4ED4-0016-58CF-682934AC952C}"/>
          </ac:grpSpMkLst>
        </pc:grpChg>
        <pc:inkChg chg="add mod">
          <ac:chgData name="Leônidas Müller de Oliveira" userId="5af9566427f0cd7a" providerId="LiveId" clId="{36CD79FA-862B-4CBA-BECF-44E8213A8194}" dt="2025-06-03T23:26:58.517" v="3"/>
          <ac:inkMkLst>
            <pc:docMk/>
            <pc:sldMk cId="749541770" sldId="303"/>
            <ac:inkMk id="4" creationId="{C13B4694-9806-DA2F-6613-3562EDE66CB4}"/>
          </ac:inkMkLst>
        </pc:inkChg>
        <pc:inkChg chg="add mod">
          <ac:chgData name="Leônidas Müller de Oliveira" userId="5af9566427f0cd7a" providerId="LiveId" clId="{36CD79FA-862B-4CBA-BECF-44E8213A8194}" dt="2025-06-03T23:26:58.517" v="3"/>
          <ac:inkMkLst>
            <pc:docMk/>
            <pc:sldMk cId="749541770" sldId="303"/>
            <ac:inkMk id="6" creationId="{70CF6FC4-878C-26E5-838B-7F1A5CA6CF5A}"/>
          </ac:inkMkLst>
        </pc:inkChg>
        <pc:inkChg chg="add">
          <ac:chgData name="Leônidas Müller de Oliveira" userId="5af9566427f0cd7a" providerId="LiveId" clId="{36CD79FA-862B-4CBA-BECF-44E8213A8194}" dt="2025-06-03T23:27:05.245" v="4" actId="9405"/>
          <ac:inkMkLst>
            <pc:docMk/>
            <pc:sldMk cId="749541770" sldId="303"/>
            <ac:inkMk id="8" creationId="{4A16607B-66B6-8469-B783-C45B696DAB7B}"/>
          </ac:inkMkLst>
        </pc:inkChg>
      </pc:sldChg>
      <pc:sldChg chg="addSp modSp add del mod">
        <pc:chgData name="Leônidas Müller de Oliveira" userId="5af9566427f0cd7a" providerId="LiveId" clId="{36CD79FA-862B-4CBA-BECF-44E8213A8194}" dt="2025-06-06T17:09:24.733" v="27" actId="47"/>
        <pc:sldMkLst>
          <pc:docMk/>
          <pc:sldMk cId="1468595256" sldId="304"/>
        </pc:sldMkLst>
        <pc:grpChg chg="mod">
          <ac:chgData name="Leônidas Müller de Oliveira" userId="5af9566427f0cd7a" providerId="LiveId" clId="{36CD79FA-862B-4CBA-BECF-44E8213A8194}" dt="2025-06-03T23:28:00.673" v="12"/>
          <ac:grpSpMkLst>
            <pc:docMk/>
            <pc:sldMk cId="1468595256" sldId="304"/>
            <ac:grpSpMk id="10" creationId="{092A6178-D8B7-EC76-85E0-78514F9C56F6}"/>
          </ac:grpSpMkLst>
        </pc:grpChg>
        <pc:inkChg chg="add">
          <ac:chgData name="Leônidas Müller de Oliveira" userId="5af9566427f0cd7a" providerId="LiveId" clId="{36CD79FA-862B-4CBA-BECF-44E8213A8194}" dt="2025-06-03T23:27:44.994" v="6" actId="9405"/>
          <ac:inkMkLst>
            <pc:docMk/>
            <pc:sldMk cId="1468595256" sldId="304"/>
            <ac:inkMk id="4" creationId="{92E1D3D6-A1AF-FB75-1FB5-56CE7210AE4B}"/>
          </ac:inkMkLst>
        </pc:inkChg>
        <pc:inkChg chg="add">
          <ac:chgData name="Leônidas Müller de Oliveira" userId="5af9566427f0cd7a" providerId="LiveId" clId="{36CD79FA-862B-4CBA-BECF-44E8213A8194}" dt="2025-06-03T23:27:47.423" v="7" actId="9405"/>
          <ac:inkMkLst>
            <pc:docMk/>
            <pc:sldMk cId="1468595256" sldId="304"/>
            <ac:inkMk id="5" creationId="{9068AAD1-7D6C-29D4-EF62-B9CA8F1C8D8E}"/>
          </ac:inkMkLst>
        </pc:inkChg>
        <pc:inkChg chg="add mod">
          <ac:chgData name="Leônidas Müller de Oliveira" userId="5af9566427f0cd7a" providerId="LiveId" clId="{36CD79FA-862B-4CBA-BECF-44E8213A8194}" dt="2025-06-03T23:28:00.673" v="12"/>
          <ac:inkMkLst>
            <pc:docMk/>
            <pc:sldMk cId="1468595256" sldId="304"/>
            <ac:inkMk id="6" creationId="{29C557CD-523B-D925-0074-63EE43EF69CB}"/>
          </ac:inkMkLst>
        </pc:inkChg>
        <pc:inkChg chg="add mod">
          <ac:chgData name="Leônidas Müller de Oliveira" userId="5af9566427f0cd7a" providerId="LiveId" clId="{36CD79FA-862B-4CBA-BECF-44E8213A8194}" dt="2025-06-03T23:28:00.673" v="12"/>
          <ac:inkMkLst>
            <pc:docMk/>
            <pc:sldMk cId="1468595256" sldId="304"/>
            <ac:inkMk id="7" creationId="{CB0CFD8E-C18A-8BC3-BCDF-1845FCAA9225}"/>
          </ac:inkMkLst>
        </pc:inkChg>
        <pc:inkChg chg="add mod">
          <ac:chgData name="Leônidas Müller de Oliveira" userId="5af9566427f0cd7a" providerId="LiveId" clId="{36CD79FA-862B-4CBA-BECF-44E8213A8194}" dt="2025-06-03T23:28:00.673" v="12"/>
          <ac:inkMkLst>
            <pc:docMk/>
            <pc:sldMk cId="1468595256" sldId="304"/>
            <ac:inkMk id="8" creationId="{53116E1E-27F7-6E61-9A7C-7FA2C24867AC}"/>
          </ac:inkMkLst>
        </pc:inkChg>
        <pc:inkChg chg="add mod">
          <ac:chgData name="Leônidas Müller de Oliveira" userId="5af9566427f0cd7a" providerId="LiveId" clId="{36CD79FA-862B-4CBA-BECF-44E8213A8194}" dt="2025-06-03T23:28:00.673" v="12"/>
          <ac:inkMkLst>
            <pc:docMk/>
            <pc:sldMk cId="1468595256" sldId="304"/>
            <ac:inkMk id="9" creationId="{B1B7D4BF-1ECD-BDC8-4371-2E3C3D220941}"/>
          </ac:inkMkLst>
        </pc:inkChg>
        <pc:inkChg chg="add">
          <ac:chgData name="Leônidas Müller de Oliveira" userId="5af9566427f0cd7a" providerId="LiveId" clId="{36CD79FA-862B-4CBA-BECF-44E8213A8194}" dt="2025-06-03T23:28:04.570" v="13" actId="9405"/>
          <ac:inkMkLst>
            <pc:docMk/>
            <pc:sldMk cId="1468595256" sldId="304"/>
            <ac:inkMk id="11" creationId="{829FF8F7-B511-FC70-B17F-89C2B2C6C4AE}"/>
          </ac:inkMkLst>
        </pc:inkChg>
      </pc:sldChg>
      <pc:sldChg chg="addSp add del mod">
        <pc:chgData name="Leônidas Müller de Oliveira" userId="5af9566427f0cd7a" providerId="LiveId" clId="{36CD79FA-862B-4CBA-BECF-44E8213A8194}" dt="2025-06-06T17:09:27.286" v="28" actId="47"/>
        <pc:sldMkLst>
          <pc:docMk/>
          <pc:sldMk cId="425873761" sldId="305"/>
        </pc:sldMkLst>
        <pc:inkChg chg="add">
          <ac:chgData name="Leônidas Müller de Oliveira" userId="5af9566427f0cd7a" providerId="LiveId" clId="{36CD79FA-862B-4CBA-BECF-44E8213A8194}" dt="2025-06-03T23:28:37.149" v="15" actId="9405"/>
          <ac:inkMkLst>
            <pc:docMk/>
            <pc:sldMk cId="425873761" sldId="305"/>
            <ac:inkMk id="4" creationId="{17BA4AC6-9E51-A825-8EC6-07F15860CA71}"/>
          </ac:inkMkLst>
        </pc:inkChg>
        <pc:inkChg chg="add">
          <ac:chgData name="Leônidas Müller de Oliveira" userId="5af9566427f0cd7a" providerId="LiveId" clId="{36CD79FA-862B-4CBA-BECF-44E8213A8194}" dt="2025-06-03T23:28:45.532" v="16" actId="9405"/>
          <ac:inkMkLst>
            <pc:docMk/>
            <pc:sldMk cId="425873761" sldId="305"/>
            <ac:inkMk id="5" creationId="{F1F8DA16-7024-D7E3-1575-6469CB64C290}"/>
          </ac:inkMkLst>
        </pc:inkChg>
        <pc:inkChg chg="add">
          <ac:chgData name="Leônidas Müller de Oliveira" userId="5af9566427f0cd7a" providerId="LiveId" clId="{36CD79FA-862B-4CBA-BECF-44E8213A8194}" dt="2025-06-03T23:29:01.179" v="17" actId="9405"/>
          <ac:inkMkLst>
            <pc:docMk/>
            <pc:sldMk cId="425873761" sldId="305"/>
            <ac:inkMk id="6" creationId="{0EBA68E6-0058-6FC6-980C-1D701A8F261F}"/>
          </ac:inkMkLst>
        </pc:inkChg>
        <pc:inkChg chg="add">
          <ac:chgData name="Leônidas Müller de Oliveira" userId="5af9566427f0cd7a" providerId="LiveId" clId="{36CD79FA-862B-4CBA-BECF-44E8213A8194}" dt="2025-06-03T23:29:16.253" v="18" actId="9405"/>
          <ac:inkMkLst>
            <pc:docMk/>
            <pc:sldMk cId="425873761" sldId="305"/>
            <ac:inkMk id="7" creationId="{B978C44F-2577-3581-EF61-4126FBB1ED65}"/>
          </ac:inkMkLst>
        </pc:inkChg>
        <pc:inkChg chg="add">
          <ac:chgData name="Leônidas Müller de Oliveira" userId="5af9566427f0cd7a" providerId="LiveId" clId="{36CD79FA-862B-4CBA-BECF-44E8213A8194}" dt="2025-06-03T23:29:17.368" v="19" actId="9405"/>
          <ac:inkMkLst>
            <pc:docMk/>
            <pc:sldMk cId="425873761" sldId="305"/>
            <ac:inkMk id="8" creationId="{AD03F320-7186-D615-F09A-B84DB0F14F03}"/>
          </ac:inkMkLst>
        </pc:inkChg>
      </pc:sldChg>
    </pc:docChg>
  </pc:docChgLst>
  <pc:docChgLst>
    <pc:chgData name="Leônidas Müller de Oliveira" userId="5af9566427f0cd7a" providerId="LiveId" clId="{A80AA9EE-3710-4EE1-8CCF-9C58DF61A99A}"/>
    <pc:docChg chg="undo custSel addSld delSld modSld sldOrd">
      <pc:chgData name="Leônidas Müller de Oliveira" userId="5af9566427f0cd7a" providerId="LiveId" clId="{A80AA9EE-3710-4EE1-8CCF-9C58DF61A99A}" dt="2025-05-23T13:57:32.529" v="2830" actId="20577"/>
      <pc:docMkLst>
        <pc:docMk/>
      </pc:docMkLst>
      <pc:sldChg chg="delSp modSp mod">
        <pc:chgData name="Leônidas Müller de Oliveira" userId="5af9566427f0cd7a" providerId="LiveId" clId="{A80AA9EE-3710-4EE1-8CCF-9C58DF61A99A}" dt="2025-05-22T13:28:29.170" v="312" actId="478"/>
        <pc:sldMkLst>
          <pc:docMk/>
          <pc:sldMk cId="0" sldId="257"/>
        </pc:sldMkLst>
        <pc:spChg chg="mod">
          <ac:chgData name="Leônidas Müller de Oliveira" userId="5af9566427f0cd7a" providerId="LiveId" clId="{A80AA9EE-3710-4EE1-8CCF-9C58DF61A99A}" dt="2025-05-18T22:48:08.416" v="19" actId="20577"/>
          <ac:spMkLst>
            <pc:docMk/>
            <pc:sldMk cId="0" sldId="257"/>
            <ac:spMk id="66" creationId="{00000000-0000-0000-0000-000000000000}"/>
          </ac:spMkLst>
        </pc:spChg>
        <pc:spChg chg="del mod">
          <ac:chgData name="Leônidas Müller de Oliveira" userId="5af9566427f0cd7a" providerId="LiveId" clId="{A80AA9EE-3710-4EE1-8CCF-9C58DF61A99A}" dt="2025-05-22T13:28:29.170" v="312" actId="478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ord">
        <pc:chgData name="Leônidas Müller de Oliveira" userId="5af9566427f0cd7a" providerId="LiveId" clId="{A80AA9EE-3710-4EE1-8CCF-9C58DF61A99A}" dt="2025-05-23T13:26:00.811" v="2584"/>
        <pc:sldMkLst>
          <pc:docMk/>
          <pc:sldMk cId="0" sldId="262"/>
        </pc:sldMkLst>
        <pc:spChg chg="add mod">
          <ac:chgData name="Leônidas Müller de Oliveira" userId="5af9566427f0cd7a" providerId="LiveId" clId="{A80AA9EE-3710-4EE1-8CCF-9C58DF61A99A}" dt="2025-05-22T19:45:28.428" v="2367" actId="20577"/>
          <ac:spMkLst>
            <pc:docMk/>
            <pc:sldMk cId="0" sldId="262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8:32:36.994" v="1719" actId="20577"/>
          <ac:spMkLst>
            <pc:docMk/>
            <pc:sldMk cId="0" sldId="262"/>
            <ac:spMk id="141" creationId="{00000000-0000-0000-0000-000000000000}"/>
          </ac:spMkLst>
        </pc:spChg>
        <pc:spChg chg="del">
          <ac:chgData name="Leônidas Müller de Oliveira" userId="5af9566427f0cd7a" providerId="LiveId" clId="{A80AA9EE-3710-4EE1-8CCF-9C58DF61A99A}" dt="2025-05-18T22:49:30.879" v="8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5:22.964" v="2358" actId="14100"/>
          <ac:spMkLst>
            <pc:docMk/>
            <pc:sldMk cId="0" sldId="262"/>
            <ac:spMk id="143" creationId="{00000000-0000-0000-0000-000000000000}"/>
          </ac:spMkLst>
        </pc:spChg>
      </pc:sldChg>
      <pc:sldChg chg="delSp modSp mod">
        <pc:chgData name="Leônidas Müller de Oliveira" userId="5af9566427f0cd7a" providerId="LiveId" clId="{A80AA9EE-3710-4EE1-8CCF-9C58DF61A99A}" dt="2025-05-22T18:23:47.640" v="1708" actId="5793"/>
        <pc:sldMkLst>
          <pc:docMk/>
          <pc:sldMk cId="3187776213" sldId="282"/>
        </pc:sldMkLst>
        <pc:spChg chg="mod">
          <ac:chgData name="Leônidas Müller de Oliveira" userId="5af9566427f0cd7a" providerId="LiveId" clId="{A80AA9EE-3710-4EE1-8CCF-9C58DF61A99A}" dt="2025-05-22T18:22:27.432" v="1690" actId="20577"/>
          <ac:spMkLst>
            <pc:docMk/>
            <pc:sldMk cId="3187776213" sldId="282"/>
            <ac:spMk id="7" creationId="{FD65234F-CE76-4586-9D67-44EDBAE0C0F0}"/>
          </ac:spMkLst>
        </pc:spChg>
        <pc:spChg chg="del">
          <ac:chgData name="Leônidas Müller de Oliveira" userId="5af9566427f0cd7a" providerId="LiveId" clId="{A80AA9EE-3710-4EE1-8CCF-9C58DF61A99A}" dt="2025-05-18T22:48:41.967" v="73" actId="478"/>
          <ac:spMkLst>
            <pc:docMk/>
            <pc:sldMk cId="3187776213" sldId="282"/>
            <ac:spMk id="8" creationId="{62CAAAAD-2D0D-416A-A598-DBBFD5C0667F}"/>
          </ac:spMkLst>
        </pc:spChg>
        <pc:spChg chg="del">
          <ac:chgData name="Leônidas Müller de Oliveira" userId="5af9566427f0cd7a" providerId="LiveId" clId="{A80AA9EE-3710-4EE1-8CCF-9C58DF61A99A}" dt="2025-05-18T22:48:43.180" v="74" actId="478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A80AA9EE-3710-4EE1-8CCF-9C58DF61A99A}" dt="2025-05-22T18:22:10.065" v="1670" actId="404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8:23:47.640" v="1708" actId="5793"/>
          <ac:spMkLst>
            <pc:docMk/>
            <pc:sldMk cId="3187776213" sldId="28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5:02:42.096" v="470" actId="6549"/>
        <pc:sldMkLst>
          <pc:docMk/>
          <pc:sldMk cId="3283063515" sldId="283"/>
        </pc:sldMkLst>
        <pc:spChg chg="mod">
          <ac:chgData name="Leônidas Müller de Oliveira" userId="5af9566427f0cd7a" providerId="LiveId" clId="{A80AA9EE-3710-4EE1-8CCF-9C58DF61A99A}" dt="2025-05-22T15:01:26.532" v="319" actId="20577"/>
          <ac:spMkLst>
            <pc:docMk/>
            <pc:sldMk cId="3283063515" sldId="283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1:57.037" v="403" actId="20577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2:42.096" v="470" actId="6549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57:32.529" v="2830" actId="20577"/>
        <pc:sldMkLst>
          <pc:docMk/>
          <pc:sldMk cId="1223144774" sldId="284"/>
        </pc:sldMkLst>
        <pc:spChg chg="mod">
          <ac:chgData name="Leônidas Müller de Oliveira" userId="5af9566427f0cd7a" providerId="LiveId" clId="{A80AA9EE-3710-4EE1-8CCF-9C58DF61A99A}" dt="2025-05-22T15:02:54.999" v="473" actId="6549"/>
          <ac:spMkLst>
            <pc:docMk/>
            <pc:sldMk cId="1223144774" sldId="284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3:06.213" v="511" actId="20577"/>
          <ac:spMkLst>
            <pc:docMk/>
            <pc:sldMk cId="1223144774" sldId="284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3T13:57:32.529" v="2830" actId="20577"/>
          <ac:spMkLst>
            <pc:docMk/>
            <pc:sldMk cId="1223144774" sldId="284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27:56.790" v="1180" actId="20577"/>
        <pc:sldMkLst>
          <pc:docMk/>
          <pc:sldMk cId="3454911189" sldId="285"/>
        </pc:sldMkLst>
        <pc:spChg chg="mod">
          <ac:chgData name="Leônidas Müller de Oliveira" userId="5af9566427f0cd7a" providerId="LiveId" clId="{A80AA9EE-3710-4EE1-8CCF-9C58DF61A99A}" dt="2025-05-22T16:57:15.189" v="783" actId="6549"/>
          <ac:spMkLst>
            <pc:docMk/>
            <pc:sldMk cId="3454911189" sldId="285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6:57:39.225" v="785" actId="313"/>
          <ac:spMkLst>
            <pc:docMk/>
            <pc:sldMk cId="3454911189" sldId="285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27:56.790" v="1180" actId="20577"/>
          <ac:spMkLst>
            <pc:docMk/>
            <pc:sldMk cId="3454911189" sldId="285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34:34.275" v="1414" actId="20577"/>
        <pc:sldMkLst>
          <pc:docMk/>
          <pc:sldMk cId="858716699" sldId="286"/>
        </pc:sldMkLst>
        <pc:spChg chg="mod">
          <ac:chgData name="Leônidas Müller de Oliveira" userId="5af9566427f0cd7a" providerId="LiveId" clId="{A80AA9EE-3710-4EE1-8CCF-9C58DF61A99A}" dt="2025-05-22T17:18:11.115" v="804" actId="6549"/>
          <ac:spMkLst>
            <pc:docMk/>
            <pc:sldMk cId="858716699" sldId="286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0:57.713" v="1258" actId="6549"/>
          <ac:spMkLst>
            <pc:docMk/>
            <pc:sldMk cId="858716699" sldId="286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4:34.275" v="1414" actId="20577"/>
          <ac:spMkLst>
            <pc:docMk/>
            <pc:sldMk cId="858716699" sldId="286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A80AA9EE-3710-4EE1-8CCF-9C58DF61A99A}" dt="2025-05-22T17:27:59.849" v="1181" actId="47"/>
        <pc:sldMkLst>
          <pc:docMk/>
          <pc:sldMk cId="768941103" sldId="287"/>
        </pc:sldMkLst>
        <pc:spChg chg="mod">
          <ac:chgData name="Leônidas Müller de Oliveira" userId="5af9566427f0cd7a" providerId="LiveId" clId="{A80AA9EE-3710-4EE1-8CCF-9C58DF61A99A}" dt="2025-05-22T17:20:55.011" v="876" actId="6549"/>
          <ac:spMkLst>
            <pc:docMk/>
            <pc:sldMk cId="768941103" sldId="287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43:01.303" v="1643" actId="313"/>
        <pc:sldMkLst>
          <pc:docMk/>
          <pc:sldMk cId="2449695710" sldId="288"/>
        </pc:sldMkLst>
        <pc:spChg chg="mod">
          <ac:chgData name="Leônidas Müller de Oliveira" userId="5af9566427f0cd7a" providerId="LiveId" clId="{A80AA9EE-3710-4EE1-8CCF-9C58DF61A99A}" dt="2025-05-22T17:18:21.968" v="813" actId="6549"/>
          <ac:spMkLst>
            <pc:docMk/>
            <pc:sldMk cId="2449695710" sldId="288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8:57.083" v="1446" actId="20577"/>
          <ac:spMkLst>
            <pc:docMk/>
            <pc:sldMk cId="2449695710" sldId="288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43:01.303" v="1643" actId="313"/>
          <ac:spMkLst>
            <pc:docMk/>
            <pc:sldMk cId="2449695710" sldId="288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A80AA9EE-3710-4EE1-8CCF-9C58DF61A99A}" dt="2025-05-23T13:25:19.006" v="2582" actId="5793"/>
        <pc:sldMkLst>
          <pc:docMk/>
          <pc:sldMk cId="3380683963" sldId="289"/>
        </pc:sldMkLst>
        <pc:spChg chg="mod">
          <ac:chgData name="Leônidas Müller de Oliveira" userId="5af9566427f0cd7a" providerId="LiveId" clId="{A80AA9EE-3710-4EE1-8CCF-9C58DF61A99A}" dt="2025-05-23T13:25:19.006" v="2582" actId="5793"/>
          <ac:spMkLst>
            <pc:docMk/>
            <pc:sldMk cId="3380683963" sldId="289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A80AA9EE-3710-4EE1-8CCF-9C58DF61A99A}" dt="2025-05-22T19:10:46.782" v="2154" actId="47"/>
        <pc:sldMkLst>
          <pc:docMk/>
          <pc:sldMk cId="2666968473" sldId="290"/>
        </pc:sldMkLst>
      </pc:sldChg>
      <pc:sldChg chg="modSp add mod ord">
        <pc:chgData name="Leônidas Müller de Oliveira" userId="5af9566427f0cd7a" providerId="LiveId" clId="{A80AA9EE-3710-4EE1-8CCF-9C58DF61A99A}" dt="2025-05-22T19:11:41.512" v="2260" actId="20577"/>
        <pc:sldMkLst>
          <pc:docMk/>
          <pc:sldMk cId="1162287814" sldId="291"/>
        </pc:sldMkLst>
        <pc:spChg chg="mod">
          <ac:chgData name="Leônidas Müller de Oliveira" userId="5af9566427f0cd7a" providerId="LiveId" clId="{A80AA9EE-3710-4EE1-8CCF-9C58DF61A99A}" dt="2025-05-22T19:10:57.569" v="2184" actId="20577"/>
          <ac:spMkLst>
            <pc:docMk/>
            <pc:sldMk cId="1162287814" sldId="291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9:11:41.512" v="2260" actId="20577"/>
          <ac:spMkLst>
            <pc:docMk/>
            <pc:sldMk cId="1162287814" sldId="291"/>
            <ac:spMk id="143" creationId="{00000000-0000-0000-0000-000000000000}"/>
          </ac:spMkLst>
        </pc:spChg>
      </pc:sldChg>
      <pc:sldChg chg="delSp modSp add mod">
        <pc:chgData name="Leônidas Müller de Oliveira" userId="5af9566427f0cd7a" providerId="LiveId" clId="{A80AA9EE-3710-4EE1-8CCF-9C58DF61A99A}" dt="2025-05-22T19:54:03.330" v="2546" actId="6549"/>
        <pc:sldMkLst>
          <pc:docMk/>
          <pc:sldMk cId="4250600602" sldId="292"/>
        </pc:sldMkLst>
        <pc:spChg chg="del">
          <ac:chgData name="Leônidas Müller de Oliveira" userId="5af9566427f0cd7a" providerId="LiveId" clId="{A80AA9EE-3710-4EE1-8CCF-9C58DF61A99A}" dt="2025-05-22T19:51:50.117" v="2380" actId="478"/>
          <ac:spMkLst>
            <pc:docMk/>
            <pc:sldMk cId="4250600602" sldId="292"/>
            <ac:spMk id="7" creationId="{FD65234F-CE76-4586-9D67-44EDBAE0C0F0}"/>
          </ac:spMkLst>
        </pc:spChg>
        <pc:spChg chg="mod">
          <ac:chgData name="Leônidas Müller de Oliveira" userId="5af9566427f0cd7a" providerId="LiveId" clId="{A80AA9EE-3710-4EE1-8CCF-9C58DF61A99A}" dt="2025-05-22T19:52:14.229" v="2396" actId="14100"/>
          <ac:spMkLst>
            <pc:docMk/>
            <pc:sldMk cId="4250600602" sldId="292"/>
            <ac:spMk id="140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6:04.534" v="2376" actId="20577"/>
          <ac:spMkLst>
            <pc:docMk/>
            <pc:sldMk cId="4250600602" sldId="29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54:03.330" v="2546" actId="6549"/>
          <ac:spMkLst>
            <pc:docMk/>
            <pc:sldMk cId="4250600602" sldId="29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27:44.475" v="2786" actId="20577"/>
        <pc:sldMkLst>
          <pc:docMk/>
          <pc:sldMk cId="630394464" sldId="293"/>
        </pc:sldMkLst>
        <pc:spChg chg="mod">
          <ac:chgData name="Leônidas Müller de Oliveira" userId="5af9566427f0cd7a" providerId="LiveId" clId="{A80AA9EE-3710-4EE1-8CCF-9C58DF61A99A}" dt="2025-05-23T13:27:44.475" v="2786" actId="20577"/>
          <ac:spMkLst>
            <pc:docMk/>
            <pc:sldMk cId="630394464" sldId="293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3T13:27:34.053" v="2763" actId="20577"/>
          <ac:spMkLst>
            <pc:docMk/>
            <pc:sldMk cId="630394464" sldId="293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25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500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73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988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268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5276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78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267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813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5" y="1779572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ESTRUTURAS METÁLICAS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923523" y="1060805"/>
            <a:ext cx="4697525" cy="151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Permanentes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Variáveis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Ações Atuantes</a:t>
            </a:r>
          </a:p>
        </p:txBody>
      </p:sp>
      <p:sp>
        <p:nvSpPr>
          <p:cNvPr id="4" name="Google Shape;142;p7">
            <a:extLst>
              <a:ext uri="{FF2B5EF4-FFF2-40B4-BE49-F238E27FC236}">
                <a16:creationId xmlns:a16="http://schemas.microsoft.com/office/drawing/2014/main" id="{0902CA44-3836-AC7B-00C7-9F401BB77A42}"/>
              </a:ext>
            </a:extLst>
          </p:cNvPr>
          <p:cNvSpPr txBox="1"/>
          <p:nvPr/>
        </p:nvSpPr>
        <p:spPr>
          <a:xfrm>
            <a:off x="310050" y="2124301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Esta Norma estabelece as ações mínimas a serem consideradas no projeto de estruturas de edificações, qualquer que seja sua classe e destino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28306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61963" y="936116"/>
            <a:ext cx="4697525" cy="89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que atuam com valores praticamente constantes, ou com pequena variação em torno de sua média, durante a vida da edificação.</a:t>
            </a: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Ações Permanentes</a:t>
            </a:r>
          </a:p>
        </p:txBody>
      </p:sp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DD6E867D-A8CD-3B18-2109-4D0F6524F7EC}"/>
              </a:ext>
            </a:extLst>
          </p:cNvPr>
          <p:cNvSpPr txBox="1"/>
          <p:nvPr/>
        </p:nvSpPr>
        <p:spPr>
          <a:xfrm>
            <a:off x="3661963" y="1963083"/>
            <a:ext cx="4697525" cy="151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-304800"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Peso próprio da estrutura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1" indent="-304800"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1" indent="-304800"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Telha</a:t>
            </a:r>
          </a:p>
          <a:p>
            <a:pPr marL="457200" lvl="1" indent="-304800"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1" indent="-304800"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Forro</a:t>
            </a:r>
          </a:p>
          <a:p>
            <a:pPr marL="457200" lvl="1" indent="-304800">
              <a:buClr>
                <a:srgbClr val="3DA9FC"/>
              </a:buClr>
              <a:buSzPts val="1200"/>
              <a:buFont typeface="Roboto"/>
              <a:buChar char="●"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8350FBD1-BDD5-1B36-8A5C-8A883498308E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253044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Aço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E1E1AE-D06A-8FE6-7052-687897172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440" y="929195"/>
            <a:ext cx="5124510" cy="3847140"/>
          </a:xfrm>
          <a:prstGeom prst="rect">
            <a:avLst/>
          </a:prstGeom>
        </p:spPr>
      </p:pic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64E8AFE1-0CA3-7E5D-4D56-23B82851F74F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3708159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Telhas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C86FB3-F67E-0BC5-D594-B3E8CD6C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75" y="1050103"/>
            <a:ext cx="5203401" cy="3598097"/>
          </a:xfrm>
          <a:prstGeom prst="rect">
            <a:avLst/>
          </a:prstGeom>
        </p:spPr>
      </p:pic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C4A91375-F3A6-C2D7-B651-7101C540ECC5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068881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Forros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8446B5-F8A6-6E8C-1039-E3763CBC2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113" y="1143934"/>
            <a:ext cx="5489887" cy="2309835"/>
          </a:xfrm>
          <a:prstGeom prst="rect">
            <a:avLst/>
          </a:prstGeom>
        </p:spPr>
      </p:pic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9310371B-F9D1-E047-7749-070526658A89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44163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61964" y="936114"/>
            <a:ext cx="4697525" cy="151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cujos valores, estabelecidos por consenso, apresentam variações significativas em torno de sua média durante a vida da edificação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Ações Variáveis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2743D211-2744-3CCB-C13C-850FD62E4A6A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22236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75818" y="1601132"/>
            <a:ext cx="4697525" cy="266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cargas variáveis definidas nesta subseção não incluem os pesos de instalações em geral, forros, isolamentos térmicos ou acústicos, redes de dutos e equipamentos de ar-condicionado, ventilação ou exaustão, redes de chuveiros automáticos (sprinkler), tubulações em geral, painéis fotovoltaicos,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painéis de aquecimento solar etc.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Esses elementos devem ser considerados como cargas permanentes, conforme a seção 5 desta Norma.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cargas variáveis definidas nesta subseção não contemplam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acúmulo não controlado de materiais durante a construção ou manutenção.</a:t>
            </a:r>
            <a:endParaRPr sz="12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Cargas Variáveis em Coberturas (Item 6.4)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8AE5A363-77CF-BED9-EBA1-8203FE68DD92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53604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10454" y="1018165"/>
            <a:ext cx="4697525" cy="266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 modo geral, as cargas variáveis são consideradas atuando em projeção sobre o plano horizontal.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documentos do projeto devem informar as cargas consideradas e ressaltar, se necessário, a diferença entre as cargas de projeto e as cargas admissíveis informadas pelos fabricantes das telhas.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coberturas tensionadas cobertas com elementos flexíveis (tecidos, filmes sintéticos, lonas, telas etc.) devem ser projetadas para suportar uma carga variável uniformemente distribuída de 0,25 kN/m²</a:t>
            </a:r>
            <a:endParaRPr sz="12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Sobrecarga Característica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E52A0B29-2BCF-858E-EA5D-5670F222F7E2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96233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10454" y="1018165"/>
            <a:ext cx="4697525" cy="266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Todo elemento isolado de coberturas (ripas, terças, barras de banzo superior de treliças) deve ser projetado para suportar, na posição mais desfavorável, uma carga concentrada de 1 kN, além do carregamento permanente.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Essa carga concentrada deve ser considerada atuando isolada das demais forças variáveis.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Coberturas sujeitas a receber outras cargas concentradas (talhas, itens de comunicação visual, divisórias móveis nas suas possíveis posições etc.) devem ser verificadas conforme o caso.</a:t>
            </a:r>
            <a:endParaRPr sz="12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42;p7">
            <a:extLst>
              <a:ext uri="{FF2B5EF4-FFF2-40B4-BE49-F238E27FC236}">
                <a16:creationId xmlns:a16="http://schemas.microsoft.com/office/drawing/2014/main" id="{516DE064-8790-F786-DD35-BB1B52114FBB}"/>
              </a:ext>
            </a:extLst>
          </p:cNvPr>
          <p:cNvSpPr txBox="1"/>
          <p:nvPr/>
        </p:nvSpPr>
        <p:spPr>
          <a:xfrm>
            <a:off x="3825875" y="367165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Sobrecarga Pontual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875FB8E7-577A-73B8-AD8C-95A72ADFFA18}"/>
              </a:ext>
            </a:extLst>
          </p:cNvPr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Cargas para Cálculo de Estruturas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2800828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519246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É isso aí muito obrigado e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</TotalTime>
  <Words>481</Words>
  <Application>Microsoft Office PowerPoint</Application>
  <PresentationFormat>Apresentação na tela (16:9)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Roboto Light</vt:lpstr>
      <vt:lpstr>Arial</vt:lpstr>
      <vt:lpstr>Roboto Black</vt:lpstr>
      <vt:lpstr>Roboto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2025-06-06T17:09:36Z</dcterms:modified>
</cp:coreProperties>
</file>