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82" r:id="rId3"/>
    <p:sldId id="292" r:id="rId4"/>
    <p:sldId id="262" r:id="rId5"/>
    <p:sldId id="293" r:id="rId6"/>
    <p:sldId id="289" r:id="rId7"/>
    <p:sldId id="291" r:id="rId8"/>
    <p:sldId id="283" r:id="rId9"/>
    <p:sldId id="284" r:id="rId10"/>
    <p:sldId id="288" r:id="rId11"/>
    <p:sldId id="285" r:id="rId12"/>
    <p:sldId id="286" r:id="rId13"/>
    <p:sldId id="281" r:id="rId1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Black" panose="02000000000000000000" pitchFamily="2" charset="0"/>
      <p:bold r:id="rId20"/>
      <p:boldItalic r:id="rId21"/>
    </p:embeddedFont>
    <p:embeddedFont>
      <p:font typeface="Roboto Light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0AA9EE-3710-4EE1-8CCF-9C58DF61A99A}" v="43" dt="2025-05-26T23:25:53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A80AA9EE-3710-4EE1-8CCF-9C58DF61A99A}"/>
    <pc:docChg chg="undo custSel addSld delSld modSld sldOrd">
      <pc:chgData name="Leônidas Müller de Oliveira" userId="5af9566427f0cd7a" providerId="LiveId" clId="{A80AA9EE-3710-4EE1-8CCF-9C58DF61A99A}" dt="2025-05-26T23:38:29.893" v="3051" actId="478"/>
      <pc:docMkLst>
        <pc:docMk/>
      </pc:docMkLst>
      <pc:sldChg chg="delSp modSp mod">
        <pc:chgData name="Leônidas Müller de Oliveira" userId="5af9566427f0cd7a" providerId="LiveId" clId="{A80AA9EE-3710-4EE1-8CCF-9C58DF61A99A}" dt="2025-05-22T13:28:29.170" v="312" actId="478"/>
        <pc:sldMkLst>
          <pc:docMk/>
          <pc:sldMk cId="0" sldId="257"/>
        </pc:sldMkLst>
        <pc:spChg chg="mod">
          <ac:chgData name="Leônidas Müller de Oliveira" userId="5af9566427f0cd7a" providerId="LiveId" clId="{A80AA9EE-3710-4EE1-8CCF-9C58DF61A99A}" dt="2025-05-18T22:48:08.416" v="19" actId="20577"/>
          <ac:spMkLst>
            <pc:docMk/>
            <pc:sldMk cId="0" sldId="257"/>
            <ac:spMk id="66" creationId="{00000000-0000-0000-0000-000000000000}"/>
          </ac:spMkLst>
        </pc:spChg>
        <pc:spChg chg="del mod">
          <ac:chgData name="Leônidas Müller de Oliveira" userId="5af9566427f0cd7a" providerId="LiveId" clId="{A80AA9EE-3710-4EE1-8CCF-9C58DF61A99A}" dt="2025-05-22T13:28:29.170" v="312" actId="478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ord">
        <pc:chgData name="Leônidas Müller de Oliveira" userId="5af9566427f0cd7a" providerId="LiveId" clId="{A80AA9EE-3710-4EE1-8CCF-9C58DF61A99A}" dt="2025-05-26T23:13:34.218" v="2901" actId="478"/>
        <pc:sldMkLst>
          <pc:docMk/>
          <pc:sldMk cId="0" sldId="262"/>
        </pc:sldMkLst>
        <pc:spChg chg="add mod">
          <ac:chgData name="Leônidas Müller de Oliveira" userId="5af9566427f0cd7a" providerId="LiveId" clId="{A80AA9EE-3710-4EE1-8CCF-9C58DF61A99A}" dt="2025-05-22T19:45:28.428" v="2367" actId="20577"/>
          <ac:spMkLst>
            <pc:docMk/>
            <pc:sldMk cId="0" sldId="262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2T18:32:36.994" v="1719" actId="20577"/>
          <ac:spMkLst>
            <pc:docMk/>
            <pc:sldMk cId="0" sldId="262"/>
            <ac:spMk id="141" creationId="{00000000-0000-0000-0000-000000000000}"/>
          </ac:spMkLst>
        </pc:spChg>
        <pc:spChg chg="del">
          <ac:chgData name="Leônidas Müller de Oliveira" userId="5af9566427f0cd7a" providerId="LiveId" clId="{A80AA9EE-3710-4EE1-8CCF-9C58DF61A99A}" dt="2025-05-18T22:49:30.879" v="8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45:22.964" v="2358" actId="14100"/>
          <ac:spMkLst>
            <pc:docMk/>
            <pc:sldMk cId="0" sldId="262"/>
            <ac:spMk id="143" creationId="{00000000-0000-0000-0000-000000000000}"/>
          </ac:spMkLst>
        </pc:spChg>
        <pc:grpChg chg="del mod">
          <ac:chgData name="Leônidas Müller de Oliveira" userId="5af9566427f0cd7a" providerId="LiveId" clId="{A80AA9EE-3710-4EE1-8CCF-9C58DF61A99A}" dt="2025-05-26T23:03:55.663" v="2868"/>
          <ac:grpSpMkLst>
            <pc:docMk/>
            <pc:sldMk cId="0" sldId="262"/>
            <ac:grpSpMk id="12" creationId="{C3614847-FAC4-F628-1236-63EF639E5778}"/>
          </ac:grpSpMkLst>
        </pc:grpChg>
        <pc:grpChg chg="del mod">
          <ac:chgData name="Leônidas Müller de Oliveira" userId="5af9566427f0cd7a" providerId="LiveId" clId="{A80AA9EE-3710-4EE1-8CCF-9C58DF61A99A}" dt="2025-05-26T23:08:28.221" v="2898" actId="478"/>
          <ac:grpSpMkLst>
            <pc:docMk/>
            <pc:sldMk cId="0" sldId="262"/>
            <ac:grpSpMk id="13" creationId="{A7E67A56-1AE4-B565-E0B2-3D7FB7DEEB4E}"/>
          </ac:grpSpMkLst>
        </pc:grpChg>
        <pc:grpChg chg="del mod">
          <ac:chgData name="Leônidas Müller de Oliveira" userId="5af9566427f0cd7a" providerId="LiveId" clId="{A80AA9EE-3710-4EE1-8CCF-9C58DF61A99A}" dt="2025-05-26T23:08:28.221" v="2898" actId="478"/>
          <ac:grpSpMkLst>
            <pc:docMk/>
            <pc:sldMk cId="0" sldId="262"/>
            <ac:grpSpMk id="14" creationId="{D15529DE-3E5C-9F21-FB19-95E6A2A8C54D}"/>
          </ac:grpSpMkLst>
        </pc:grpChg>
        <pc:grpChg chg="del mod">
          <ac:chgData name="Leônidas Müller de Oliveira" userId="5af9566427f0cd7a" providerId="LiveId" clId="{A80AA9EE-3710-4EE1-8CCF-9C58DF61A99A}" dt="2025-05-26T23:04:37.468" v="2889"/>
          <ac:grpSpMkLst>
            <pc:docMk/>
            <pc:sldMk cId="0" sldId="262"/>
            <ac:grpSpMk id="19" creationId="{C0463175-AEC5-118A-0F30-B169A0D147EB}"/>
          </ac:grpSpMkLst>
        </pc:grpChg>
        <pc:grpChg chg="del mod">
          <ac:chgData name="Leônidas Müller de Oliveira" userId="5af9566427f0cd7a" providerId="LiveId" clId="{A80AA9EE-3710-4EE1-8CCF-9C58DF61A99A}" dt="2025-05-26T23:04:37.468" v="2889"/>
          <ac:grpSpMkLst>
            <pc:docMk/>
            <pc:sldMk cId="0" sldId="262"/>
            <ac:grpSpMk id="22" creationId="{CC6AB110-A946-32FD-11C5-83421080BEC4}"/>
          </ac:grpSpMkLst>
        </pc:grpChg>
        <pc:grpChg chg="del mod">
          <ac:chgData name="Leônidas Müller de Oliveira" userId="5af9566427f0cd7a" providerId="LiveId" clId="{A80AA9EE-3710-4EE1-8CCF-9C58DF61A99A}" dt="2025-05-26T23:04:37.468" v="2889"/>
          <ac:grpSpMkLst>
            <pc:docMk/>
            <pc:sldMk cId="0" sldId="262"/>
            <ac:grpSpMk id="34" creationId="{B0129336-3EEA-F482-9EC5-8E7E6E95419A}"/>
          </ac:grpSpMkLst>
        </pc:grpChg>
        <pc:grpChg chg="del mod">
          <ac:chgData name="Leônidas Müller de Oliveira" userId="5af9566427f0cd7a" providerId="LiveId" clId="{A80AA9EE-3710-4EE1-8CCF-9C58DF61A99A}" dt="2025-05-26T23:03:44.651" v="2862"/>
          <ac:grpSpMkLst>
            <pc:docMk/>
            <pc:sldMk cId="0" sldId="262"/>
            <ac:grpSpMk id="35" creationId="{DA94795C-2B17-19F5-D736-FBBA35A1E929}"/>
          </ac:grpSpMkLst>
        </pc:grpChg>
        <pc:grpChg chg="del mod">
          <ac:chgData name="Leônidas Müller de Oliveira" userId="5af9566427f0cd7a" providerId="LiveId" clId="{A80AA9EE-3710-4EE1-8CCF-9C58DF61A99A}" dt="2025-05-26T23:04:37.468" v="2889"/>
          <ac:grpSpMkLst>
            <pc:docMk/>
            <pc:sldMk cId="0" sldId="262"/>
            <ac:grpSpMk id="36" creationId="{975609DA-D0DC-2DEF-C106-F15E20EDB8B2}"/>
          </ac:grpSpMkLst>
        </pc:grpChg>
        <pc:grpChg chg="del mod">
          <ac:chgData name="Leônidas Müller de Oliveira" userId="5af9566427f0cd7a" providerId="LiveId" clId="{A80AA9EE-3710-4EE1-8CCF-9C58DF61A99A}" dt="2025-05-26T23:04:37.468" v="2889"/>
          <ac:grpSpMkLst>
            <pc:docMk/>
            <pc:sldMk cId="0" sldId="262"/>
            <ac:grpSpMk id="38" creationId="{67D0BEAF-B090-F151-F986-34050A8D557A}"/>
          </ac:grpSpMkLst>
        </pc:grpChg>
        <pc:grpChg chg="del mod">
          <ac:chgData name="Leônidas Müller de Oliveira" userId="5af9566427f0cd7a" providerId="LiveId" clId="{A80AA9EE-3710-4EE1-8CCF-9C58DF61A99A}" dt="2025-05-26T23:03:55.663" v="2868"/>
          <ac:grpSpMkLst>
            <pc:docMk/>
            <pc:sldMk cId="0" sldId="262"/>
            <ac:grpSpMk id="44" creationId="{D3E57A2E-05B2-AAD7-7991-671DFE3F7FAD}"/>
          </ac:grpSpMkLst>
        </pc:grpChg>
        <pc:grpChg chg="del mod">
          <ac:chgData name="Leônidas Müller de Oliveira" userId="5af9566427f0cd7a" providerId="LiveId" clId="{A80AA9EE-3710-4EE1-8CCF-9C58DF61A99A}" dt="2025-05-26T23:04:00.923" v="2872"/>
          <ac:grpSpMkLst>
            <pc:docMk/>
            <pc:sldMk cId="0" sldId="262"/>
            <ac:grpSpMk id="45" creationId="{1C016F2A-2C55-CE37-BA19-99E1FC17A477}"/>
          </ac:grpSpMkLst>
        </pc:grpChg>
        <pc:grpChg chg="del mod">
          <ac:chgData name="Leônidas Müller de Oliveira" userId="5af9566427f0cd7a" providerId="LiveId" clId="{A80AA9EE-3710-4EE1-8CCF-9C58DF61A99A}" dt="2025-05-26T23:04:05.707" v="2881"/>
          <ac:grpSpMkLst>
            <pc:docMk/>
            <pc:sldMk cId="0" sldId="262"/>
            <ac:grpSpMk id="49" creationId="{43BE4A81-E0A5-A263-C1A5-8D7C77F8F8D4}"/>
          </ac:grpSpMkLst>
        </pc:grpChg>
        <pc:grpChg chg="del mod">
          <ac:chgData name="Leônidas Müller de Oliveira" userId="5af9566427f0cd7a" providerId="LiveId" clId="{A80AA9EE-3710-4EE1-8CCF-9C58DF61A99A}" dt="2025-05-26T23:04:08.891" v="2883"/>
          <ac:grpSpMkLst>
            <pc:docMk/>
            <pc:sldMk cId="0" sldId="262"/>
            <ac:grpSpMk id="58" creationId="{8BB75B03-825E-BFD9-F99D-E3F50D108129}"/>
          </ac:grpSpMkLst>
        </pc:grpChg>
        <pc:grpChg chg="del mod">
          <ac:chgData name="Leônidas Müller de Oliveira" userId="5af9566427f0cd7a" providerId="LiveId" clId="{A80AA9EE-3710-4EE1-8CCF-9C58DF61A99A}" dt="2025-05-26T23:04:11.597" v="2887"/>
          <ac:grpSpMkLst>
            <pc:docMk/>
            <pc:sldMk cId="0" sldId="262"/>
            <ac:grpSpMk id="60" creationId="{86735E78-5A0D-2D21-7963-5F970D23AA99}"/>
          </ac:grpSpMkLst>
        </pc:grpChg>
        <pc:grpChg chg="del mod">
          <ac:chgData name="Leônidas Müller de Oliveira" userId="5af9566427f0cd7a" providerId="LiveId" clId="{A80AA9EE-3710-4EE1-8CCF-9C58DF61A99A}" dt="2025-05-26T23:08:25.101" v="2897" actId="478"/>
          <ac:grpSpMkLst>
            <pc:docMk/>
            <pc:sldMk cId="0" sldId="262"/>
            <ac:grpSpMk id="128" creationId="{56F72515-3C50-24FC-AA3E-60A4FDF2D37D}"/>
          </ac:grpSpMkLst>
        </pc:grpChg>
        <pc:grpChg chg="del mod">
          <ac:chgData name="Leônidas Müller de Oliveira" userId="5af9566427f0cd7a" providerId="LiveId" clId="{A80AA9EE-3710-4EE1-8CCF-9C58DF61A99A}" dt="2025-05-26T23:08:28.221" v="2898" actId="478"/>
          <ac:grpSpMkLst>
            <pc:docMk/>
            <pc:sldMk cId="0" sldId="262"/>
            <ac:grpSpMk id="130" creationId="{B7A7943A-E3B8-019F-1453-EA8012ABB4F2}"/>
          </ac:grpSpMkLst>
        </pc:grpChg>
        <pc:grpChg chg="del mod">
          <ac:chgData name="Leônidas Müller de Oliveira" userId="5af9566427f0cd7a" providerId="LiveId" clId="{A80AA9EE-3710-4EE1-8CCF-9C58DF61A99A}" dt="2025-05-26T23:08:30.447" v="2899" actId="478"/>
          <ac:grpSpMkLst>
            <pc:docMk/>
            <pc:sldMk cId="0" sldId="262"/>
            <ac:grpSpMk id="134" creationId="{89A9403C-C9A7-8D50-F305-406A1D34FB40}"/>
          </ac:grpSpMkLst>
        </pc:grp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3" creationId="{E3554504-2B0F-60EB-D639-EA9E311E7445}"/>
          </ac:inkMkLst>
        </pc:inkChg>
        <pc:inkChg chg="add del mod topLvl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4" creationId="{E38F3507-36A1-A9D2-2022-616980C32F1E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5" creationId="{8FACF895-E503-2A4F-D417-A23329AB9839}"/>
          </ac:inkMkLst>
        </pc:inkChg>
        <pc:inkChg chg="add del mod topLvl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6" creationId="{3C52AE91-C3FF-132D-F897-46FB302666E1}"/>
          </ac:inkMkLst>
        </pc:inkChg>
        <pc:inkChg chg="add del mod topLvl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7" creationId="{098863A5-F5CE-4680-67A5-D7F94B78C2CE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8" creationId="{40D93962-C152-B1EC-DD18-C5BE69620991}"/>
          </ac:inkMkLst>
        </pc:inkChg>
        <pc:inkChg chg="add del mod topLvl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9" creationId="{51F2B9A6-73C1-63ED-3750-76B89D8E3DA1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10" creationId="{B6440490-CC5B-E605-8231-D788833C4ACD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11" creationId="{EF3F6192-2ADE-CBBC-C679-C5820E1DC718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15" creationId="{A53D31E6-CF02-D5D8-4086-30FC5CCFE4D0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16" creationId="{71C45ABD-EC03-5359-C4BE-CBE78501FACB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17" creationId="{EB9C3C8D-1694-3ED0-453F-FAE817414277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18" creationId="{168BF5E7-9A28-D393-691A-C4BCE4898065}"/>
          </ac:inkMkLst>
        </pc:inkChg>
        <pc:inkChg chg="add del mod topLvl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20" creationId="{A185911A-0355-CA0F-03F5-F8287F28F6B3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21" creationId="{8A4495C5-2C81-14F2-3322-A44D17E3C07F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23" creationId="{0F361B81-A0B4-D6D3-6E56-259E2C0E790F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24" creationId="{517A5148-4D14-D7DB-55E8-29E6B4350C4B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25" creationId="{493CE35A-4959-0FB2-834B-2C2312C7FA8E}"/>
          </ac:inkMkLst>
        </pc:inkChg>
        <pc:inkChg chg="add del mod topLvl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26" creationId="{07137B08-E2B5-7A87-967A-F9124A45F600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27" creationId="{AA88C27E-B29E-015C-4F1B-EFC8DBC68149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28" creationId="{14DE92E2-140D-F4E1-94E1-6E824DA80680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29" creationId="{5948B82B-306A-9FB1-4025-9C49447F9911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30" creationId="{F0F2D508-5DB7-45F7-7976-50E1F08FB4E7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31" creationId="{225671F7-3E74-E5F1-0655-3721FB5F328E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32" creationId="{1BB03CDA-C617-47FC-F56A-110580A0DCF8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33" creationId="{A4783F64-537C-6207-E169-D5900E3B9553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37" creationId="{74F9C2BA-9837-1686-F90C-49CED3456129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39" creationId="{68C00A2B-CFF1-AEA6-67B4-7F05B453D6C8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40" creationId="{07DAF023-CDE4-F73D-A351-7D04C50D38D7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41" creationId="{014F765A-70F7-ADB4-3C8A-DD600BEEA769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42" creationId="{3AA7DB92-5150-CCFE-8BC8-CF41F15DD162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43" creationId="{47B3042E-248A-BA2F-8690-A611177F9EDD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46" creationId="{E55A1614-46C7-D8D2-BCE6-B03209D3D937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47" creationId="{DE9333E3-EFFE-F571-6533-326769A27A78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48" creationId="{C802C688-9BAA-3792-5E53-D0A2B2C9F44E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50" creationId="{CB917CC6-D730-680D-2B63-AF772619AB50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51" creationId="{F84F773D-A85C-121E-D802-97107B87729F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52" creationId="{54151741-0E5A-1A48-858F-84AB8A8CA83A}"/>
          </ac:inkMkLst>
        </pc:inkChg>
        <pc:inkChg chg="add del mod topLvl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53" creationId="{7A813A52-593E-06CC-0607-D4C5EB1FAD1A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54" creationId="{5088E8A6-583A-52B7-A0C4-E016D0CD0434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55" creationId="{5BD0321B-1650-4F34-468E-716FDAF62442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56" creationId="{EC3B5F64-B06E-92EF-C294-CB804CC9CB2A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57" creationId="{AF7E7F24-BC49-AEB7-4761-B658BC5E7464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59" creationId="{856C7121-D331-AEDE-5A31-354E4A445D05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61" creationId="{6618F79C-C13D-1B96-B69E-49C32356B5F7}"/>
          </ac:inkMkLst>
        </pc:inkChg>
        <pc:inkChg chg="add del mod topLvl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62" creationId="{4D287331-5AD0-A02D-CB8C-4D8A1FCE11A4}"/>
          </ac:inkMkLst>
        </pc:inkChg>
        <pc:inkChg chg="add del mod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63" creationId="{E0E7A604-0F19-6CCA-2A11-4F1310DADA7A}"/>
          </ac:inkMkLst>
        </pc:inkChg>
        <pc:inkChg chg="add del mod">
          <ac:chgData name="Leônidas Müller de Oliveira" userId="5af9566427f0cd7a" providerId="LiveId" clId="{A80AA9EE-3710-4EE1-8CCF-9C58DF61A99A}" dt="2025-05-26T23:08:28.221" v="2898" actId="478"/>
          <ac:inkMkLst>
            <pc:docMk/>
            <pc:sldMk cId="0" sldId="262"/>
            <ac:inkMk id="129" creationId="{C32E4748-AAC7-6877-51AF-14703FE12564}"/>
          </ac:inkMkLst>
        </pc:inkChg>
        <pc:inkChg chg="add del mod">
          <ac:chgData name="Leônidas Müller de Oliveira" userId="5af9566427f0cd7a" providerId="LiveId" clId="{A80AA9EE-3710-4EE1-8CCF-9C58DF61A99A}" dt="2025-05-26T23:08:30.447" v="2899" actId="478"/>
          <ac:inkMkLst>
            <pc:docMk/>
            <pc:sldMk cId="0" sldId="262"/>
            <ac:inkMk id="131" creationId="{9E0BC28C-2D8A-8AC7-D885-BA9923A8C087}"/>
          </ac:inkMkLst>
        </pc:inkChg>
        <pc:inkChg chg="add del mod topLvl">
          <ac:chgData name="Leônidas Müller de Oliveira" userId="5af9566427f0cd7a" providerId="LiveId" clId="{A80AA9EE-3710-4EE1-8CCF-9C58DF61A99A}" dt="2025-05-26T23:08:30.447" v="2899" actId="478"/>
          <ac:inkMkLst>
            <pc:docMk/>
            <pc:sldMk cId="0" sldId="262"/>
            <ac:inkMk id="132" creationId="{79F19C24-CC6D-8EEE-E6DA-ED84B811A390}"/>
          </ac:inkMkLst>
        </pc:inkChg>
        <pc:inkChg chg="add del mod topLvl">
          <ac:chgData name="Leônidas Müller de Oliveira" userId="5af9566427f0cd7a" providerId="LiveId" clId="{A80AA9EE-3710-4EE1-8CCF-9C58DF61A99A}" dt="2025-05-26T23:08:30.447" v="2899" actId="478"/>
          <ac:inkMkLst>
            <pc:docMk/>
            <pc:sldMk cId="0" sldId="262"/>
            <ac:inkMk id="133" creationId="{7E3B6EBC-8E35-0E02-8297-759154625744}"/>
          </ac:inkMkLst>
        </pc:inkChg>
        <pc:inkChg chg="add del">
          <ac:chgData name="Leônidas Müller de Oliveira" userId="5af9566427f0cd7a" providerId="LiveId" clId="{A80AA9EE-3710-4EE1-8CCF-9C58DF61A99A}" dt="2025-05-26T23:08:30.447" v="2899" actId="478"/>
          <ac:inkMkLst>
            <pc:docMk/>
            <pc:sldMk cId="0" sldId="262"/>
            <ac:inkMk id="135" creationId="{45634ACD-EEF7-9B21-C06D-77ECAAE73812}"/>
          </ac:inkMkLst>
        </pc:inkChg>
        <pc:inkChg chg="add del">
          <ac:chgData name="Leônidas Müller de Oliveira" userId="5af9566427f0cd7a" providerId="LiveId" clId="{A80AA9EE-3710-4EE1-8CCF-9C58DF61A99A}" dt="2025-05-26T23:08:25.101" v="2897" actId="478"/>
          <ac:inkMkLst>
            <pc:docMk/>
            <pc:sldMk cId="0" sldId="262"/>
            <ac:inkMk id="136" creationId="{9CDB4BC1-B70A-C325-0A1D-F925239C48AA}"/>
          </ac:inkMkLst>
        </pc:inkChg>
        <pc:inkChg chg="add del">
          <ac:chgData name="Leônidas Müller de Oliveira" userId="5af9566427f0cd7a" providerId="LiveId" clId="{A80AA9EE-3710-4EE1-8CCF-9C58DF61A99A}" dt="2025-05-26T23:13:34.218" v="2901" actId="478"/>
          <ac:inkMkLst>
            <pc:docMk/>
            <pc:sldMk cId="0" sldId="262"/>
            <ac:inkMk id="137" creationId="{1E1BD3F5-67AA-9881-4CF4-5E60444160DD}"/>
          </ac:inkMkLst>
        </pc:inkChg>
      </pc:sldChg>
      <pc:sldChg chg="delSp modSp mod">
        <pc:chgData name="Leônidas Müller de Oliveira" userId="5af9566427f0cd7a" providerId="LiveId" clId="{A80AA9EE-3710-4EE1-8CCF-9C58DF61A99A}" dt="2025-05-22T18:23:47.640" v="1708" actId="5793"/>
        <pc:sldMkLst>
          <pc:docMk/>
          <pc:sldMk cId="3187776213" sldId="282"/>
        </pc:sldMkLst>
        <pc:spChg chg="mod">
          <ac:chgData name="Leônidas Müller de Oliveira" userId="5af9566427f0cd7a" providerId="LiveId" clId="{A80AA9EE-3710-4EE1-8CCF-9C58DF61A99A}" dt="2025-05-22T18:22:27.432" v="1690" actId="20577"/>
          <ac:spMkLst>
            <pc:docMk/>
            <pc:sldMk cId="3187776213" sldId="282"/>
            <ac:spMk id="7" creationId="{FD65234F-CE76-4586-9D67-44EDBAE0C0F0}"/>
          </ac:spMkLst>
        </pc:spChg>
        <pc:spChg chg="del">
          <ac:chgData name="Leônidas Müller de Oliveira" userId="5af9566427f0cd7a" providerId="LiveId" clId="{A80AA9EE-3710-4EE1-8CCF-9C58DF61A99A}" dt="2025-05-18T22:48:41.967" v="73" actId="478"/>
          <ac:spMkLst>
            <pc:docMk/>
            <pc:sldMk cId="3187776213" sldId="282"/>
            <ac:spMk id="8" creationId="{62CAAAAD-2D0D-416A-A598-DBBFD5C0667F}"/>
          </ac:spMkLst>
        </pc:spChg>
        <pc:spChg chg="del">
          <ac:chgData name="Leônidas Müller de Oliveira" userId="5af9566427f0cd7a" providerId="LiveId" clId="{A80AA9EE-3710-4EE1-8CCF-9C58DF61A99A}" dt="2025-05-18T22:48:43.180" v="74" actId="478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A80AA9EE-3710-4EE1-8CCF-9C58DF61A99A}" dt="2025-05-22T18:22:10.065" v="1670" actId="404"/>
          <ac:spMkLst>
            <pc:docMk/>
            <pc:sldMk cId="3187776213" sldId="282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8:23:47.640" v="1708" actId="5793"/>
          <ac:spMkLst>
            <pc:docMk/>
            <pc:sldMk cId="3187776213" sldId="282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5:02:42.096" v="470" actId="6549"/>
        <pc:sldMkLst>
          <pc:docMk/>
          <pc:sldMk cId="3283063515" sldId="283"/>
        </pc:sldMkLst>
        <pc:spChg chg="mod">
          <ac:chgData name="Leônidas Müller de Oliveira" userId="5af9566427f0cd7a" providerId="LiveId" clId="{A80AA9EE-3710-4EE1-8CCF-9C58DF61A99A}" dt="2025-05-22T15:01:26.532" v="319" actId="20577"/>
          <ac:spMkLst>
            <pc:docMk/>
            <pc:sldMk cId="3283063515" sldId="283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1:57.037" v="403" actId="20577"/>
          <ac:spMkLst>
            <pc:docMk/>
            <pc:sldMk cId="3283063515" sldId="283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2:42.096" v="470" actId="6549"/>
          <ac:spMkLst>
            <pc:docMk/>
            <pc:sldMk cId="3283063515" sldId="283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3T13:57:32.529" v="2830" actId="20577"/>
        <pc:sldMkLst>
          <pc:docMk/>
          <pc:sldMk cId="1223144774" sldId="284"/>
        </pc:sldMkLst>
        <pc:spChg chg="mod">
          <ac:chgData name="Leônidas Müller de Oliveira" userId="5af9566427f0cd7a" providerId="LiveId" clId="{A80AA9EE-3710-4EE1-8CCF-9C58DF61A99A}" dt="2025-05-22T15:02:54.999" v="473" actId="6549"/>
          <ac:spMkLst>
            <pc:docMk/>
            <pc:sldMk cId="1223144774" sldId="284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5:03:06.213" v="511" actId="20577"/>
          <ac:spMkLst>
            <pc:docMk/>
            <pc:sldMk cId="1223144774" sldId="284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3T13:57:32.529" v="2830" actId="20577"/>
          <ac:spMkLst>
            <pc:docMk/>
            <pc:sldMk cId="1223144774" sldId="284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A80AA9EE-3710-4EE1-8CCF-9C58DF61A99A}" dt="2025-05-26T23:38:29.893" v="3051" actId="478"/>
        <pc:sldMkLst>
          <pc:docMk/>
          <pc:sldMk cId="3454911189" sldId="285"/>
        </pc:sldMkLst>
        <pc:spChg chg="mod">
          <ac:chgData name="Leônidas Müller de Oliveira" userId="5af9566427f0cd7a" providerId="LiveId" clId="{A80AA9EE-3710-4EE1-8CCF-9C58DF61A99A}" dt="2025-05-22T16:57:15.189" v="783" actId="6549"/>
          <ac:spMkLst>
            <pc:docMk/>
            <pc:sldMk cId="3454911189" sldId="285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6:57:39.225" v="785" actId="313"/>
          <ac:spMkLst>
            <pc:docMk/>
            <pc:sldMk cId="3454911189" sldId="285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27:56.790" v="1180" actId="20577"/>
          <ac:spMkLst>
            <pc:docMk/>
            <pc:sldMk cId="3454911189" sldId="285"/>
            <ac:spMk id="143" creationId="{00000000-0000-0000-0000-000000000000}"/>
          </ac:spMkLst>
        </pc:spChg>
        <pc:inkChg chg="add del">
          <ac:chgData name="Leônidas Müller de Oliveira" userId="5af9566427f0cd7a" providerId="LiveId" clId="{A80AA9EE-3710-4EE1-8CCF-9C58DF61A99A}" dt="2025-05-26T23:38:29.893" v="3051" actId="478"/>
          <ac:inkMkLst>
            <pc:docMk/>
            <pc:sldMk cId="3454911189" sldId="285"/>
            <ac:inkMk id="2" creationId="{0AFBCEA1-0EEC-C9B6-94B9-CF711B1134B1}"/>
          </ac:inkMkLst>
        </pc:inkChg>
      </pc:sldChg>
      <pc:sldChg chg="modSp add mod">
        <pc:chgData name="Leônidas Müller de Oliveira" userId="5af9566427f0cd7a" providerId="LiveId" clId="{A80AA9EE-3710-4EE1-8CCF-9C58DF61A99A}" dt="2025-05-22T17:34:34.275" v="1414" actId="20577"/>
        <pc:sldMkLst>
          <pc:docMk/>
          <pc:sldMk cId="858716699" sldId="286"/>
        </pc:sldMkLst>
        <pc:spChg chg="mod">
          <ac:chgData name="Leônidas Müller de Oliveira" userId="5af9566427f0cd7a" providerId="LiveId" clId="{A80AA9EE-3710-4EE1-8CCF-9C58DF61A99A}" dt="2025-05-22T17:18:11.115" v="804" actId="6549"/>
          <ac:spMkLst>
            <pc:docMk/>
            <pc:sldMk cId="858716699" sldId="286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0:57.713" v="1258" actId="6549"/>
          <ac:spMkLst>
            <pc:docMk/>
            <pc:sldMk cId="858716699" sldId="286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4:34.275" v="1414" actId="20577"/>
          <ac:spMkLst>
            <pc:docMk/>
            <pc:sldMk cId="858716699" sldId="286"/>
            <ac:spMk id="143" creationId="{00000000-0000-0000-0000-000000000000}"/>
          </ac:spMkLst>
        </pc:spChg>
      </pc:sldChg>
      <pc:sldChg chg="modSp add del mod">
        <pc:chgData name="Leônidas Müller de Oliveira" userId="5af9566427f0cd7a" providerId="LiveId" clId="{A80AA9EE-3710-4EE1-8CCF-9C58DF61A99A}" dt="2025-05-22T17:27:59.849" v="1181" actId="47"/>
        <pc:sldMkLst>
          <pc:docMk/>
          <pc:sldMk cId="768941103" sldId="287"/>
        </pc:sldMkLst>
        <pc:spChg chg="mod">
          <ac:chgData name="Leônidas Müller de Oliveira" userId="5af9566427f0cd7a" providerId="LiveId" clId="{A80AA9EE-3710-4EE1-8CCF-9C58DF61A99A}" dt="2025-05-22T17:20:55.011" v="876" actId="6549"/>
          <ac:spMkLst>
            <pc:docMk/>
            <pc:sldMk cId="768941103" sldId="287"/>
            <ac:spMk id="143" creationId="{00000000-0000-0000-0000-000000000000}"/>
          </ac:spMkLst>
        </pc:spChg>
      </pc:sldChg>
      <pc:sldChg chg="modSp add mod">
        <pc:chgData name="Leônidas Müller de Oliveira" userId="5af9566427f0cd7a" providerId="LiveId" clId="{A80AA9EE-3710-4EE1-8CCF-9C58DF61A99A}" dt="2025-05-22T17:43:01.303" v="1643" actId="313"/>
        <pc:sldMkLst>
          <pc:docMk/>
          <pc:sldMk cId="2449695710" sldId="288"/>
        </pc:sldMkLst>
        <pc:spChg chg="mod">
          <ac:chgData name="Leônidas Müller de Oliveira" userId="5af9566427f0cd7a" providerId="LiveId" clId="{A80AA9EE-3710-4EE1-8CCF-9C58DF61A99A}" dt="2025-05-22T17:18:21.968" v="813" actId="6549"/>
          <ac:spMkLst>
            <pc:docMk/>
            <pc:sldMk cId="2449695710" sldId="288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38:57.083" v="1446" actId="20577"/>
          <ac:spMkLst>
            <pc:docMk/>
            <pc:sldMk cId="2449695710" sldId="288"/>
            <ac:spMk id="142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7:43:01.303" v="1643" actId="313"/>
          <ac:spMkLst>
            <pc:docMk/>
            <pc:sldMk cId="2449695710" sldId="288"/>
            <ac:spMk id="143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A80AA9EE-3710-4EE1-8CCF-9C58DF61A99A}" dt="2025-05-26T23:17:41.992" v="2958" actId="478"/>
        <pc:sldMkLst>
          <pc:docMk/>
          <pc:sldMk cId="3380683963" sldId="289"/>
        </pc:sldMkLst>
        <pc:spChg chg="mod">
          <ac:chgData name="Leônidas Müller de Oliveira" userId="5af9566427f0cd7a" providerId="LiveId" clId="{A80AA9EE-3710-4EE1-8CCF-9C58DF61A99A}" dt="2025-05-23T13:25:19.006" v="2582" actId="5793"/>
          <ac:spMkLst>
            <pc:docMk/>
            <pc:sldMk cId="3380683963" sldId="289"/>
            <ac:spMk id="143" creationId="{00000000-0000-0000-0000-000000000000}"/>
          </ac:spMkLst>
        </pc:spChg>
        <pc:grpChg chg="del mod">
          <ac:chgData name="Leônidas Müller de Oliveira" userId="5af9566427f0cd7a" providerId="LiveId" clId="{A80AA9EE-3710-4EE1-8CCF-9C58DF61A99A}" dt="2025-05-26T23:16:27.997" v="2927"/>
          <ac:grpSpMkLst>
            <pc:docMk/>
            <pc:sldMk cId="3380683963" sldId="289"/>
            <ac:grpSpMk id="8" creationId="{EAA918BE-2E3D-4732-743E-0E31A976B343}"/>
          </ac:grpSpMkLst>
        </pc:grpChg>
        <pc:grpChg chg="del mod">
          <ac:chgData name="Leônidas Müller de Oliveira" userId="5af9566427f0cd7a" providerId="LiveId" clId="{A80AA9EE-3710-4EE1-8CCF-9C58DF61A99A}" dt="2025-05-26T23:16:33.326" v="2936"/>
          <ac:grpSpMkLst>
            <pc:docMk/>
            <pc:sldMk cId="3380683963" sldId="289"/>
            <ac:grpSpMk id="12" creationId="{B1D53523-D12B-FEC2-F4AB-E03193309ED8}"/>
          </ac:grpSpMkLst>
        </pc:grpChg>
        <pc:grpChg chg="del mod">
          <ac:chgData name="Leônidas Müller de Oliveira" userId="5af9566427f0cd7a" providerId="LiveId" clId="{A80AA9EE-3710-4EE1-8CCF-9C58DF61A99A}" dt="2025-05-26T23:16:34.335" v="2938"/>
          <ac:grpSpMkLst>
            <pc:docMk/>
            <pc:sldMk cId="3380683963" sldId="289"/>
            <ac:grpSpMk id="21" creationId="{C6D66F9A-DF94-9B4B-5EDF-5B80764EBDA6}"/>
          </ac:grpSpMkLst>
        </pc:grpChg>
        <pc:grpChg chg="del mod">
          <ac:chgData name="Leônidas Müller de Oliveira" userId="5af9566427f0cd7a" providerId="LiveId" clId="{A80AA9EE-3710-4EE1-8CCF-9C58DF61A99A}" dt="2025-05-26T23:16:45.199" v="2940"/>
          <ac:grpSpMkLst>
            <pc:docMk/>
            <pc:sldMk cId="3380683963" sldId="289"/>
            <ac:grpSpMk id="23" creationId="{3AB4262D-E1C9-4E6E-A467-5B0B7E182EFA}"/>
          </ac:grpSpMkLst>
        </pc:grpChg>
        <pc:grpChg chg="del mod">
          <ac:chgData name="Leônidas Müller de Oliveira" userId="5af9566427f0cd7a" providerId="LiveId" clId="{A80AA9EE-3710-4EE1-8CCF-9C58DF61A99A}" dt="2025-05-26T23:16:47.824" v="2945"/>
          <ac:grpSpMkLst>
            <pc:docMk/>
            <pc:sldMk cId="3380683963" sldId="289"/>
            <ac:grpSpMk id="25" creationId="{53ED9119-8458-AD9B-4498-E3283CFBEF87}"/>
          </ac:grpSpMkLst>
        </pc:grpChg>
        <pc:grpChg chg="del mod">
          <ac:chgData name="Leônidas Müller de Oliveira" userId="5af9566427f0cd7a" providerId="LiveId" clId="{A80AA9EE-3710-4EE1-8CCF-9C58DF61A99A}" dt="2025-05-26T23:16:59.624" v="2948"/>
          <ac:grpSpMkLst>
            <pc:docMk/>
            <pc:sldMk cId="3380683963" sldId="289"/>
            <ac:grpSpMk id="30" creationId="{BC5CCF98-1852-A805-B454-0AF5FD2CCF6B}"/>
          </ac:grpSpMkLst>
        </pc:grpChg>
        <pc:grpChg chg="del mod">
          <ac:chgData name="Leônidas Müller de Oliveira" userId="5af9566427f0cd7a" providerId="LiveId" clId="{A80AA9EE-3710-4EE1-8CCF-9C58DF61A99A}" dt="2025-05-26T23:17:20.785" v="2951"/>
          <ac:grpSpMkLst>
            <pc:docMk/>
            <pc:sldMk cId="3380683963" sldId="289"/>
            <ac:grpSpMk id="33" creationId="{0AC3456F-C27E-72ED-D232-3A168D37940D}"/>
          </ac:grpSpMkLst>
        </pc:grpChg>
        <pc:grpChg chg="del mod">
          <ac:chgData name="Leônidas Müller de Oliveira" userId="5af9566427f0cd7a" providerId="LiveId" clId="{A80AA9EE-3710-4EE1-8CCF-9C58DF61A99A}" dt="2025-05-26T23:17:31.179" v="2956"/>
          <ac:grpSpMkLst>
            <pc:docMk/>
            <pc:sldMk cId="3380683963" sldId="289"/>
            <ac:grpSpMk id="36" creationId="{FE65C80C-BA45-F160-6E07-0CBF0F3F82F1}"/>
          </ac:grpSpMkLst>
        </pc:grpChg>
        <pc:grpChg chg="del mod">
          <ac:chgData name="Leônidas Müller de Oliveira" userId="5af9566427f0cd7a" providerId="LiveId" clId="{A80AA9EE-3710-4EE1-8CCF-9C58DF61A99A}" dt="2025-05-26T23:17:41.992" v="2958" actId="478"/>
          <ac:grpSpMkLst>
            <pc:docMk/>
            <pc:sldMk cId="3380683963" sldId="289"/>
            <ac:grpSpMk id="41" creationId="{3D2656D5-AFD8-A80C-D26D-6B74C68B7EE7}"/>
          </ac:grpSpMkLst>
        </pc:grpChg>
        <pc:inkChg chg="add del">
          <ac:chgData name="Leônidas Müller de Oliveira" userId="5af9566427f0cd7a" providerId="LiveId" clId="{A80AA9EE-3710-4EE1-8CCF-9C58DF61A99A}" dt="2025-05-26T23:15:05.338" v="2917" actId="478"/>
          <ac:inkMkLst>
            <pc:docMk/>
            <pc:sldMk cId="3380683963" sldId="289"/>
            <ac:inkMk id="3" creationId="{3C7C6A7D-8680-249D-0325-E30AF5CEFE6B}"/>
          </ac:inkMkLst>
        </pc:inkChg>
        <pc:inkChg chg="add del">
          <ac:chgData name="Leônidas Müller de Oliveira" userId="5af9566427f0cd7a" providerId="LiveId" clId="{A80AA9EE-3710-4EE1-8CCF-9C58DF61A99A}" dt="2025-05-26T23:16:20.244" v="2919" actId="9405"/>
          <ac:inkMkLst>
            <pc:docMk/>
            <pc:sldMk cId="3380683963" sldId="289"/>
            <ac:inkMk id="4" creationId="{772A8A4F-F96A-6E85-F374-27F9462BAAE4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5" creationId="{1A749D9C-3286-4200-EA8E-6FEA43C82A7D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6" creationId="{8383DDE8-1455-D29C-D95C-B47CB10A06CF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7" creationId="{B48E5FDB-86A7-E0EB-ECEE-60745751FBC7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9" creationId="{618E6BFB-EC65-DB06-95E0-C2F26EE68651}"/>
          </ac:inkMkLst>
        </pc:inkChg>
        <pc:inkChg chg="add mod">
          <ac:chgData name="Leônidas Müller de Oliveira" userId="5af9566427f0cd7a" providerId="LiveId" clId="{A80AA9EE-3710-4EE1-8CCF-9C58DF61A99A}" dt="2025-05-26T23:17:31.179" v="2956"/>
          <ac:inkMkLst>
            <pc:docMk/>
            <pc:sldMk cId="3380683963" sldId="289"/>
            <ac:inkMk id="10" creationId="{D3EA1153-8101-0F40-B313-BB0D40E07C90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11" creationId="{2EB06DB2-BB06-58D4-4A95-BBC631CED477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13" creationId="{6C31933B-AFD7-B27D-DCEC-38619442B3FA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14" creationId="{5DEA4251-8D30-D278-0517-9426E4DE195A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15" creationId="{223847B8-A51C-D92F-B2D0-D62E17882347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16" creationId="{C2BA323E-557A-C74E-B9A2-0F643E911D8D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17" creationId="{5900A3D3-13DB-5168-4425-FA79865AF2CB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18" creationId="{CEACA46E-A716-1F49-6501-23B6B2BCA923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19" creationId="{B7C62911-B711-0665-C437-1228B5211ED7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20" creationId="{6893FBAC-3A84-EFF4-80CC-AA65AB44BC54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22" creationId="{7372311C-F029-0194-9E51-2947829F6D1F}"/>
          </ac:inkMkLst>
        </pc:inkChg>
        <pc:inkChg chg="add mod">
          <ac:chgData name="Leônidas Müller de Oliveira" userId="5af9566427f0cd7a" providerId="LiveId" clId="{A80AA9EE-3710-4EE1-8CCF-9C58DF61A99A}" dt="2025-05-26T23:17:31.179" v="2956"/>
          <ac:inkMkLst>
            <pc:docMk/>
            <pc:sldMk cId="3380683963" sldId="289"/>
            <ac:inkMk id="24" creationId="{FE15E3B3-7EC8-A0FD-C671-086FC79BBEB0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26" creationId="{AE5E6DF4-B4AD-1885-AF5B-A6AA403547E9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27" creationId="{DB693A00-BA21-1223-2FBB-6A5D28BF9BAF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28" creationId="{B00E3AFF-74B6-C325-6819-99E5CBAF98F4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29" creationId="{5AC6E6D2-34DA-9FE4-1381-210ED3EEA122}"/>
          </ac:inkMkLst>
        </pc:inkChg>
        <pc:inkChg chg="add mod">
          <ac:chgData name="Leônidas Müller de Oliveira" userId="5af9566427f0cd7a" providerId="LiveId" clId="{A80AA9EE-3710-4EE1-8CCF-9C58DF61A99A}" dt="2025-05-26T23:17:31.179" v="2956"/>
          <ac:inkMkLst>
            <pc:docMk/>
            <pc:sldMk cId="3380683963" sldId="289"/>
            <ac:inkMk id="31" creationId="{C162FEAA-9CA8-C072-6599-91DD85625469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32" creationId="{E036ED8D-AE78-9E23-46D9-8CA257035153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34" creationId="{B9747577-C15C-07E0-676D-9AA5304BC789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35" creationId="{E1EA5B69-D8F3-EB64-4846-089B3FBDE5DC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37" creationId="{C828C91B-6925-0329-2620-41FB2710867F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38" creationId="{9EFE8B26-A894-03E6-8DFB-B9562F777651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39" creationId="{96A78B3F-CBC1-F92C-43A1-D767B2C4046C}"/>
          </ac:inkMkLst>
        </pc:inkChg>
        <pc:inkChg chg="add del mod">
          <ac:chgData name="Leônidas Müller de Oliveira" userId="5af9566427f0cd7a" providerId="LiveId" clId="{A80AA9EE-3710-4EE1-8CCF-9C58DF61A99A}" dt="2025-05-26T23:17:38.669" v="2957" actId="478"/>
          <ac:inkMkLst>
            <pc:docMk/>
            <pc:sldMk cId="3380683963" sldId="289"/>
            <ac:inkMk id="40" creationId="{68B7E96F-B272-EDB2-82A0-5BDDF0025979}"/>
          </ac:inkMkLst>
        </pc:inkChg>
      </pc:sldChg>
      <pc:sldChg chg="add del">
        <pc:chgData name="Leônidas Müller de Oliveira" userId="5af9566427f0cd7a" providerId="LiveId" clId="{A80AA9EE-3710-4EE1-8CCF-9C58DF61A99A}" dt="2025-05-22T19:10:46.782" v="2154" actId="47"/>
        <pc:sldMkLst>
          <pc:docMk/>
          <pc:sldMk cId="2666968473" sldId="290"/>
        </pc:sldMkLst>
      </pc:sldChg>
      <pc:sldChg chg="addSp delSp modSp add mod ord">
        <pc:chgData name="Leônidas Müller de Oliveira" userId="5af9566427f0cd7a" providerId="LiveId" clId="{A80AA9EE-3710-4EE1-8CCF-9C58DF61A99A}" dt="2025-05-26T23:26:29.233" v="3049" actId="478"/>
        <pc:sldMkLst>
          <pc:docMk/>
          <pc:sldMk cId="1162287814" sldId="291"/>
        </pc:sldMkLst>
        <pc:spChg chg="mod">
          <ac:chgData name="Leônidas Müller de Oliveira" userId="5af9566427f0cd7a" providerId="LiveId" clId="{A80AA9EE-3710-4EE1-8CCF-9C58DF61A99A}" dt="2025-05-22T19:10:57.569" v="2184" actId="20577"/>
          <ac:spMkLst>
            <pc:docMk/>
            <pc:sldMk cId="1162287814" sldId="291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2T19:11:41.512" v="2260" actId="20577"/>
          <ac:spMkLst>
            <pc:docMk/>
            <pc:sldMk cId="1162287814" sldId="291"/>
            <ac:spMk id="143" creationId="{00000000-0000-0000-0000-000000000000}"/>
          </ac:spMkLst>
        </pc:spChg>
        <pc:grpChg chg="del mod">
          <ac:chgData name="Leônidas Müller de Oliveira" userId="5af9566427f0cd7a" providerId="LiveId" clId="{A80AA9EE-3710-4EE1-8CCF-9C58DF61A99A}" dt="2025-05-26T23:18:28.761" v="2976" actId="478"/>
          <ac:grpSpMkLst>
            <pc:docMk/>
            <pc:sldMk cId="1162287814" sldId="291"/>
            <ac:grpSpMk id="9" creationId="{8D806601-88E8-E946-01F4-5F4AE6BAA8CF}"/>
          </ac:grpSpMkLst>
        </pc:grpChg>
        <pc:grpChg chg="del mod">
          <ac:chgData name="Leônidas Müller de Oliveira" userId="5af9566427f0cd7a" providerId="LiveId" clId="{A80AA9EE-3710-4EE1-8CCF-9C58DF61A99A}" dt="2025-05-26T23:18:06.668" v="2970"/>
          <ac:grpSpMkLst>
            <pc:docMk/>
            <pc:sldMk cId="1162287814" sldId="291"/>
            <ac:grpSpMk id="12" creationId="{2A60C601-CC45-52D7-1EBF-D4A12222E97A}"/>
          </ac:grpSpMkLst>
        </pc:grpChg>
        <pc:grpChg chg="del mod">
          <ac:chgData name="Leônidas Müller de Oliveira" userId="5af9566427f0cd7a" providerId="LiveId" clId="{A80AA9EE-3710-4EE1-8CCF-9C58DF61A99A}" dt="2025-05-26T23:18:07.209" v="2972"/>
          <ac:grpSpMkLst>
            <pc:docMk/>
            <pc:sldMk cId="1162287814" sldId="291"/>
            <ac:grpSpMk id="14" creationId="{6442B498-7E08-9E46-46F9-3FF12D844EAD}"/>
          </ac:grpSpMkLst>
        </pc:grpChg>
        <pc:grpChg chg="del mod">
          <ac:chgData name="Leônidas Müller de Oliveira" userId="5af9566427f0cd7a" providerId="LiveId" clId="{A80AA9EE-3710-4EE1-8CCF-9C58DF61A99A}" dt="2025-05-26T23:18:09.934" v="2975"/>
          <ac:grpSpMkLst>
            <pc:docMk/>
            <pc:sldMk cId="1162287814" sldId="291"/>
            <ac:grpSpMk id="16" creationId="{014DC82D-B2A1-0E60-0F99-140FEFD91BA4}"/>
          </ac:grpSpMkLst>
        </pc:grpChg>
        <pc:grpChg chg="del mod">
          <ac:chgData name="Leônidas Müller de Oliveira" userId="5af9566427f0cd7a" providerId="LiveId" clId="{A80AA9EE-3710-4EE1-8CCF-9C58DF61A99A}" dt="2025-05-26T23:18:28.761" v="2976" actId="478"/>
          <ac:grpSpMkLst>
            <pc:docMk/>
            <pc:sldMk cId="1162287814" sldId="291"/>
            <ac:grpSpMk id="19" creationId="{298E617D-E3D1-5E0D-A372-F9161FAB3C45}"/>
          </ac:grpSpMkLst>
        </pc:grpChg>
        <pc:grpChg chg="del mod">
          <ac:chgData name="Leônidas Müller de Oliveira" userId="5af9566427f0cd7a" providerId="LiveId" clId="{A80AA9EE-3710-4EE1-8CCF-9C58DF61A99A}" dt="2025-05-26T23:20:42.656" v="2992"/>
          <ac:grpSpMkLst>
            <pc:docMk/>
            <pc:sldMk cId="1162287814" sldId="291"/>
            <ac:grpSpMk id="30" creationId="{5B9C58F7-DA8E-0B8F-59CE-23D4B3B1C35F}"/>
          </ac:grpSpMkLst>
        </pc:grpChg>
        <pc:grpChg chg="del mod">
          <ac:chgData name="Leônidas Müller de Oliveira" userId="5af9566427f0cd7a" providerId="LiveId" clId="{A80AA9EE-3710-4EE1-8CCF-9C58DF61A99A}" dt="2025-05-26T23:20:47.733" v="2994"/>
          <ac:grpSpMkLst>
            <pc:docMk/>
            <pc:sldMk cId="1162287814" sldId="291"/>
            <ac:grpSpMk id="35" creationId="{3C95322A-2350-523F-A08D-67CD34F58EE5}"/>
          </ac:grpSpMkLst>
        </pc:grpChg>
        <pc:grpChg chg="del mod">
          <ac:chgData name="Leônidas Müller de Oliveira" userId="5af9566427f0cd7a" providerId="LiveId" clId="{A80AA9EE-3710-4EE1-8CCF-9C58DF61A99A}" dt="2025-05-26T23:20:50.256" v="2996"/>
          <ac:grpSpMkLst>
            <pc:docMk/>
            <pc:sldMk cId="1162287814" sldId="291"/>
            <ac:grpSpMk id="37" creationId="{F8D3D6F7-508D-82A6-DA30-1A9006F0E12C}"/>
          </ac:grpSpMkLst>
        </pc:grpChg>
        <pc:grpChg chg="del mod">
          <ac:chgData name="Leônidas Müller de Oliveira" userId="5af9566427f0cd7a" providerId="LiveId" clId="{A80AA9EE-3710-4EE1-8CCF-9C58DF61A99A}" dt="2025-05-26T23:25:09.048" v="3021"/>
          <ac:grpSpMkLst>
            <pc:docMk/>
            <pc:sldMk cId="1162287814" sldId="291"/>
            <ac:grpSpMk id="39" creationId="{2B9D2CB2-A8FD-D692-3BBA-B92DA76128B8}"/>
          </ac:grpSpMkLst>
        </pc:grpChg>
        <pc:grpChg chg="del mod">
          <ac:chgData name="Leônidas Müller de Oliveira" userId="5af9566427f0cd7a" providerId="LiveId" clId="{A80AA9EE-3710-4EE1-8CCF-9C58DF61A99A}" dt="2025-05-26T23:23:27.703" v="3014"/>
          <ac:grpSpMkLst>
            <pc:docMk/>
            <pc:sldMk cId="1162287814" sldId="291"/>
            <ac:grpSpMk id="51" creationId="{8F056868-94BA-629E-42BF-D5DFFD991A27}"/>
          </ac:grpSpMkLst>
        </pc:grpChg>
        <pc:grpChg chg="del mod">
          <ac:chgData name="Leônidas Müller de Oliveira" userId="5af9566427f0cd7a" providerId="LiveId" clId="{A80AA9EE-3710-4EE1-8CCF-9C58DF61A99A}" dt="2025-05-26T23:25:09.048" v="3021"/>
          <ac:grpSpMkLst>
            <pc:docMk/>
            <pc:sldMk cId="1162287814" sldId="291"/>
            <ac:grpSpMk id="57" creationId="{D22249A0-B43E-459F-511D-F3BD010F96A8}"/>
          </ac:grpSpMkLst>
        </pc:grpChg>
        <pc:grpChg chg="del mod">
          <ac:chgData name="Leônidas Müller de Oliveira" userId="5af9566427f0cd7a" providerId="LiveId" clId="{A80AA9EE-3710-4EE1-8CCF-9C58DF61A99A}" dt="2025-05-26T23:25:09.048" v="3021"/>
          <ac:grpSpMkLst>
            <pc:docMk/>
            <pc:sldMk cId="1162287814" sldId="291"/>
            <ac:grpSpMk id="62" creationId="{FCBE6241-C647-FE96-BC87-FA60A0B8D4C0}"/>
          </ac:grpSpMkLst>
        </pc:grpChg>
        <pc:grpChg chg="del mod">
          <ac:chgData name="Leônidas Müller de Oliveira" userId="5af9566427f0cd7a" providerId="LiveId" clId="{A80AA9EE-3710-4EE1-8CCF-9C58DF61A99A}" dt="2025-05-26T23:25:11.328" v="3025"/>
          <ac:grpSpMkLst>
            <pc:docMk/>
            <pc:sldMk cId="1162287814" sldId="291"/>
            <ac:grpSpMk id="128" creationId="{199A3C9D-A0AA-F1D2-37D7-6306BE67C0F3}"/>
          </ac:grpSpMkLst>
        </pc:grpChg>
        <pc:grpChg chg="del mod">
          <ac:chgData name="Leônidas Müller de Oliveira" userId="5af9566427f0cd7a" providerId="LiveId" clId="{A80AA9EE-3710-4EE1-8CCF-9C58DF61A99A}" dt="2025-05-26T23:25:16.494" v="3030"/>
          <ac:grpSpMkLst>
            <pc:docMk/>
            <pc:sldMk cId="1162287814" sldId="291"/>
            <ac:grpSpMk id="132" creationId="{018E6988-D05E-C693-F4A5-C869DA48C12B}"/>
          </ac:grpSpMkLst>
        </pc:grpChg>
        <pc:grpChg chg="del mod">
          <ac:chgData name="Leônidas Müller de Oliveira" userId="5af9566427f0cd7a" providerId="LiveId" clId="{A80AA9EE-3710-4EE1-8CCF-9C58DF61A99A}" dt="2025-05-26T23:25:21.642" v="3040"/>
          <ac:grpSpMkLst>
            <pc:docMk/>
            <pc:sldMk cId="1162287814" sldId="291"/>
            <ac:grpSpMk id="137" creationId="{381C1715-9071-0D38-6723-AEF6D9BC89DD}"/>
          </ac:grpSpMkLst>
        </pc:grpChg>
        <pc:grpChg chg="del mod">
          <ac:chgData name="Leônidas Müller de Oliveira" userId="5af9566427f0cd7a" providerId="LiveId" clId="{A80AA9EE-3710-4EE1-8CCF-9C58DF61A99A}" dt="2025-05-26T23:25:28.966" v="3042"/>
          <ac:grpSpMkLst>
            <pc:docMk/>
            <pc:sldMk cId="1162287814" sldId="291"/>
            <ac:grpSpMk id="150" creationId="{AEA8A34F-01EB-603E-3975-96582004D7A6}"/>
          </ac:grpSpMkLst>
        </pc:grpChg>
        <pc:grpChg chg="del mod">
          <ac:chgData name="Leônidas Müller de Oliveira" userId="5af9566427f0cd7a" providerId="LiveId" clId="{A80AA9EE-3710-4EE1-8CCF-9C58DF61A99A}" dt="2025-05-26T23:25:35.650" v="3044"/>
          <ac:grpSpMkLst>
            <pc:docMk/>
            <pc:sldMk cId="1162287814" sldId="291"/>
            <ac:grpSpMk id="152" creationId="{655EB84F-758F-9024-BA5E-83E83E419DF2}"/>
          </ac:grpSpMkLst>
        </pc:grpChg>
        <pc:grpChg chg="del mod">
          <ac:chgData name="Leônidas Müller de Oliveira" userId="5af9566427f0cd7a" providerId="LiveId" clId="{A80AA9EE-3710-4EE1-8CCF-9C58DF61A99A}" dt="2025-05-26T23:25:53.594" v="3047"/>
          <ac:grpSpMkLst>
            <pc:docMk/>
            <pc:sldMk cId="1162287814" sldId="291"/>
            <ac:grpSpMk id="154" creationId="{E403FC2B-BDDF-609A-BAC1-B52E5F4D0B0C}"/>
          </ac:grpSpMkLst>
        </pc:grpChg>
        <pc:grpChg chg="del mod">
          <ac:chgData name="Leônidas Müller de Oliveira" userId="5af9566427f0cd7a" providerId="LiveId" clId="{A80AA9EE-3710-4EE1-8CCF-9C58DF61A99A}" dt="2025-05-26T23:26:29.233" v="3049" actId="478"/>
          <ac:grpSpMkLst>
            <pc:docMk/>
            <pc:sldMk cId="1162287814" sldId="291"/>
            <ac:grpSpMk id="157" creationId="{4F27B94C-FD75-0940-E318-1B77E919C807}"/>
          </ac:grpSpMkLst>
        </pc:grpChg>
        <pc:inkChg chg="add del mod">
          <ac:chgData name="Leônidas Müller de Oliveira" userId="5af9566427f0cd7a" providerId="LiveId" clId="{A80AA9EE-3710-4EE1-8CCF-9C58DF61A99A}" dt="2025-05-26T23:18:28.761" v="2976" actId="478"/>
          <ac:inkMkLst>
            <pc:docMk/>
            <pc:sldMk cId="1162287814" sldId="291"/>
            <ac:inkMk id="3" creationId="{04E2E808-8F73-47DD-A830-D2E2F3D75975}"/>
          </ac:inkMkLst>
        </pc:inkChg>
        <pc:inkChg chg="add del mod topLvl">
          <ac:chgData name="Leônidas Müller de Oliveira" userId="5af9566427f0cd7a" providerId="LiveId" clId="{A80AA9EE-3710-4EE1-8CCF-9C58DF61A99A}" dt="2025-05-26T23:18:28.761" v="2976" actId="478"/>
          <ac:inkMkLst>
            <pc:docMk/>
            <pc:sldMk cId="1162287814" sldId="291"/>
            <ac:inkMk id="4" creationId="{75815F04-CE31-E3C5-21DE-B093F9AE9C2E}"/>
          </ac:inkMkLst>
        </pc:inkChg>
        <pc:inkChg chg="add del mod topLvl">
          <ac:chgData name="Leônidas Müller de Oliveira" userId="5af9566427f0cd7a" providerId="LiveId" clId="{A80AA9EE-3710-4EE1-8CCF-9C58DF61A99A}" dt="2025-05-26T23:18:28.761" v="2976" actId="478"/>
          <ac:inkMkLst>
            <pc:docMk/>
            <pc:sldMk cId="1162287814" sldId="291"/>
            <ac:inkMk id="5" creationId="{C147ADCB-3509-5473-006D-8203737A2460}"/>
          </ac:inkMkLst>
        </pc:inkChg>
        <pc:inkChg chg="add del mod">
          <ac:chgData name="Leônidas Müller de Oliveira" userId="5af9566427f0cd7a" providerId="LiveId" clId="{A80AA9EE-3710-4EE1-8CCF-9C58DF61A99A}" dt="2025-05-26T23:18:28.761" v="2976" actId="478"/>
          <ac:inkMkLst>
            <pc:docMk/>
            <pc:sldMk cId="1162287814" sldId="291"/>
            <ac:inkMk id="6" creationId="{079F2F50-9E97-FBEB-C22F-E17305E06510}"/>
          </ac:inkMkLst>
        </pc:inkChg>
        <pc:inkChg chg="add del mod">
          <ac:chgData name="Leônidas Müller de Oliveira" userId="5af9566427f0cd7a" providerId="LiveId" clId="{A80AA9EE-3710-4EE1-8CCF-9C58DF61A99A}" dt="2025-05-26T23:18:28.761" v="2976" actId="478"/>
          <ac:inkMkLst>
            <pc:docMk/>
            <pc:sldMk cId="1162287814" sldId="291"/>
            <ac:inkMk id="7" creationId="{22F79DD6-0E0C-58E7-D73B-88A436B3DDE8}"/>
          </ac:inkMkLst>
        </pc:inkChg>
        <pc:inkChg chg="add del mod">
          <ac:chgData name="Leônidas Müller de Oliveira" userId="5af9566427f0cd7a" providerId="LiveId" clId="{A80AA9EE-3710-4EE1-8CCF-9C58DF61A99A}" dt="2025-05-26T23:18:28.761" v="2976" actId="478"/>
          <ac:inkMkLst>
            <pc:docMk/>
            <pc:sldMk cId="1162287814" sldId="291"/>
            <ac:inkMk id="8" creationId="{85628963-C27B-1FF8-CF79-37069E45827B}"/>
          </ac:inkMkLst>
        </pc:inkChg>
        <pc:inkChg chg="add del mod topLvl">
          <ac:chgData name="Leônidas Müller de Oliveira" userId="5af9566427f0cd7a" providerId="LiveId" clId="{A80AA9EE-3710-4EE1-8CCF-9C58DF61A99A}" dt="2025-05-26T23:18:28.761" v="2976" actId="478"/>
          <ac:inkMkLst>
            <pc:docMk/>
            <pc:sldMk cId="1162287814" sldId="291"/>
            <ac:inkMk id="10" creationId="{2FDD4420-50D1-95E4-2B7C-B6B089FA84B0}"/>
          </ac:inkMkLst>
        </pc:inkChg>
        <pc:inkChg chg="add del mod topLvl">
          <ac:chgData name="Leônidas Müller de Oliveira" userId="5af9566427f0cd7a" providerId="LiveId" clId="{A80AA9EE-3710-4EE1-8CCF-9C58DF61A99A}" dt="2025-05-26T23:18:28.761" v="2976" actId="478"/>
          <ac:inkMkLst>
            <pc:docMk/>
            <pc:sldMk cId="1162287814" sldId="291"/>
            <ac:inkMk id="11" creationId="{C53DAEA2-1489-52CF-7F7C-2B4AB0513678}"/>
          </ac:inkMkLst>
        </pc:inkChg>
        <pc:inkChg chg="add del mod">
          <ac:chgData name="Leônidas Müller de Oliveira" userId="5af9566427f0cd7a" providerId="LiveId" clId="{A80AA9EE-3710-4EE1-8CCF-9C58DF61A99A}" dt="2025-05-26T23:18:28.761" v="2976" actId="478"/>
          <ac:inkMkLst>
            <pc:docMk/>
            <pc:sldMk cId="1162287814" sldId="291"/>
            <ac:inkMk id="13" creationId="{72D7C719-1DE6-4216-F17C-448D5F7C5C34}"/>
          </ac:inkMkLst>
        </pc:inkChg>
        <pc:inkChg chg="add del mod">
          <ac:chgData name="Leônidas Müller de Oliveira" userId="5af9566427f0cd7a" providerId="LiveId" clId="{A80AA9EE-3710-4EE1-8CCF-9C58DF61A99A}" dt="2025-05-26T23:18:28.761" v="2976" actId="478"/>
          <ac:inkMkLst>
            <pc:docMk/>
            <pc:sldMk cId="1162287814" sldId="291"/>
            <ac:inkMk id="15" creationId="{98E7D1AA-D66B-9AC1-5318-827414502E4E}"/>
          </ac:inkMkLst>
        </pc:inkChg>
        <pc:inkChg chg="add del">
          <ac:chgData name="Leônidas Müller de Oliveira" userId="5af9566427f0cd7a" providerId="LiveId" clId="{A80AA9EE-3710-4EE1-8CCF-9C58DF61A99A}" dt="2025-05-26T23:18:28.761" v="2976" actId="478"/>
          <ac:inkMkLst>
            <pc:docMk/>
            <pc:sldMk cId="1162287814" sldId="291"/>
            <ac:inkMk id="17" creationId="{D527A7CA-B02A-056E-BF0F-EB56276959C1}"/>
          </ac:inkMkLst>
        </pc:inkChg>
        <pc:inkChg chg="add del mod">
          <ac:chgData name="Leônidas Müller de Oliveira" userId="5af9566427f0cd7a" providerId="LiveId" clId="{A80AA9EE-3710-4EE1-8CCF-9C58DF61A99A}" dt="2025-05-26T23:18:28.761" v="2976" actId="478"/>
          <ac:inkMkLst>
            <pc:docMk/>
            <pc:sldMk cId="1162287814" sldId="291"/>
            <ac:inkMk id="18" creationId="{3C1F1C71-646B-80A5-452F-E50309E9BC83}"/>
          </ac:inkMkLst>
        </pc:inkChg>
        <pc:inkChg chg="add del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20" creationId="{FE81B8FB-169A-9ABD-3282-E6FB203D0302}"/>
          </ac:inkMkLst>
        </pc:inkChg>
        <pc:inkChg chg="add del mod topLvl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21" creationId="{300F406C-9D58-40EE-1D2D-FF71D99E037D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22" creationId="{FA2DB070-4DC6-E07B-EC5A-B33735DB93D9}"/>
          </ac:inkMkLst>
        </pc:inkChg>
        <pc:inkChg chg="add del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23" creationId="{4A4A8611-3E20-0826-8E01-1D495FD9500F}"/>
          </ac:inkMkLst>
        </pc:inkChg>
        <pc:inkChg chg="add del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24" creationId="{30CF47C2-FA10-EF16-E8B6-D3C1315B4B6E}"/>
          </ac:inkMkLst>
        </pc:inkChg>
        <pc:inkChg chg="add del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25" creationId="{F74C0D65-A4E7-7053-5231-1118B4EBC6FD}"/>
          </ac:inkMkLst>
        </pc:inkChg>
        <pc:inkChg chg="add del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26" creationId="{520671AC-6BD2-09D1-D605-BB824BF74BE2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27" creationId="{5CCD0039-EE75-F258-DD90-14458208CC2F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28" creationId="{44D60A4B-6D17-06A7-0A40-EF8C2CC3FE0F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29" creationId="{1E8C8764-62C3-35A3-CBB4-C2E643E4470E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31" creationId="{E9DF73E1-548D-2D8A-BA75-C7C64478D139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32" creationId="{047B83B8-7A67-A6A9-68D4-DF0CAA5925E6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33" creationId="{B5407FD6-5F1F-7BCF-0DA4-C5E5C88D5CB7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34" creationId="{B6ECC879-2518-61C7-A234-0AE2E0DE75F2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36" creationId="{5FC5AFAB-B66A-F140-8DB0-916ED8959D10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38" creationId="{D5EEF062-F658-519C-5EFE-C1D8BC9B73CD}"/>
          </ac:inkMkLst>
        </pc:inkChg>
        <pc:inkChg chg="add del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40" creationId="{5B53B527-81A7-D5E4-E02E-C6B8D4260C4F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41" creationId="{990534ED-9A39-ABC4-9103-80F17AD45471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42" creationId="{F61DADBC-2BBB-6920-6357-8C8284C9D325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43" creationId="{731528A0-289E-8784-C2BF-57911B0480A2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44" creationId="{C89EE74C-D0FF-B7C8-06FC-979886F701E7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45" creationId="{9AC279B4-E153-398A-048A-D0D161F6638C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46" creationId="{8F69AEC1-0509-1B11-E3D3-9BC1AEFBD890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47" creationId="{A056F54E-E7B5-BE90-A9A8-37E53DB670CB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48" creationId="{7A953802-D79F-B756-B21C-8F0B33A77557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49" creationId="{D5AAC559-9368-D432-D0FC-FD266F2BB096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50" creationId="{2BC68EEF-0F55-1964-A8EC-6B44931CCA3F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52" creationId="{0DBB391F-F84E-E978-A82D-206B9A4B5C2B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53" creationId="{D571E3A8-8860-CE42-D756-44587E1B8B99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54" creationId="{70CCB1B2-361F-696D-99F7-FFA809309C2B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55" creationId="{DC188FF7-885A-39FF-02AD-7F1F0F38B063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56" creationId="{6F1E25D1-74F3-BF6F-DB0A-DA8300285408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58" creationId="{B9F3D80E-1B57-DFD6-7039-154B273D9C23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59" creationId="{49BEB506-2454-BA14-EDE0-6548F691B26C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60" creationId="{513F4C05-D28D-4628-166C-90453237126B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61" creationId="{254A1272-E9B9-5C17-7E5B-F6BB14278B21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63" creationId="{67CB162A-3E94-9932-BF6F-286A228B43CE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29" creationId="{A956CDEC-B038-7311-197D-3B73C50CE76D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30" creationId="{8ABBDFA0-D9C9-56D1-C4AC-171D50FDAEB2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31" creationId="{BD3D55EE-BBBB-3734-292D-90CEDFC26004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33" creationId="{F046E12F-3A99-B5B5-8F22-5039396F7A2B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34" creationId="{CA172E39-D355-E716-ABA2-1B4F8AFC04A7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35" creationId="{E9E1DE76-3797-89E2-81FD-3699B1CD638B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36" creationId="{8E5E8143-1610-E92B-4D98-ECF128018D26}"/>
          </ac:inkMkLst>
        </pc:inkChg>
        <pc:inkChg chg="add del mod topLvl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38" creationId="{9BE485F6-E1F9-9778-6AFF-6B5DB622B7E3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39" creationId="{45DA05A0-FEE8-2AC5-7CEE-1D41F4691D4E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42" creationId="{AD540D01-5642-DF3F-2B8B-5966E29B704F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44" creationId="{12B1B666-BA59-FDB3-A128-7BBBB6286CDD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45" creationId="{D1DE89F1-2E97-664D-2542-BDE920605562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46" creationId="{ACEA1CE5-4828-F19C-D66B-0E964629A8ED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47" creationId="{B7532F40-81B6-759D-FA33-188079B56595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48" creationId="{05D2623F-AEAA-AF7D-7E92-676BD7E982AE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49" creationId="{01B1D1B9-923E-43A1-8FC5-42D4CF37E7F0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51" creationId="{18D1A0AA-22A1-1159-FC47-EFFB047C645B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53" creationId="{8FE9DAF0-1762-63AD-E846-894A3E97FCF0}"/>
          </ac:inkMkLst>
        </pc:inkChg>
        <pc:inkChg chg="add del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55" creationId="{CE5A91B3-8A08-7A3D-0EC4-36460685B6AD}"/>
          </ac:inkMkLst>
        </pc:inkChg>
        <pc:inkChg chg="add del mod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56" creationId="{71B2C6F4-EE63-9C45-3A67-83F39D403EFE}"/>
          </ac:inkMkLst>
        </pc:inkChg>
        <pc:inkChg chg="add del">
          <ac:chgData name="Leônidas Müller de Oliveira" userId="5af9566427f0cd7a" providerId="LiveId" clId="{A80AA9EE-3710-4EE1-8CCF-9C58DF61A99A}" dt="2025-05-26T23:26:29.233" v="3049" actId="478"/>
          <ac:inkMkLst>
            <pc:docMk/>
            <pc:sldMk cId="1162287814" sldId="291"/>
            <ac:inkMk id="158" creationId="{1E014A0E-354F-9BBF-902A-747943877390}"/>
          </ac:inkMkLst>
        </pc:inkChg>
      </pc:sldChg>
      <pc:sldChg chg="delSp modSp add mod">
        <pc:chgData name="Leônidas Müller de Oliveira" userId="5af9566427f0cd7a" providerId="LiveId" clId="{A80AA9EE-3710-4EE1-8CCF-9C58DF61A99A}" dt="2025-05-22T19:54:03.330" v="2546" actId="6549"/>
        <pc:sldMkLst>
          <pc:docMk/>
          <pc:sldMk cId="4250600602" sldId="292"/>
        </pc:sldMkLst>
        <pc:spChg chg="del">
          <ac:chgData name="Leônidas Müller de Oliveira" userId="5af9566427f0cd7a" providerId="LiveId" clId="{A80AA9EE-3710-4EE1-8CCF-9C58DF61A99A}" dt="2025-05-22T19:51:50.117" v="2380" actId="478"/>
          <ac:spMkLst>
            <pc:docMk/>
            <pc:sldMk cId="4250600602" sldId="292"/>
            <ac:spMk id="7" creationId="{FD65234F-CE76-4586-9D67-44EDBAE0C0F0}"/>
          </ac:spMkLst>
        </pc:spChg>
        <pc:spChg chg="mod">
          <ac:chgData name="Leônidas Müller de Oliveira" userId="5af9566427f0cd7a" providerId="LiveId" clId="{A80AA9EE-3710-4EE1-8CCF-9C58DF61A99A}" dt="2025-05-22T19:52:14.229" v="2396" actId="14100"/>
          <ac:spMkLst>
            <pc:docMk/>
            <pc:sldMk cId="4250600602" sldId="292"/>
            <ac:spMk id="140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46:04.534" v="2376" actId="20577"/>
          <ac:spMkLst>
            <pc:docMk/>
            <pc:sldMk cId="4250600602" sldId="292"/>
            <ac:spMk id="141" creationId="{00000000-0000-0000-0000-000000000000}"/>
          </ac:spMkLst>
        </pc:spChg>
        <pc:spChg chg="mod">
          <ac:chgData name="Leônidas Müller de Oliveira" userId="5af9566427f0cd7a" providerId="LiveId" clId="{A80AA9EE-3710-4EE1-8CCF-9C58DF61A99A}" dt="2025-05-22T19:54:03.330" v="2546" actId="6549"/>
          <ac:spMkLst>
            <pc:docMk/>
            <pc:sldMk cId="4250600602" sldId="292"/>
            <ac:spMk id="143" creationId="{00000000-0000-0000-0000-000000000000}"/>
          </ac:spMkLst>
        </pc:spChg>
      </pc:sldChg>
      <pc:sldChg chg="addSp delSp modSp add mod">
        <pc:chgData name="Leônidas Müller de Oliveira" userId="5af9566427f0cd7a" providerId="LiveId" clId="{A80AA9EE-3710-4EE1-8CCF-9C58DF61A99A}" dt="2025-05-26T23:14:59.783" v="2916" actId="478"/>
        <pc:sldMkLst>
          <pc:docMk/>
          <pc:sldMk cId="630394464" sldId="293"/>
        </pc:sldMkLst>
        <pc:spChg chg="mod">
          <ac:chgData name="Leônidas Müller de Oliveira" userId="5af9566427f0cd7a" providerId="LiveId" clId="{A80AA9EE-3710-4EE1-8CCF-9C58DF61A99A}" dt="2025-05-23T13:27:44.475" v="2786" actId="20577"/>
          <ac:spMkLst>
            <pc:docMk/>
            <pc:sldMk cId="630394464" sldId="293"/>
            <ac:spMk id="2" creationId="{9D0A2DFE-1C84-0760-9A85-57738A763B74}"/>
          </ac:spMkLst>
        </pc:spChg>
        <pc:spChg chg="mod">
          <ac:chgData name="Leônidas Müller de Oliveira" userId="5af9566427f0cd7a" providerId="LiveId" clId="{A80AA9EE-3710-4EE1-8CCF-9C58DF61A99A}" dt="2025-05-23T13:27:34.053" v="2763" actId="20577"/>
          <ac:spMkLst>
            <pc:docMk/>
            <pc:sldMk cId="630394464" sldId="293"/>
            <ac:spMk id="143" creationId="{00000000-0000-0000-0000-000000000000}"/>
          </ac:spMkLst>
        </pc:spChg>
        <pc:grpChg chg="del mod">
          <ac:chgData name="Leônidas Müller de Oliveira" userId="5af9566427f0cd7a" providerId="LiveId" clId="{A80AA9EE-3710-4EE1-8CCF-9C58DF61A99A}" dt="2025-05-26T23:14:59.783" v="2916" actId="478"/>
          <ac:grpSpMkLst>
            <pc:docMk/>
            <pc:sldMk cId="630394464" sldId="293"/>
            <ac:grpSpMk id="11" creationId="{9E18623B-256F-2595-60BF-4F778D7AEC1D}"/>
          </ac:grpSpMkLst>
        </pc:grpChg>
        <pc:grpChg chg="del mod">
          <ac:chgData name="Leônidas Müller de Oliveira" userId="5af9566427f0cd7a" providerId="LiveId" clId="{A80AA9EE-3710-4EE1-8CCF-9C58DF61A99A}" dt="2025-05-26T23:14:59.783" v="2916" actId="478"/>
          <ac:grpSpMkLst>
            <pc:docMk/>
            <pc:sldMk cId="630394464" sldId="293"/>
            <ac:grpSpMk id="15" creationId="{705323FE-9D4E-133E-FCCC-8042506177F0}"/>
          </ac:grpSpMkLst>
        </pc:grpChg>
        <pc:inkChg chg="add del">
          <ac:chgData name="Leônidas Müller de Oliveira" userId="5af9566427f0cd7a" providerId="LiveId" clId="{A80AA9EE-3710-4EE1-8CCF-9C58DF61A99A}" dt="2025-05-26T23:14:59.783" v="2916" actId="478"/>
          <ac:inkMkLst>
            <pc:docMk/>
            <pc:sldMk cId="630394464" sldId="293"/>
            <ac:inkMk id="3" creationId="{06BC4907-5D2E-A984-5E29-EB04BA57083C}"/>
          </ac:inkMkLst>
        </pc:inkChg>
        <pc:inkChg chg="add del">
          <ac:chgData name="Leônidas Müller de Oliveira" userId="5af9566427f0cd7a" providerId="LiveId" clId="{A80AA9EE-3710-4EE1-8CCF-9C58DF61A99A}" dt="2025-05-26T23:14:59.783" v="2916" actId="478"/>
          <ac:inkMkLst>
            <pc:docMk/>
            <pc:sldMk cId="630394464" sldId="293"/>
            <ac:inkMk id="4" creationId="{66A7B437-9FB6-D773-393A-0DB03561D3D5}"/>
          </ac:inkMkLst>
        </pc:inkChg>
        <pc:inkChg chg="add del">
          <ac:chgData name="Leônidas Müller de Oliveira" userId="5af9566427f0cd7a" providerId="LiveId" clId="{A80AA9EE-3710-4EE1-8CCF-9C58DF61A99A}" dt="2025-05-26T23:14:59.783" v="2916" actId="478"/>
          <ac:inkMkLst>
            <pc:docMk/>
            <pc:sldMk cId="630394464" sldId="293"/>
            <ac:inkMk id="5" creationId="{FAFA7DC3-CD5A-05A7-234D-5EC2E62B6B98}"/>
          </ac:inkMkLst>
        </pc:inkChg>
        <pc:inkChg chg="add del">
          <ac:chgData name="Leônidas Müller de Oliveira" userId="5af9566427f0cd7a" providerId="LiveId" clId="{A80AA9EE-3710-4EE1-8CCF-9C58DF61A99A}" dt="2025-05-26T23:14:59.783" v="2916" actId="478"/>
          <ac:inkMkLst>
            <pc:docMk/>
            <pc:sldMk cId="630394464" sldId="293"/>
            <ac:inkMk id="6" creationId="{BF924A97-F7E3-AA41-DE2B-305E9E5DC884}"/>
          </ac:inkMkLst>
        </pc:inkChg>
        <pc:inkChg chg="add del">
          <ac:chgData name="Leônidas Müller de Oliveira" userId="5af9566427f0cd7a" providerId="LiveId" clId="{A80AA9EE-3710-4EE1-8CCF-9C58DF61A99A}" dt="2025-05-26T23:14:59.783" v="2916" actId="478"/>
          <ac:inkMkLst>
            <pc:docMk/>
            <pc:sldMk cId="630394464" sldId="293"/>
            <ac:inkMk id="7" creationId="{3B39F82C-6290-B59E-0183-8140ADB9D30D}"/>
          </ac:inkMkLst>
        </pc:inkChg>
        <pc:inkChg chg="add del mod topLvl">
          <ac:chgData name="Leônidas Müller de Oliveira" userId="5af9566427f0cd7a" providerId="LiveId" clId="{A80AA9EE-3710-4EE1-8CCF-9C58DF61A99A}" dt="2025-05-26T23:14:59.783" v="2916" actId="478"/>
          <ac:inkMkLst>
            <pc:docMk/>
            <pc:sldMk cId="630394464" sldId="293"/>
            <ac:inkMk id="8" creationId="{8C81D90B-2CBF-D395-0B01-59A43BCCB6CB}"/>
          </ac:inkMkLst>
        </pc:inkChg>
        <pc:inkChg chg="add del mod topLvl">
          <ac:chgData name="Leônidas Müller de Oliveira" userId="5af9566427f0cd7a" providerId="LiveId" clId="{A80AA9EE-3710-4EE1-8CCF-9C58DF61A99A}" dt="2025-05-26T23:14:59.783" v="2916" actId="478"/>
          <ac:inkMkLst>
            <pc:docMk/>
            <pc:sldMk cId="630394464" sldId="293"/>
            <ac:inkMk id="9" creationId="{3857AE16-956A-EDB4-ADB0-68C2629BAE93}"/>
          </ac:inkMkLst>
        </pc:inkChg>
        <pc:inkChg chg="add del">
          <ac:chgData name="Leônidas Müller de Oliveira" userId="5af9566427f0cd7a" providerId="LiveId" clId="{A80AA9EE-3710-4EE1-8CCF-9C58DF61A99A}" dt="2025-05-26T23:14:59.783" v="2916" actId="478"/>
          <ac:inkMkLst>
            <pc:docMk/>
            <pc:sldMk cId="630394464" sldId="293"/>
            <ac:inkMk id="10" creationId="{D298F5F4-ED30-290B-7CE6-624E0E90629C}"/>
          </ac:inkMkLst>
        </pc:inkChg>
        <pc:inkChg chg="add del mod topLvl">
          <ac:chgData name="Leônidas Müller de Oliveira" userId="5af9566427f0cd7a" providerId="LiveId" clId="{A80AA9EE-3710-4EE1-8CCF-9C58DF61A99A}" dt="2025-05-26T23:14:59.783" v="2916" actId="478"/>
          <ac:inkMkLst>
            <pc:docMk/>
            <pc:sldMk cId="630394464" sldId="293"/>
            <ac:inkMk id="12" creationId="{0D423A23-0215-3D00-0E0E-62AA1DD393F5}"/>
          </ac:inkMkLst>
        </pc:inkChg>
        <pc:inkChg chg="add del mod topLvl">
          <ac:chgData name="Leônidas Müller de Oliveira" userId="5af9566427f0cd7a" providerId="LiveId" clId="{A80AA9EE-3710-4EE1-8CCF-9C58DF61A99A}" dt="2025-05-26T23:14:59.783" v="2916" actId="478"/>
          <ac:inkMkLst>
            <pc:docMk/>
            <pc:sldMk cId="630394464" sldId="293"/>
            <ac:inkMk id="13" creationId="{8A017306-3C5C-1E9D-2F85-BCDFA01FBB03}"/>
          </ac:inkMkLst>
        </pc:inkChg>
        <pc:inkChg chg="add del mod">
          <ac:chgData name="Leônidas Müller de Oliveira" userId="5af9566427f0cd7a" providerId="LiveId" clId="{A80AA9EE-3710-4EE1-8CCF-9C58DF61A99A}" dt="2025-05-26T23:14:59.783" v="2916" actId="478"/>
          <ac:inkMkLst>
            <pc:docMk/>
            <pc:sldMk cId="630394464" sldId="293"/>
            <ac:inkMk id="14" creationId="{53619F9A-9802-A0BB-1016-19C8F661E664}"/>
          </ac:inkMkLst>
        </pc:inkChg>
        <pc:inkChg chg="add del">
          <ac:chgData name="Leônidas Müller de Oliveira" userId="5af9566427f0cd7a" providerId="LiveId" clId="{A80AA9EE-3710-4EE1-8CCF-9C58DF61A99A}" dt="2025-05-26T23:14:59.783" v="2916" actId="478"/>
          <ac:inkMkLst>
            <pc:docMk/>
            <pc:sldMk cId="630394464" sldId="293"/>
            <ac:inkMk id="16" creationId="{124C0D9E-13F3-C4F6-764A-850749103C37}"/>
          </ac:inkMkLst>
        </pc:inkChg>
      </pc:sldChg>
    </pc:docChg>
  </pc:docChgLst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725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560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433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7001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>
                <a:solidFill>
                  <a:schemeClr val="dk1"/>
                </a:solidFill>
              </a:rPr>
              <a:t>Slide de agenda — Opção 1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5775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4256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6022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0005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6834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1786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5375" y="1779572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ESTRUTURAS METÁLICAS</a:t>
            </a:r>
            <a:endParaRPr sz="2400" b="1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Apresentação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825874" y="736976"/>
            <a:ext cx="4697525" cy="1419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Engenheiro Mecatrônico e Mecânico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+15 Anos de Experiência como Calculista de Estruturas Metálicas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Especialista em Desenvolvimento de Equipamentos Industriais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Obras em todos os países da América Latina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Diretor da LM Engenharia e Treinamentos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+ 1000 Projetos Calculados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Autor do Livro Estruturas Metálicas: Definição de Cargas e Dimensionamento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142;p7">
            <a:extLst>
              <a:ext uri="{FF2B5EF4-FFF2-40B4-BE49-F238E27FC236}">
                <a16:creationId xmlns:a16="http://schemas.microsoft.com/office/drawing/2014/main" id="{FD65234F-CE76-4586-9D67-44EDBAE0C0F0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Eng. Leônidas Müller</a:t>
            </a:r>
          </a:p>
        </p:txBody>
      </p:sp>
    </p:spTree>
    <p:extLst>
      <p:ext uri="{BB962C8B-B14F-4D97-AF65-F5344CB8AC3E}">
        <p14:creationId xmlns:p14="http://schemas.microsoft.com/office/powerpoint/2010/main" val="318777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9144000" cy="1205318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2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Objetivo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1380547" y="1390370"/>
            <a:ext cx="5789181" cy="1419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Neste módulo, o meu objetivo é que você domine não só a parte teórica, mas também as ferramentas e os processos práticos para projetar estruturas metálicas com segurança, precisão e dentro das normas. Eu vou te guiar desde a concepção da estrutura, através da definição da geometria, modelagem no CYPE3D, até o dimensionamento da estrutura, para você se sentir seguro ao entregar um projeto de estrutura metálica</a:t>
            </a:r>
          </a:p>
        </p:txBody>
      </p:sp>
    </p:spTree>
    <p:extLst>
      <p:ext uri="{BB962C8B-B14F-4D97-AF65-F5344CB8AC3E}">
        <p14:creationId xmlns:p14="http://schemas.microsoft.com/office/powerpoint/2010/main" val="4250600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825874" y="1206691"/>
            <a:ext cx="4697525" cy="347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Concepção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Ações Atuantes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Forças Aplicadas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Dimensionamento Perfis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Dimensionamento das Ligações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Detalhamento Executivo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Memorial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42;p7">
            <a:extLst>
              <a:ext uri="{FF2B5EF4-FFF2-40B4-BE49-F238E27FC236}">
                <a16:creationId xmlns:a16="http://schemas.microsoft.com/office/drawing/2014/main" id="{9D0A2DFE-1C84-0760-9A85-57738A763B74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Etapas Projetos de Estruturas Metálicas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825874" y="830227"/>
            <a:ext cx="4697525" cy="347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Tipos de Estruturas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Normas Aplicadas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Processo de Fabricação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Tipos de Perfis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Tipos de Aço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Procedimento de Dimensionamento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Relatório de Entrega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42;p7">
            <a:extLst>
              <a:ext uri="{FF2B5EF4-FFF2-40B4-BE49-F238E27FC236}">
                <a16:creationId xmlns:a16="http://schemas.microsoft.com/office/drawing/2014/main" id="{9D0A2DFE-1C84-0760-9A85-57738A763B74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Roteiro do Conhecimento</a:t>
            </a:r>
          </a:p>
        </p:txBody>
      </p:sp>
    </p:spTree>
    <p:extLst>
      <p:ext uri="{BB962C8B-B14F-4D97-AF65-F5344CB8AC3E}">
        <p14:creationId xmlns:p14="http://schemas.microsoft.com/office/powerpoint/2010/main" val="630394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854250" y="768128"/>
            <a:ext cx="4697525" cy="39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Coberturas de 2 Águas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Coberturas de 1 Água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Coberturas em Arco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Coberturas Posto de Combustível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Mezaninos e Escadas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Torres e Passarelas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Silos Armazenadores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Edificações de Múltiplos Pavimentos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42;p7">
            <a:extLst>
              <a:ext uri="{FF2B5EF4-FFF2-40B4-BE49-F238E27FC236}">
                <a16:creationId xmlns:a16="http://schemas.microsoft.com/office/drawing/2014/main" id="{9D0A2DFE-1C84-0760-9A85-57738A763B74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Tipos de Estruturas Metálicas</a:t>
            </a:r>
          </a:p>
        </p:txBody>
      </p:sp>
    </p:spTree>
    <p:extLst>
      <p:ext uri="{BB962C8B-B14F-4D97-AF65-F5344CB8AC3E}">
        <p14:creationId xmlns:p14="http://schemas.microsoft.com/office/powerpoint/2010/main" val="3380683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854250" y="768128"/>
            <a:ext cx="4697525" cy="39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NBR 6120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NBR 6123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NBR 8681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NBR 8800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NBR 14762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NBR 6355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42;p7">
            <a:extLst>
              <a:ext uri="{FF2B5EF4-FFF2-40B4-BE49-F238E27FC236}">
                <a16:creationId xmlns:a16="http://schemas.microsoft.com/office/drawing/2014/main" id="{9D0A2DFE-1C84-0760-9A85-57738A763B74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Principais Normas Técnicas</a:t>
            </a:r>
          </a:p>
        </p:txBody>
      </p:sp>
    </p:spTree>
    <p:extLst>
      <p:ext uri="{BB962C8B-B14F-4D97-AF65-F5344CB8AC3E}">
        <p14:creationId xmlns:p14="http://schemas.microsoft.com/office/powerpoint/2010/main" val="1162287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NBR6120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310050" y="988228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Cargas para Cálculo de Estruturas e Edificações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854250" y="768128"/>
            <a:ext cx="4697525" cy="39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Cargas Permanentes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Cargas Acidentais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Sobrecarga Característica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283063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NBR6123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310050" y="988228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Forças Devidas ao Vento em Edificações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854250" y="768128"/>
            <a:ext cx="4697525" cy="39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Velocidade Básica do Vento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Fator Topográfico - S</a:t>
            </a:r>
            <a:r>
              <a:rPr lang="pt-BR" sz="1600" b="1" i="0" u="none" strike="noStrike" cap="none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Fator Rugosidade, Dimensão e Altura - S</a:t>
            </a:r>
            <a:r>
              <a:rPr lang="pt-BR" sz="1600" b="1" i="0" u="none" strike="noStrike" cap="none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Fator Estatístico - S</a:t>
            </a:r>
            <a:r>
              <a:rPr lang="pt-BR" sz="1600" b="1" i="0" u="none" strike="noStrike" cap="none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baseline="-25000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04800"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Velocidade Característica</a:t>
            </a:r>
            <a:endParaRPr sz="1600" b="1" i="0" u="none" strike="noStrike" cap="none" baseline="-25000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Pressão Dinâmica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Coeficiente de Pressão Externo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Coeficiente de Pressão Interno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23144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NBR8681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310050" y="988228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Ações e Segurança nas Estruturas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854250" y="768128"/>
            <a:ext cx="4697525" cy="39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Estados Limites Últimos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Estados Limites de Serviço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Ações Permanentes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Ações Variáveis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Ações Excepcionais</a:t>
            </a:r>
            <a:endParaRPr sz="1600" b="1" i="0" u="none" strike="noStrike" cap="none" baseline="-25000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Cargas Acidentais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44969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NBR14762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310050" y="988228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Dimensionamento de estruturas de aço constituídas de perfis formados a frio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854250" y="768128"/>
            <a:ext cx="4697525" cy="39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Tipos de Aços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Método da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 Larguras Efetivas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Relação Largura x Espessura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Limitação de Esbeltez de Barras Comprimidas &lt; 200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Esforços Solicitantes nas Barras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Ligações Soldadas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Ligações Parafusadas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Deslocamentos Máximos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54911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NBR6355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310050" y="988228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Perfis estruturais de aço formados a frio – Padronização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3854250" y="768128"/>
            <a:ext cx="4697525" cy="39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Tabela de Perfis Comerciais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Cantoneiras de Abas Igual</a:t>
            </a: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Perfil U Simples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Perfil U Enrijecido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Perfil Z Enrijecido a 90°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Perfil Z Enrijecido a 45°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Perfil Cartola</a:t>
            </a:r>
            <a:endParaRPr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58716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1519246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É isso aí muito obrigado e te vejo na próxima aula!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1804</TotalTime>
  <Words>469</Words>
  <Application>Microsoft Office PowerPoint</Application>
  <PresentationFormat>Apresentação na tela (16:9)</PresentationFormat>
  <Paragraphs>162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Roboto Black</vt:lpstr>
      <vt:lpstr>Roboto Light</vt:lpstr>
      <vt:lpstr>Roboto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2025-05-26T23:38:41Z</dcterms:modified>
</cp:coreProperties>
</file>