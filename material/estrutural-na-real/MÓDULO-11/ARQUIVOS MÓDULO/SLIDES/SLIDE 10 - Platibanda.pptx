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9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86" r:id="rId3"/>
    <p:sldId id="326" r:id="rId4"/>
    <p:sldId id="354" r:id="rId5"/>
    <p:sldId id="353" r:id="rId6"/>
    <p:sldId id="329" r:id="rId7"/>
    <p:sldId id="327" r:id="rId8"/>
    <p:sldId id="359" r:id="rId9"/>
    <p:sldId id="360" r:id="rId10"/>
    <p:sldId id="355" r:id="rId11"/>
    <p:sldId id="349" r:id="rId12"/>
    <p:sldId id="357" r:id="rId13"/>
    <p:sldId id="321" r:id="rId14"/>
    <p:sldId id="322" r:id="rId15"/>
    <p:sldId id="281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lack" panose="02000000000000000000" pitchFamily="2" charset="0"/>
      <p:bold r:id="rId22"/>
      <p:boldItalic r:id="rId23"/>
    </p:embeddedFont>
    <p:embeddedFont>
      <p:font typeface="Roboto Light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3D9B0-916F-4F35-AD1A-C0D440E0B847}" v="95" dt="2025-06-01T22:17:11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8D31AAA6-FEB4-483A-8BC0-83390146B854}"/>
    <pc:docChg chg="undo custSel addSld delSld modSld sldOrd">
      <pc:chgData name="Leônidas Müller de Oliveira" userId="5af9566427f0cd7a" providerId="LiveId" clId="{8D31AAA6-FEB4-483A-8BC0-83390146B854}" dt="2022-10-18T01:00:54.604" v="2485" actId="20577"/>
      <pc:docMkLst>
        <pc:docMk/>
      </pc:docMkLst>
      <pc:sldChg chg="modSp mod">
        <pc:chgData name="Leônidas Müller de Oliveira" userId="5af9566427f0cd7a" providerId="LiveId" clId="{8D31AAA6-FEB4-483A-8BC0-83390146B854}" dt="2022-10-17T14:22:05.913" v="198" actId="20577"/>
        <pc:sldMkLst>
          <pc:docMk/>
          <pc:sldMk cId="0" sldId="257"/>
        </pc:sldMkLst>
        <pc:spChg chg="mod">
          <ac:chgData name="Leônidas Müller de Oliveira" userId="5af9566427f0cd7a" providerId="LiveId" clId="{8D31AAA6-FEB4-483A-8BC0-83390146B854}" dt="2022-10-17T14:21:42.110" v="96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8D31AAA6-FEB4-483A-8BC0-83390146B854}" dt="2022-10-17T14:22:05.913" v="198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8D31AAA6-FEB4-483A-8BC0-83390146B854}" dt="2022-10-17T14:21:34.718" v="82" actId="20577"/>
        <pc:sldMkLst>
          <pc:docMk/>
          <pc:sldMk cId="4004384132" sldId="286"/>
        </pc:sldMkLst>
        <pc:spChg chg="mod">
          <ac:chgData name="Leônidas Müller de Oliveira" userId="5af9566427f0cd7a" providerId="LiveId" clId="{8D31AAA6-FEB4-483A-8BC0-83390146B854}" dt="2022-10-17T14:21:27.529" v="68" actId="2710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4:20:38.027" v="25" actId="20577"/>
          <ac:spMkLst>
            <pc:docMk/>
            <pc:sldMk cId="4004384132" sldId="286"/>
            <ac:spMk id="10" creationId="{D7001BA3-CB80-4627-9BF8-F969EC7D3809}"/>
          </ac:spMkLst>
        </pc:spChg>
        <pc:spChg chg="mod">
          <ac:chgData name="Leônidas Müller de Oliveira" userId="5af9566427f0cd7a" providerId="LiveId" clId="{8D31AAA6-FEB4-483A-8BC0-83390146B854}" dt="2022-10-17T14:21:34.718" v="82" actId="20577"/>
          <ac:spMkLst>
            <pc:docMk/>
            <pc:sldMk cId="4004384132" sldId="286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8D31AAA6-FEB4-483A-8BC0-83390146B854}" dt="2022-10-17T15:15:30.576" v="284" actId="47"/>
        <pc:sldMkLst>
          <pc:docMk/>
          <pc:sldMk cId="196204676" sldId="288"/>
        </pc:sldMkLst>
      </pc:sldChg>
      <pc:sldChg chg="del">
        <pc:chgData name="Leônidas Müller de Oliveira" userId="5af9566427f0cd7a" providerId="LiveId" clId="{8D31AAA6-FEB4-483A-8BC0-83390146B854}" dt="2022-10-17T15:15:30.576" v="284" actId="47"/>
        <pc:sldMkLst>
          <pc:docMk/>
          <pc:sldMk cId="3083649940" sldId="289"/>
        </pc:sldMkLst>
      </pc:sldChg>
      <pc:sldChg chg="del">
        <pc:chgData name="Leônidas Müller de Oliveira" userId="5af9566427f0cd7a" providerId="LiveId" clId="{8D31AAA6-FEB4-483A-8BC0-83390146B854}" dt="2022-10-17T15:15:30.576" v="284" actId="47"/>
        <pc:sldMkLst>
          <pc:docMk/>
          <pc:sldMk cId="1829811407" sldId="290"/>
        </pc:sldMkLst>
      </pc:sldChg>
      <pc:sldChg chg="del">
        <pc:chgData name="Leônidas Müller de Oliveira" userId="5af9566427f0cd7a" providerId="LiveId" clId="{8D31AAA6-FEB4-483A-8BC0-83390146B854}" dt="2022-10-17T15:15:30.576" v="284" actId="47"/>
        <pc:sldMkLst>
          <pc:docMk/>
          <pc:sldMk cId="267836333" sldId="291"/>
        </pc:sldMkLst>
      </pc:sldChg>
      <pc:sldChg chg="del">
        <pc:chgData name="Leônidas Müller de Oliveira" userId="5af9566427f0cd7a" providerId="LiveId" clId="{8D31AAA6-FEB4-483A-8BC0-83390146B854}" dt="2022-10-17T15:15:30.576" v="284" actId="47"/>
        <pc:sldMkLst>
          <pc:docMk/>
          <pc:sldMk cId="3456523691" sldId="292"/>
        </pc:sldMkLst>
      </pc:sldChg>
      <pc:sldChg chg="del">
        <pc:chgData name="Leônidas Müller de Oliveira" userId="5af9566427f0cd7a" providerId="LiveId" clId="{8D31AAA6-FEB4-483A-8BC0-83390146B854}" dt="2022-10-17T15:15:30.576" v="284" actId="47"/>
        <pc:sldMkLst>
          <pc:docMk/>
          <pc:sldMk cId="1899186830" sldId="293"/>
        </pc:sldMkLst>
      </pc:sldChg>
      <pc:sldChg chg="add del">
        <pc:chgData name="Leônidas Müller de Oliveira" userId="5af9566427f0cd7a" providerId="LiveId" clId="{8D31AAA6-FEB4-483A-8BC0-83390146B854}" dt="2022-10-17T15:15:30.576" v="284" actId="47"/>
        <pc:sldMkLst>
          <pc:docMk/>
          <pc:sldMk cId="4152923694" sldId="294"/>
        </pc:sldMkLst>
      </pc:sldChg>
      <pc:sldChg chg="addSp delSp modSp add mod">
        <pc:chgData name="Leônidas Müller de Oliveira" userId="5af9566427f0cd7a" providerId="LiveId" clId="{8D31AAA6-FEB4-483A-8BC0-83390146B854}" dt="2022-10-17T15:11:38.096" v="274" actId="1076"/>
        <pc:sldMkLst>
          <pc:docMk/>
          <pc:sldMk cId="702636239" sldId="295"/>
        </pc:sldMkLst>
        <pc:spChg chg="del">
          <ac:chgData name="Leônidas Müller de Oliveira" userId="5af9566427f0cd7a" providerId="LiveId" clId="{8D31AAA6-FEB4-483A-8BC0-83390146B854}" dt="2022-10-17T15:10:24.796" v="267" actId="478"/>
          <ac:spMkLst>
            <pc:docMk/>
            <pc:sldMk cId="702636239" sldId="295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5:08:40.146" v="229" actId="20577"/>
          <ac:spMkLst>
            <pc:docMk/>
            <pc:sldMk cId="702636239" sldId="295"/>
            <ac:spMk id="10" creationId="{D7001BA3-CB80-4627-9BF8-F969EC7D3809}"/>
          </ac:spMkLst>
        </pc:spChg>
        <pc:picChg chg="add del mod">
          <ac:chgData name="Leônidas Müller de Oliveira" userId="5af9566427f0cd7a" providerId="LiveId" clId="{8D31AAA6-FEB4-483A-8BC0-83390146B854}" dt="2022-10-17T15:11:33.120" v="271" actId="478"/>
          <ac:picMkLst>
            <pc:docMk/>
            <pc:sldMk cId="702636239" sldId="295"/>
            <ac:picMk id="3" creationId="{4A39049D-B877-2E8A-21AA-9DC046E727B6}"/>
          </ac:picMkLst>
        </pc:picChg>
        <pc:picChg chg="add mod">
          <ac:chgData name="Leônidas Müller de Oliveira" userId="5af9566427f0cd7a" providerId="LiveId" clId="{8D31AAA6-FEB4-483A-8BC0-83390146B854}" dt="2022-10-17T15:11:38.096" v="274" actId="1076"/>
          <ac:picMkLst>
            <pc:docMk/>
            <pc:sldMk cId="702636239" sldId="295"/>
            <ac:picMk id="5" creationId="{2F9AC776-F5BC-BABB-0976-82AECC4A906C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5:14:04.394" v="280" actId="14100"/>
        <pc:sldMkLst>
          <pc:docMk/>
          <pc:sldMk cId="3610508654" sldId="296"/>
        </pc:sldMkLst>
        <pc:spChg chg="del">
          <ac:chgData name="Leônidas Müller de Oliveira" userId="5af9566427f0cd7a" providerId="LiveId" clId="{8D31AAA6-FEB4-483A-8BC0-83390146B854}" dt="2022-10-17T15:10:10.399" v="261" actId="478"/>
          <ac:spMkLst>
            <pc:docMk/>
            <pc:sldMk cId="3610508654" sldId="296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5:08:51.013" v="260" actId="20577"/>
          <ac:spMkLst>
            <pc:docMk/>
            <pc:sldMk cId="3610508654" sldId="296"/>
            <ac:spMk id="10" creationId="{D7001BA3-CB80-4627-9BF8-F969EC7D3809}"/>
          </ac:spMkLst>
        </pc:spChg>
        <pc:picChg chg="add del mod">
          <ac:chgData name="Leônidas Müller de Oliveira" userId="5af9566427f0cd7a" providerId="LiveId" clId="{8D31AAA6-FEB4-483A-8BC0-83390146B854}" dt="2022-10-17T15:13:58.492" v="276" actId="478"/>
          <ac:picMkLst>
            <pc:docMk/>
            <pc:sldMk cId="3610508654" sldId="296"/>
            <ac:picMk id="3" creationId="{4119844C-49CC-71E9-FE52-9FEEBC07BE69}"/>
          </ac:picMkLst>
        </pc:picChg>
        <pc:picChg chg="add mod">
          <ac:chgData name="Leônidas Müller de Oliveira" userId="5af9566427f0cd7a" providerId="LiveId" clId="{8D31AAA6-FEB4-483A-8BC0-83390146B854}" dt="2022-10-17T15:14:04.394" v="280" actId="14100"/>
          <ac:picMkLst>
            <pc:docMk/>
            <pc:sldMk cId="3610508654" sldId="296"/>
            <ac:picMk id="5" creationId="{3D06BB80-9EF3-B17D-7925-F254DCA3E70A}"/>
          </ac:picMkLst>
        </pc:picChg>
      </pc:sldChg>
      <pc:sldChg chg="add ord">
        <pc:chgData name="Leônidas Müller de Oliveira" userId="5af9566427f0cd7a" providerId="LiveId" clId="{8D31AAA6-FEB4-483A-8BC0-83390146B854}" dt="2022-10-18T00:51:16.130" v="1932"/>
        <pc:sldMkLst>
          <pc:docMk/>
          <pc:sldMk cId="44324316" sldId="297"/>
        </pc:sldMkLst>
      </pc:sldChg>
      <pc:sldChg chg="addSp delSp modSp add mod ord">
        <pc:chgData name="Leônidas Müller de Oliveira" userId="5af9566427f0cd7a" providerId="LiveId" clId="{8D31AAA6-FEB4-483A-8BC0-83390146B854}" dt="2022-10-17T15:17:46.111" v="379" actId="14100"/>
        <pc:sldMkLst>
          <pc:docMk/>
          <pc:sldMk cId="1117533216" sldId="298"/>
        </pc:sldMkLst>
        <pc:spChg chg="del mod">
          <ac:chgData name="Leônidas Müller de Oliveira" userId="5af9566427f0cd7a" providerId="LiveId" clId="{8D31AAA6-FEB4-483A-8BC0-83390146B854}" dt="2022-10-17T15:17:40.209" v="375" actId="478"/>
          <ac:spMkLst>
            <pc:docMk/>
            <pc:sldMk cId="1117533216" sldId="298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5:17:37.458" v="374" actId="20577"/>
          <ac:spMkLst>
            <pc:docMk/>
            <pc:sldMk cId="1117533216" sldId="298"/>
            <ac:spMk id="10" creationId="{D7001BA3-CB80-4627-9BF8-F969EC7D3809}"/>
          </ac:spMkLst>
        </pc:spChg>
        <pc:picChg chg="add mod">
          <ac:chgData name="Leônidas Müller de Oliveira" userId="5af9566427f0cd7a" providerId="LiveId" clId="{8D31AAA6-FEB4-483A-8BC0-83390146B854}" dt="2022-10-17T15:17:46.111" v="379" actId="14100"/>
          <ac:picMkLst>
            <pc:docMk/>
            <pc:sldMk cId="1117533216" sldId="298"/>
            <ac:picMk id="3" creationId="{7C4BF6DC-808C-5EC5-DB4C-9C2AD513B8D1}"/>
          </ac:picMkLst>
        </pc:picChg>
      </pc:sldChg>
      <pc:sldChg chg="modSp add mod">
        <pc:chgData name="Leônidas Müller de Oliveira" userId="5af9566427f0cd7a" providerId="LiveId" clId="{8D31AAA6-FEB4-483A-8BC0-83390146B854}" dt="2022-10-17T18:12:36.443" v="1490" actId="20577"/>
        <pc:sldMkLst>
          <pc:docMk/>
          <pc:sldMk cId="3531323011" sldId="299"/>
        </pc:sldMkLst>
        <pc:spChg chg="mod">
          <ac:chgData name="Leônidas Müller de Oliveira" userId="5af9566427f0cd7a" providerId="LiveId" clId="{8D31AAA6-FEB4-483A-8BC0-83390146B854}" dt="2022-10-17T18:12:36.443" v="1490" actId="20577"/>
          <ac:spMkLst>
            <pc:docMk/>
            <pc:sldMk cId="3531323011" sldId="299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8:09:27.164" v="1394" actId="20577"/>
          <ac:spMkLst>
            <pc:docMk/>
            <pc:sldMk cId="3531323011" sldId="299"/>
            <ac:spMk id="10" creationId="{D7001BA3-CB80-4627-9BF8-F969EC7D3809}"/>
          </ac:spMkLst>
        </pc:spChg>
      </pc:sldChg>
      <pc:sldChg chg="modSp add mod ord">
        <pc:chgData name="Leônidas Müller de Oliveira" userId="5af9566427f0cd7a" providerId="LiveId" clId="{8D31AAA6-FEB4-483A-8BC0-83390146B854}" dt="2022-10-18T00:52:17.151" v="1970" actId="20577"/>
        <pc:sldMkLst>
          <pc:docMk/>
          <pc:sldMk cId="1975859758" sldId="300"/>
        </pc:sldMkLst>
        <pc:spChg chg="mod">
          <ac:chgData name="Leônidas Müller de Oliveira" userId="5af9566427f0cd7a" providerId="LiveId" clId="{8D31AAA6-FEB4-483A-8BC0-83390146B854}" dt="2022-10-18T00:52:17.151" v="1970" actId="20577"/>
          <ac:spMkLst>
            <pc:docMk/>
            <pc:sldMk cId="1975859758" sldId="300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5:19:51.809" v="432" actId="20577"/>
          <ac:spMkLst>
            <pc:docMk/>
            <pc:sldMk cId="1975859758" sldId="300"/>
            <ac:spMk id="10" creationId="{D7001BA3-CB80-4627-9BF8-F969EC7D3809}"/>
          </ac:spMkLst>
        </pc:spChg>
      </pc:sldChg>
      <pc:sldChg chg="addSp delSp modSp add mod ord">
        <pc:chgData name="Leônidas Müller de Oliveira" userId="5af9566427f0cd7a" providerId="LiveId" clId="{8D31AAA6-FEB4-483A-8BC0-83390146B854}" dt="2022-10-17T18:28:11.991" v="1541" actId="1076"/>
        <pc:sldMkLst>
          <pc:docMk/>
          <pc:sldMk cId="1712000534" sldId="301"/>
        </pc:sldMkLst>
        <pc:spChg chg="mod">
          <ac:chgData name="Leônidas Müller de Oliveira" userId="5af9566427f0cd7a" providerId="LiveId" clId="{8D31AAA6-FEB4-483A-8BC0-83390146B854}" dt="2022-10-17T16:55:41.278" v="780" actId="1076"/>
          <ac:spMkLst>
            <pc:docMk/>
            <pc:sldMk cId="1712000534" sldId="301"/>
            <ac:spMk id="140" creationId="{00000000-0000-0000-0000-000000000000}"/>
          </ac:spMkLst>
        </pc:spChg>
        <pc:picChg chg="del">
          <ac:chgData name="Leônidas Müller de Oliveira" userId="5af9566427f0cd7a" providerId="LiveId" clId="{8D31AAA6-FEB4-483A-8BC0-83390146B854}" dt="2022-10-17T15:22:11.612" v="637" actId="478"/>
          <ac:picMkLst>
            <pc:docMk/>
            <pc:sldMk cId="1712000534" sldId="301"/>
            <ac:picMk id="3" creationId="{7C4BF6DC-808C-5EC5-DB4C-9C2AD513B8D1}"/>
          </ac:picMkLst>
        </pc:picChg>
        <pc:picChg chg="add mod modCrop">
          <ac:chgData name="Leônidas Müller de Oliveira" userId="5af9566427f0cd7a" providerId="LiveId" clId="{8D31AAA6-FEB4-483A-8BC0-83390146B854}" dt="2022-10-17T18:28:11.991" v="1541" actId="1076"/>
          <ac:picMkLst>
            <pc:docMk/>
            <pc:sldMk cId="1712000534" sldId="301"/>
            <ac:picMk id="4" creationId="{A9EAE6E0-8DC7-C319-8D25-0607B8EAAF52}"/>
          </ac:picMkLst>
        </pc:picChg>
      </pc:sldChg>
      <pc:sldChg chg="addSp delSp modSp add del mod">
        <pc:chgData name="Leônidas Müller de Oliveira" userId="5af9566427f0cd7a" providerId="LiveId" clId="{8D31AAA6-FEB4-483A-8BC0-83390146B854}" dt="2022-10-17T16:55:24.489" v="774" actId="20577"/>
        <pc:sldMkLst>
          <pc:docMk/>
          <pc:sldMk cId="762320075" sldId="302"/>
        </pc:sldMkLst>
        <pc:spChg chg="del">
          <ac:chgData name="Leônidas Müller de Oliveira" userId="5af9566427f0cd7a" providerId="LiveId" clId="{8D31AAA6-FEB4-483A-8BC0-83390146B854}" dt="2022-10-17T15:21:59.441" v="631" actId="478"/>
          <ac:spMkLst>
            <pc:docMk/>
            <pc:sldMk cId="762320075" sldId="302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6:55:24.489" v="774" actId="20577"/>
          <ac:spMkLst>
            <pc:docMk/>
            <pc:sldMk cId="762320075" sldId="302"/>
            <ac:spMk id="10" creationId="{D7001BA3-CB80-4627-9BF8-F969EC7D3809}"/>
          </ac:spMkLst>
        </pc:spChg>
        <pc:picChg chg="add del mod">
          <ac:chgData name="Leônidas Müller de Oliveira" userId="5af9566427f0cd7a" providerId="LiveId" clId="{8D31AAA6-FEB4-483A-8BC0-83390146B854}" dt="2022-10-17T16:50:07.902" v="715" actId="21"/>
          <ac:picMkLst>
            <pc:docMk/>
            <pc:sldMk cId="762320075" sldId="302"/>
            <ac:picMk id="2" creationId="{511F6EE2-A44A-40E9-910B-35D3844E8E1F}"/>
          </ac:picMkLst>
        </pc:picChg>
        <pc:picChg chg="add del mod">
          <ac:chgData name="Leônidas Müller de Oliveira" userId="5af9566427f0cd7a" providerId="LiveId" clId="{8D31AAA6-FEB4-483A-8BC0-83390146B854}" dt="2022-10-17T16:55:12.972" v="766" actId="478"/>
          <ac:picMkLst>
            <pc:docMk/>
            <pc:sldMk cId="762320075" sldId="302"/>
            <ac:picMk id="4" creationId="{CF326795-126A-1D88-4C01-385D40B88671}"/>
          </ac:picMkLst>
        </pc:picChg>
        <pc:picChg chg="add mod">
          <ac:chgData name="Leônidas Müller de Oliveira" userId="5af9566427f0cd7a" providerId="LiveId" clId="{8D31AAA6-FEB4-483A-8BC0-83390146B854}" dt="2022-10-17T16:55:21.798" v="770" actId="1076"/>
          <ac:picMkLst>
            <pc:docMk/>
            <pc:sldMk cId="762320075" sldId="302"/>
            <ac:picMk id="6" creationId="{57B65967-9CE6-FE08-2616-D368A1BD69DB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6:50:16.628" v="720" actId="14100"/>
        <pc:sldMkLst>
          <pc:docMk/>
          <pc:sldMk cId="4122056720" sldId="303"/>
        </pc:sldMkLst>
        <pc:spChg chg="del">
          <ac:chgData name="Leônidas Müller de Oliveira" userId="5af9566427f0cd7a" providerId="LiveId" clId="{8D31AAA6-FEB4-483A-8BC0-83390146B854}" dt="2022-10-17T16:49:28.837" v="706" actId="478"/>
          <ac:spMkLst>
            <pc:docMk/>
            <pc:sldMk cId="4122056720" sldId="303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5:24:29.231" v="705" actId="20577"/>
          <ac:spMkLst>
            <pc:docMk/>
            <pc:sldMk cId="4122056720" sldId="303"/>
            <ac:spMk id="10" creationId="{D7001BA3-CB80-4627-9BF8-F969EC7D3809}"/>
          </ac:spMkLst>
        </pc:spChg>
        <pc:picChg chg="add mod">
          <ac:chgData name="Leônidas Müller de Oliveira" userId="5af9566427f0cd7a" providerId="LiveId" clId="{8D31AAA6-FEB4-483A-8BC0-83390146B854}" dt="2022-10-17T16:50:05.106" v="714" actId="1076"/>
          <ac:picMkLst>
            <pc:docMk/>
            <pc:sldMk cId="4122056720" sldId="303"/>
            <ac:picMk id="3" creationId="{9E22E044-FDC9-F367-A8D1-11FF1CBF11E3}"/>
          </ac:picMkLst>
        </pc:picChg>
        <pc:picChg chg="add mod">
          <ac:chgData name="Leônidas Müller de Oliveira" userId="5af9566427f0cd7a" providerId="LiveId" clId="{8D31AAA6-FEB4-483A-8BC0-83390146B854}" dt="2022-10-17T16:50:16.628" v="720" actId="14100"/>
          <ac:picMkLst>
            <pc:docMk/>
            <pc:sldMk cId="4122056720" sldId="303"/>
            <ac:picMk id="4" creationId="{FD196BBE-EA98-C56A-8307-FFE876DBB0F5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6:59:47.322" v="891" actId="1076"/>
        <pc:sldMkLst>
          <pc:docMk/>
          <pc:sldMk cId="448209410" sldId="304"/>
        </pc:sldMkLst>
        <pc:spChg chg="add mod">
          <ac:chgData name="Leônidas Müller de Oliveira" userId="5af9566427f0cd7a" providerId="LiveId" clId="{8D31AAA6-FEB4-483A-8BC0-83390146B854}" dt="2022-10-17T16:59:47.322" v="891" actId="1076"/>
          <ac:spMkLst>
            <pc:docMk/>
            <pc:sldMk cId="448209410" sldId="304"/>
            <ac:spMk id="2" creationId="{7DA5782D-034A-E691-AC8E-B34C34634FC7}"/>
          </ac:spMkLst>
        </pc:spChg>
        <pc:spChg chg="mod">
          <ac:chgData name="Leônidas Müller de Oliveira" userId="5af9566427f0cd7a" providerId="LiveId" clId="{8D31AAA6-FEB4-483A-8BC0-83390146B854}" dt="2022-10-17T16:59:44.325" v="890" actId="404"/>
          <ac:spMkLst>
            <pc:docMk/>
            <pc:sldMk cId="448209410" sldId="304"/>
            <ac:spMk id="10" creationId="{D7001BA3-CB80-4627-9BF8-F969EC7D3809}"/>
          </ac:spMkLst>
        </pc:spChg>
        <pc:picChg chg="del">
          <ac:chgData name="Leônidas Müller de Oliveira" userId="5af9566427f0cd7a" providerId="LiveId" clId="{8D31AAA6-FEB4-483A-8BC0-83390146B854}" dt="2022-10-17T16:58:04.133" v="874" actId="478"/>
          <ac:picMkLst>
            <pc:docMk/>
            <pc:sldMk cId="448209410" sldId="304"/>
            <ac:picMk id="6" creationId="{57B65967-9CE6-FE08-2616-D368A1BD69DB}"/>
          </ac:picMkLst>
        </pc:picChg>
      </pc:sldChg>
      <pc:sldChg chg="modSp add mod">
        <pc:chgData name="Leônidas Müller de Oliveira" userId="5af9566427f0cd7a" providerId="LiveId" clId="{8D31AAA6-FEB4-483A-8BC0-83390146B854}" dt="2022-10-18T00:52:51.347" v="1981" actId="1076"/>
        <pc:sldMkLst>
          <pc:docMk/>
          <pc:sldMk cId="405139090" sldId="305"/>
        </pc:sldMkLst>
        <pc:spChg chg="mod">
          <ac:chgData name="Leônidas Müller de Oliveira" userId="5af9566427f0cd7a" providerId="LiveId" clId="{8D31AAA6-FEB4-483A-8BC0-83390146B854}" dt="2022-10-18T00:52:51.347" v="1981" actId="1076"/>
          <ac:spMkLst>
            <pc:docMk/>
            <pc:sldMk cId="405139090" sldId="305"/>
            <ac:spMk id="2" creationId="{7DA5782D-034A-E691-AC8E-B34C34634FC7}"/>
          </ac:spMkLst>
        </pc:spChg>
        <pc:spChg chg="mod">
          <ac:chgData name="Leônidas Müller de Oliveira" userId="5af9566427f0cd7a" providerId="LiveId" clId="{8D31AAA6-FEB4-483A-8BC0-83390146B854}" dt="2022-10-17T17:15:40.838" v="893" actId="6549"/>
          <ac:spMkLst>
            <pc:docMk/>
            <pc:sldMk cId="405139090" sldId="305"/>
            <ac:spMk id="10" creationId="{D7001BA3-CB80-4627-9BF8-F969EC7D3809}"/>
          </ac:spMkLst>
        </pc:spChg>
      </pc:sldChg>
      <pc:sldChg chg="addSp delSp modSp add del mod ord">
        <pc:chgData name="Leônidas Müller de Oliveira" userId="5af9566427f0cd7a" providerId="LiveId" clId="{8D31AAA6-FEB4-483A-8BC0-83390146B854}" dt="2022-10-17T17:29:59.326" v="1162" actId="47"/>
        <pc:sldMkLst>
          <pc:docMk/>
          <pc:sldMk cId="576402618" sldId="306"/>
        </pc:sldMkLst>
        <pc:spChg chg="del">
          <ac:chgData name="Leônidas Müller de Oliveira" userId="5af9566427f0cd7a" providerId="LiveId" clId="{8D31AAA6-FEB4-483A-8BC0-83390146B854}" dt="2022-10-17T17:19:54.487" v="1007" actId="478"/>
          <ac:spMkLst>
            <pc:docMk/>
            <pc:sldMk cId="576402618" sldId="306"/>
            <ac:spMk id="2" creationId="{7DA5782D-034A-E691-AC8E-B34C34634FC7}"/>
          </ac:spMkLst>
        </pc:spChg>
        <pc:spChg chg="add mod">
          <ac:chgData name="Leônidas Müller de Oliveira" userId="5af9566427f0cd7a" providerId="LiveId" clId="{8D31AAA6-FEB4-483A-8BC0-83390146B854}" dt="2022-10-17T17:26:11.736" v="1118" actId="1076"/>
          <ac:spMkLst>
            <pc:docMk/>
            <pc:sldMk cId="576402618" sldId="306"/>
            <ac:spMk id="4" creationId="{A49BDB20-EF8F-A240-9810-EEE2FF264904}"/>
          </ac:spMkLst>
        </pc:spChg>
        <pc:spChg chg="mod">
          <ac:chgData name="Leônidas Müller de Oliveira" userId="5af9566427f0cd7a" providerId="LiveId" clId="{8D31AAA6-FEB4-483A-8BC0-83390146B854}" dt="2022-10-17T17:19:57.627" v="1010" actId="313"/>
          <ac:spMkLst>
            <pc:docMk/>
            <pc:sldMk cId="576402618" sldId="306"/>
            <ac:spMk id="10" creationId="{D7001BA3-CB80-4627-9BF8-F969EC7D3809}"/>
          </ac:spMkLst>
        </pc:spChg>
        <pc:picChg chg="add mod">
          <ac:chgData name="Leônidas Müller de Oliveira" userId="5af9566427f0cd7a" providerId="LiveId" clId="{8D31AAA6-FEB4-483A-8BC0-83390146B854}" dt="2022-10-17T17:26:13.356" v="1119" actId="14100"/>
          <ac:picMkLst>
            <pc:docMk/>
            <pc:sldMk cId="576402618" sldId="306"/>
            <ac:picMk id="3" creationId="{6ED0947A-7BE1-4327-96CF-20B9C72D0428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7:28:49.906" v="1145" actId="6549"/>
        <pc:sldMkLst>
          <pc:docMk/>
          <pc:sldMk cId="2688901310" sldId="307"/>
        </pc:sldMkLst>
        <pc:spChg chg="add mod">
          <ac:chgData name="Leônidas Müller de Oliveira" userId="5af9566427f0cd7a" providerId="LiveId" clId="{8D31AAA6-FEB4-483A-8BC0-83390146B854}" dt="2022-10-17T17:28:49.906" v="1145" actId="6549"/>
          <ac:spMkLst>
            <pc:docMk/>
            <pc:sldMk cId="2688901310" sldId="307"/>
            <ac:spMk id="4" creationId="{634CA99E-D742-4416-AB06-8023AEEA9088}"/>
          </ac:spMkLst>
        </pc:spChg>
        <pc:spChg chg="mod">
          <ac:chgData name="Leônidas Müller de Oliveira" userId="5af9566427f0cd7a" providerId="LiveId" clId="{8D31AAA6-FEB4-483A-8BC0-83390146B854}" dt="2022-10-17T17:21:09.997" v="1047" actId="1076"/>
          <ac:spMkLst>
            <pc:docMk/>
            <pc:sldMk cId="2688901310" sldId="307"/>
            <ac:spMk id="10" creationId="{D7001BA3-CB80-4627-9BF8-F969EC7D3809}"/>
          </ac:spMkLst>
        </pc:spChg>
        <pc:picChg chg="add del mod">
          <ac:chgData name="Leônidas Müller de Oliveira" userId="5af9566427f0cd7a" providerId="LiveId" clId="{8D31AAA6-FEB4-483A-8BC0-83390146B854}" dt="2022-10-17T17:21:05.351" v="1043" actId="478"/>
          <ac:picMkLst>
            <pc:docMk/>
            <pc:sldMk cId="2688901310" sldId="307"/>
            <ac:picMk id="2" creationId="{F61FA2EB-51AF-ADD3-1832-78476BDA36D2}"/>
          </ac:picMkLst>
        </pc:picChg>
        <pc:picChg chg="del">
          <ac:chgData name="Leônidas Müller de Oliveira" userId="5af9566427f0cd7a" providerId="LiveId" clId="{8D31AAA6-FEB4-483A-8BC0-83390146B854}" dt="2022-10-17T17:20:44.687" v="1036" actId="478"/>
          <ac:picMkLst>
            <pc:docMk/>
            <pc:sldMk cId="2688901310" sldId="307"/>
            <ac:picMk id="3" creationId="{6ED0947A-7BE1-4327-96CF-20B9C72D0428}"/>
          </ac:picMkLst>
        </pc:picChg>
      </pc:sldChg>
      <pc:sldChg chg="addSp modSp add mod ord">
        <pc:chgData name="Leônidas Müller de Oliveira" userId="5af9566427f0cd7a" providerId="LiveId" clId="{8D31AAA6-FEB4-483A-8BC0-83390146B854}" dt="2022-10-17T17:29:21.111" v="1161" actId="14100"/>
        <pc:sldMkLst>
          <pc:docMk/>
          <pc:sldMk cId="150935033" sldId="308"/>
        </pc:sldMkLst>
        <pc:spChg chg="mod">
          <ac:chgData name="Leônidas Müller de Oliveira" userId="5af9566427f0cd7a" providerId="LiveId" clId="{8D31AAA6-FEB4-483A-8BC0-83390146B854}" dt="2022-10-17T17:29:00.041" v="1146" actId="2710"/>
          <ac:spMkLst>
            <pc:docMk/>
            <pc:sldMk cId="150935033" sldId="308"/>
            <ac:spMk id="4" creationId="{634CA99E-D742-4416-AB06-8023AEEA9088}"/>
          </ac:spMkLst>
        </pc:spChg>
        <pc:spChg chg="add mod">
          <ac:chgData name="Leônidas Müller de Oliveira" userId="5af9566427f0cd7a" providerId="LiveId" clId="{8D31AAA6-FEB4-483A-8BC0-83390146B854}" dt="2022-10-17T17:29:17.871" v="1159" actId="1076"/>
          <ac:spMkLst>
            <pc:docMk/>
            <pc:sldMk cId="150935033" sldId="308"/>
            <ac:spMk id="6" creationId="{56FF7A62-C66C-2F5A-D1A9-D06393118998}"/>
          </ac:spMkLst>
        </pc:spChg>
        <pc:spChg chg="mod">
          <ac:chgData name="Leônidas Müller de Oliveira" userId="5af9566427f0cd7a" providerId="LiveId" clId="{8D31AAA6-FEB4-483A-8BC0-83390146B854}" dt="2022-10-17T17:22:52.307" v="1091" actId="20577"/>
          <ac:spMkLst>
            <pc:docMk/>
            <pc:sldMk cId="150935033" sldId="308"/>
            <ac:spMk id="10" creationId="{D7001BA3-CB80-4627-9BF8-F969EC7D3809}"/>
          </ac:spMkLst>
        </pc:spChg>
        <pc:picChg chg="add mod">
          <ac:chgData name="Leônidas Müller de Oliveira" userId="5af9566427f0cd7a" providerId="LiveId" clId="{8D31AAA6-FEB4-483A-8BC0-83390146B854}" dt="2022-10-17T17:29:19.416" v="1160" actId="1076"/>
          <ac:picMkLst>
            <pc:docMk/>
            <pc:sldMk cId="150935033" sldId="308"/>
            <ac:picMk id="3" creationId="{5851EAC5-214D-8354-2BAF-74210860BFDC}"/>
          </ac:picMkLst>
        </pc:picChg>
        <pc:picChg chg="add mod">
          <ac:chgData name="Leônidas Müller de Oliveira" userId="5af9566427f0cd7a" providerId="LiveId" clId="{8D31AAA6-FEB4-483A-8BC0-83390146B854}" dt="2022-10-17T17:29:21.111" v="1161" actId="14100"/>
          <ac:picMkLst>
            <pc:docMk/>
            <pc:sldMk cId="150935033" sldId="308"/>
            <ac:picMk id="5" creationId="{5E451638-E725-CED9-573A-93104934484A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7:33:31.156" v="1199" actId="14100"/>
        <pc:sldMkLst>
          <pc:docMk/>
          <pc:sldMk cId="2285418116" sldId="309"/>
        </pc:sldMkLst>
        <pc:spChg chg="mod">
          <ac:chgData name="Leônidas Müller de Oliveira" userId="5af9566427f0cd7a" providerId="LiveId" clId="{8D31AAA6-FEB4-483A-8BC0-83390146B854}" dt="2022-10-17T17:33:03.894" v="1192" actId="20577"/>
          <ac:spMkLst>
            <pc:docMk/>
            <pc:sldMk cId="2285418116" sldId="309"/>
            <ac:spMk id="4" creationId="{634CA99E-D742-4416-AB06-8023AEEA9088}"/>
          </ac:spMkLst>
        </pc:spChg>
        <pc:spChg chg="del">
          <ac:chgData name="Leônidas Müller de Oliveira" userId="5af9566427f0cd7a" providerId="LiveId" clId="{8D31AAA6-FEB4-483A-8BC0-83390146B854}" dt="2022-10-17T17:32:47.565" v="1191" actId="478"/>
          <ac:spMkLst>
            <pc:docMk/>
            <pc:sldMk cId="2285418116" sldId="309"/>
            <ac:spMk id="6" creationId="{56FF7A62-C66C-2F5A-D1A9-D06393118998}"/>
          </ac:spMkLst>
        </pc:spChg>
        <pc:spChg chg="add del">
          <ac:chgData name="Leônidas Müller de Oliveira" userId="5af9566427f0cd7a" providerId="LiveId" clId="{8D31AAA6-FEB4-483A-8BC0-83390146B854}" dt="2022-10-17T17:33:16.185" v="1195" actId="22"/>
          <ac:spMkLst>
            <pc:docMk/>
            <pc:sldMk cId="2285418116" sldId="309"/>
            <ac:spMk id="7" creationId="{D77126FE-B7C7-DE18-FE49-FB285BB64A6A}"/>
          </ac:spMkLst>
        </pc:spChg>
        <pc:spChg chg="mod">
          <ac:chgData name="Leônidas Müller de Oliveira" userId="5af9566427f0cd7a" providerId="LiveId" clId="{8D31AAA6-FEB4-483A-8BC0-83390146B854}" dt="2022-10-17T17:32:28.305" v="1186" actId="20577"/>
          <ac:spMkLst>
            <pc:docMk/>
            <pc:sldMk cId="2285418116" sldId="309"/>
            <ac:spMk id="10" creationId="{D7001BA3-CB80-4627-9BF8-F969EC7D3809}"/>
          </ac:spMkLst>
        </pc:spChg>
        <pc:picChg chg="del">
          <ac:chgData name="Leônidas Müller de Oliveira" userId="5af9566427f0cd7a" providerId="LiveId" clId="{8D31AAA6-FEB4-483A-8BC0-83390146B854}" dt="2022-10-17T17:32:45.065" v="1190" actId="478"/>
          <ac:picMkLst>
            <pc:docMk/>
            <pc:sldMk cId="2285418116" sldId="309"/>
            <ac:picMk id="3" creationId="{5851EAC5-214D-8354-2BAF-74210860BFDC}"/>
          </ac:picMkLst>
        </pc:picChg>
        <pc:picChg chg="del">
          <ac:chgData name="Leônidas Müller de Oliveira" userId="5af9566427f0cd7a" providerId="LiveId" clId="{8D31AAA6-FEB4-483A-8BC0-83390146B854}" dt="2022-10-17T17:33:14.735" v="1193" actId="478"/>
          <ac:picMkLst>
            <pc:docMk/>
            <pc:sldMk cId="2285418116" sldId="309"/>
            <ac:picMk id="5" creationId="{5E451638-E725-CED9-573A-93104934484A}"/>
          </ac:picMkLst>
        </pc:picChg>
        <pc:picChg chg="add mod modCrop">
          <ac:chgData name="Leônidas Müller de Oliveira" userId="5af9566427f0cd7a" providerId="LiveId" clId="{8D31AAA6-FEB4-483A-8BC0-83390146B854}" dt="2022-10-17T17:33:31.156" v="1199" actId="14100"/>
          <ac:picMkLst>
            <pc:docMk/>
            <pc:sldMk cId="2285418116" sldId="309"/>
            <ac:picMk id="8" creationId="{B76A35DA-D654-407B-9CE6-423CC688795B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7:45:17.947" v="1204" actId="1076"/>
        <pc:sldMkLst>
          <pc:docMk/>
          <pc:sldMk cId="3313628012" sldId="310"/>
        </pc:sldMkLst>
        <pc:picChg chg="add mod">
          <ac:chgData name="Leônidas Müller de Oliveira" userId="5af9566427f0cd7a" providerId="LiveId" clId="{8D31AAA6-FEB4-483A-8BC0-83390146B854}" dt="2022-10-17T17:45:17.947" v="1204" actId="1076"/>
          <ac:picMkLst>
            <pc:docMk/>
            <pc:sldMk cId="3313628012" sldId="310"/>
            <ac:picMk id="3" creationId="{96433073-15C6-DCD8-9BCA-27E68D8892D7}"/>
          </ac:picMkLst>
        </pc:picChg>
        <pc:picChg chg="del">
          <ac:chgData name="Leônidas Müller de Oliveira" userId="5af9566427f0cd7a" providerId="LiveId" clId="{8D31AAA6-FEB4-483A-8BC0-83390146B854}" dt="2022-10-17T17:45:12.906" v="1201" actId="478"/>
          <ac:picMkLst>
            <pc:docMk/>
            <pc:sldMk cId="3313628012" sldId="310"/>
            <ac:picMk id="5" creationId="{3D06BB80-9EF3-B17D-7925-F254DCA3E70A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7:46:24.987" v="1210" actId="1076"/>
        <pc:sldMkLst>
          <pc:docMk/>
          <pc:sldMk cId="2169073829" sldId="311"/>
        </pc:sldMkLst>
        <pc:picChg chg="del">
          <ac:chgData name="Leônidas Müller de Oliveira" userId="5af9566427f0cd7a" providerId="LiveId" clId="{8D31AAA6-FEB4-483A-8BC0-83390146B854}" dt="2022-10-17T17:46:20.747" v="1206" actId="478"/>
          <ac:picMkLst>
            <pc:docMk/>
            <pc:sldMk cId="2169073829" sldId="311"/>
            <ac:picMk id="3" creationId="{96433073-15C6-DCD8-9BCA-27E68D8892D7}"/>
          </ac:picMkLst>
        </pc:picChg>
        <pc:picChg chg="add mod">
          <ac:chgData name="Leônidas Müller de Oliveira" userId="5af9566427f0cd7a" providerId="LiveId" clId="{8D31AAA6-FEB4-483A-8BC0-83390146B854}" dt="2022-10-17T17:46:24.987" v="1210" actId="1076"/>
          <ac:picMkLst>
            <pc:docMk/>
            <pc:sldMk cId="2169073829" sldId="311"/>
            <ac:picMk id="4" creationId="{AD9684E5-1CC8-09F4-67EF-AAD3264B8497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17:47:06.770" v="1215" actId="1076"/>
        <pc:sldMkLst>
          <pc:docMk/>
          <pc:sldMk cId="3820257051" sldId="312"/>
        </pc:sldMkLst>
        <pc:picChg chg="add mod">
          <ac:chgData name="Leônidas Müller de Oliveira" userId="5af9566427f0cd7a" providerId="LiveId" clId="{8D31AAA6-FEB4-483A-8BC0-83390146B854}" dt="2022-10-17T17:47:06.770" v="1215" actId="1076"/>
          <ac:picMkLst>
            <pc:docMk/>
            <pc:sldMk cId="3820257051" sldId="312"/>
            <ac:picMk id="3" creationId="{AD934538-6BC2-4F69-8A74-E2D8E48D39E4}"/>
          </ac:picMkLst>
        </pc:picChg>
        <pc:picChg chg="del">
          <ac:chgData name="Leônidas Müller de Oliveira" userId="5af9566427f0cd7a" providerId="LiveId" clId="{8D31AAA6-FEB4-483A-8BC0-83390146B854}" dt="2022-10-17T17:47:02.346" v="1212" actId="478"/>
          <ac:picMkLst>
            <pc:docMk/>
            <pc:sldMk cId="3820257051" sldId="312"/>
            <ac:picMk id="4" creationId="{AD9684E5-1CC8-09F4-67EF-AAD3264B8497}"/>
          </ac:picMkLst>
        </pc:picChg>
      </pc:sldChg>
      <pc:sldChg chg="addSp delSp modSp add mod ord">
        <pc:chgData name="Leônidas Müller de Oliveira" userId="5af9566427f0cd7a" providerId="LiveId" clId="{8D31AAA6-FEB4-483A-8BC0-83390146B854}" dt="2022-10-17T23:28:59.124" v="1614" actId="1076"/>
        <pc:sldMkLst>
          <pc:docMk/>
          <pc:sldMk cId="3356978966" sldId="313"/>
        </pc:sldMkLst>
        <pc:spChg chg="del mod">
          <ac:chgData name="Leônidas Müller de Oliveira" userId="5af9566427f0cd7a" providerId="LiveId" clId="{8D31AAA6-FEB4-483A-8BC0-83390146B854}" dt="2022-10-17T18:23:35.292" v="1519" actId="478"/>
          <ac:spMkLst>
            <pc:docMk/>
            <pc:sldMk cId="3356978966" sldId="313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8:14:49.237" v="1515" actId="20577"/>
          <ac:spMkLst>
            <pc:docMk/>
            <pc:sldMk cId="3356978966" sldId="313"/>
            <ac:spMk id="10" creationId="{D7001BA3-CB80-4627-9BF8-F969EC7D3809}"/>
          </ac:spMkLst>
        </pc:spChg>
        <pc:picChg chg="add mod">
          <ac:chgData name="Leônidas Müller de Oliveira" userId="5af9566427f0cd7a" providerId="LiveId" clId="{8D31AAA6-FEB4-483A-8BC0-83390146B854}" dt="2022-10-17T23:28:59.124" v="1614" actId="1076"/>
          <ac:picMkLst>
            <pc:docMk/>
            <pc:sldMk cId="3356978966" sldId="313"/>
            <ac:picMk id="2" creationId="{8622EE52-30D9-9BE4-4445-8944BD436593}"/>
          </ac:picMkLst>
        </pc:picChg>
        <pc:picChg chg="add del mod">
          <ac:chgData name="Leônidas Müller de Oliveira" userId="5af9566427f0cd7a" providerId="LiveId" clId="{8D31AAA6-FEB4-483A-8BC0-83390146B854}" dt="2022-10-17T18:24:11.263" v="1526" actId="478"/>
          <ac:picMkLst>
            <pc:docMk/>
            <pc:sldMk cId="3356978966" sldId="313"/>
            <ac:picMk id="3" creationId="{28F24787-05CB-A639-CD97-726C1B736B29}"/>
          </ac:picMkLst>
        </pc:picChg>
        <pc:picChg chg="add mod">
          <ac:chgData name="Leônidas Müller de Oliveira" userId="5af9566427f0cd7a" providerId="LiveId" clId="{8D31AAA6-FEB4-483A-8BC0-83390146B854}" dt="2022-10-17T23:28:56.572" v="1613" actId="1076"/>
          <ac:picMkLst>
            <pc:docMk/>
            <pc:sldMk cId="3356978966" sldId="313"/>
            <ac:picMk id="3" creationId="{AD4E1B94-0E06-7EFE-5F61-ADB8B558EAE1}"/>
          </ac:picMkLst>
        </pc:picChg>
        <pc:picChg chg="add del mod">
          <ac:chgData name="Leônidas Müller de Oliveira" userId="5af9566427f0cd7a" providerId="LiveId" clId="{8D31AAA6-FEB4-483A-8BC0-83390146B854}" dt="2022-10-17T18:24:10.613" v="1525" actId="478"/>
          <ac:picMkLst>
            <pc:docMk/>
            <pc:sldMk cId="3356978966" sldId="313"/>
            <ac:picMk id="5" creationId="{ACF01ABF-5EAC-D8D6-F482-0C8BD2759FEE}"/>
          </ac:picMkLst>
        </pc:picChg>
        <pc:picChg chg="add del mod">
          <ac:chgData name="Leônidas Müller de Oliveira" userId="5af9566427f0cd7a" providerId="LiveId" clId="{8D31AAA6-FEB4-483A-8BC0-83390146B854}" dt="2022-10-17T18:29:41.980" v="1578" actId="478"/>
          <ac:picMkLst>
            <pc:docMk/>
            <pc:sldMk cId="3356978966" sldId="313"/>
            <ac:picMk id="7" creationId="{DDB74D1C-A7CE-B092-4304-6002DAA8F5E1}"/>
          </ac:picMkLst>
        </pc:picChg>
        <pc:picChg chg="add del mod">
          <ac:chgData name="Leônidas Müller de Oliveira" userId="5af9566427f0cd7a" providerId="LiveId" clId="{8D31AAA6-FEB4-483A-8BC0-83390146B854}" dt="2022-10-17T23:28:14.601" v="1600" actId="478"/>
          <ac:picMkLst>
            <pc:docMk/>
            <pc:sldMk cId="3356978966" sldId="313"/>
            <ac:picMk id="8" creationId="{22E7E518-3967-BB09-4551-F96760CAC268}"/>
          </ac:picMkLst>
        </pc:picChg>
        <pc:picChg chg="add del mod">
          <ac:chgData name="Leônidas Müller de Oliveira" userId="5af9566427f0cd7a" providerId="LiveId" clId="{8D31AAA6-FEB4-483A-8BC0-83390146B854}" dt="2022-10-17T23:28:20.031" v="1604" actId="478"/>
          <ac:picMkLst>
            <pc:docMk/>
            <pc:sldMk cId="3356978966" sldId="313"/>
            <ac:picMk id="11" creationId="{2D2799E3-28EC-9154-007D-F6C96FD36B28}"/>
          </ac:picMkLst>
        </pc:picChg>
      </pc:sldChg>
      <pc:sldChg chg="modSp add mod">
        <pc:chgData name="Leônidas Müller de Oliveira" userId="5af9566427f0cd7a" providerId="LiveId" clId="{8D31AAA6-FEB4-483A-8BC0-83390146B854}" dt="2022-10-17T18:18:23.409" v="1518" actId="6549"/>
        <pc:sldMkLst>
          <pc:docMk/>
          <pc:sldMk cId="1916910308" sldId="314"/>
        </pc:sldMkLst>
        <pc:spChg chg="mod">
          <ac:chgData name="Leônidas Müller de Oliveira" userId="5af9566427f0cd7a" providerId="LiveId" clId="{8D31AAA6-FEB4-483A-8BC0-83390146B854}" dt="2022-10-17T18:18:23.409" v="1518" actId="6549"/>
          <ac:spMkLst>
            <pc:docMk/>
            <pc:sldMk cId="1916910308" sldId="314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7T18:05:48.158" v="1329" actId="6549"/>
          <ac:spMkLst>
            <pc:docMk/>
            <pc:sldMk cId="1916910308" sldId="314"/>
            <ac:spMk id="10" creationId="{D7001BA3-CB80-4627-9BF8-F969EC7D3809}"/>
          </ac:spMkLst>
        </pc:spChg>
      </pc:sldChg>
      <pc:sldChg chg="addSp modSp add mod">
        <pc:chgData name="Leônidas Müller de Oliveira" userId="5af9566427f0cd7a" providerId="LiveId" clId="{8D31AAA6-FEB4-483A-8BC0-83390146B854}" dt="2022-10-17T18:29:02.881" v="1565" actId="1076"/>
        <pc:sldMkLst>
          <pc:docMk/>
          <pc:sldMk cId="3752093521" sldId="315"/>
        </pc:sldMkLst>
        <pc:spChg chg="add mod">
          <ac:chgData name="Leônidas Müller de Oliveira" userId="5af9566427f0cd7a" providerId="LiveId" clId="{8D31AAA6-FEB4-483A-8BC0-83390146B854}" dt="2022-10-17T18:29:02.548" v="1564" actId="14100"/>
          <ac:spMkLst>
            <pc:docMk/>
            <pc:sldMk cId="3752093521" sldId="315"/>
            <ac:spMk id="2" creationId="{01173DA7-63F2-A45B-8675-328E2388DB34}"/>
          </ac:spMkLst>
        </pc:spChg>
        <pc:picChg chg="add mod">
          <ac:chgData name="Leônidas Müller de Oliveira" userId="5af9566427f0cd7a" providerId="LiveId" clId="{8D31AAA6-FEB4-483A-8BC0-83390146B854}" dt="2022-10-17T18:29:02.281" v="1563"/>
          <ac:picMkLst>
            <pc:docMk/>
            <pc:sldMk cId="3752093521" sldId="315"/>
            <ac:picMk id="3" creationId="{22E7E518-3967-BB09-4551-F96760CAC268}"/>
          </ac:picMkLst>
        </pc:picChg>
        <pc:picChg chg="mod modCrop">
          <ac:chgData name="Leônidas Müller de Oliveira" userId="5af9566427f0cd7a" providerId="LiveId" clId="{8D31AAA6-FEB4-483A-8BC0-83390146B854}" dt="2022-10-17T18:29:02.881" v="1565" actId="1076"/>
          <ac:picMkLst>
            <pc:docMk/>
            <pc:sldMk cId="3752093521" sldId="315"/>
            <ac:picMk id="7" creationId="{DDB74D1C-A7CE-B092-4304-6002DAA8F5E1}"/>
          </ac:picMkLst>
        </pc:picChg>
      </pc:sldChg>
      <pc:sldChg chg="modSp add mod">
        <pc:chgData name="Leônidas Müller de Oliveira" userId="5af9566427f0cd7a" providerId="LiveId" clId="{8D31AAA6-FEB4-483A-8BC0-83390146B854}" dt="2022-10-17T18:29:35.270" v="1577" actId="1076"/>
        <pc:sldMkLst>
          <pc:docMk/>
          <pc:sldMk cId="3843968707" sldId="316"/>
        </pc:sldMkLst>
        <pc:spChg chg="mod">
          <ac:chgData name="Leônidas Müller de Oliveira" userId="5af9566427f0cd7a" providerId="LiveId" clId="{8D31AAA6-FEB4-483A-8BC0-83390146B854}" dt="2022-10-17T18:29:33.705" v="1576" actId="1076"/>
          <ac:spMkLst>
            <pc:docMk/>
            <pc:sldMk cId="3843968707" sldId="316"/>
            <ac:spMk id="2" creationId="{01173DA7-63F2-A45B-8675-328E2388DB34}"/>
          </ac:spMkLst>
        </pc:spChg>
        <pc:picChg chg="mod modCrop">
          <ac:chgData name="Leônidas Müller de Oliveira" userId="5af9566427f0cd7a" providerId="LiveId" clId="{8D31AAA6-FEB4-483A-8BC0-83390146B854}" dt="2022-10-17T18:29:35.270" v="1577" actId="1076"/>
          <ac:picMkLst>
            <pc:docMk/>
            <pc:sldMk cId="3843968707" sldId="316"/>
            <ac:picMk id="7" creationId="{DDB74D1C-A7CE-B092-4304-6002DAA8F5E1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7T23:26:46.347" v="1599" actId="1076"/>
        <pc:sldMkLst>
          <pc:docMk/>
          <pc:sldMk cId="1493083302" sldId="317"/>
        </pc:sldMkLst>
        <pc:picChg chg="add del mod">
          <ac:chgData name="Leônidas Müller de Oliveira" userId="5af9566427f0cd7a" providerId="LiveId" clId="{8D31AAA6-FEB4-483A-8BC0-83390146B854}" dt="2022-10-17T23:26:39.956" v="1596" actId="478"/>
          <ac:picMkLst>
            <pc:docMk/>
            <pc:sldMk cId="1493083302" sldId="317"/>
            <ac:picMk id="3" creationId="{6E05FD74-8689-D981-1047-FE53F66CCEFE}"/>
          </ac:picMkLst>
        </pc:picChg>
        <pc:picChg chg="add mod">
          <ac:chgData name="Leônidas Müller de Oliveira" userId="5af9566427f0cd7a" providerId="LiveId" clId="{8D31AAA6-FEB4-483A-8BC0-83390146B854}" dt="2022-10-17T23:26:46.347" v="1599" actId="1076"/>
          <ac:picMkLst>
            <pc:docMk/>
            <pc:sldMk cId="1493083302" sldId="317"/>
            <ac:picMk id="5" creationId="{F15876D4-9772-DF01-F71A-3D87B60265EF}"/>
          </ac:picMkLst>
        </pc:picChg>
        <pc:picChg chg="del">
          <ac:chgData name="Leônidas Müller de Oliveira" userId="5af9566427f0cd7a" providerId="LiveId" clId="{8D31AAA6-FEB4-483A-8BC0-83390146B854}" dt="2022-10-17T18:39:27.683" v="1589" actId="478"/>
          <ac:picMkLst>
            <pc:docMk/>
            <pc:sldMk cId="1493083302" sldId="317"/>
            <ac:picMk id="8" creationId="{22E7E518-3967-BB09-4551-F96760CAC268}"/>
          </ac:picMkLst>
        </pc:picChg>
        <pc:picChg chg="del">
          <ac:chgData name="Leônidas Müller de Oliveira" userId="5af9566427f0cd7a" providerId="LiveId" clId="{8D31AAA6-FEB4-483A-8BC0-83390146B854}" dt="2022-10-17T18:39:29.388" v="1590" actId="478"/>
          <ac:picMkLst>
            <pc:docMk/>
            <pc:sldMk cId="1493083302" sldId="317"/>
            <ac:picMk id="11" creationId="{2D2799E3-28EC-9154-007D-F6C96FD36B28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8T00:57:29.092" v="2155" actId="1076"/>
        <pc:sldMkLst>
          <pc:docMk/>
          <pc:sldMk cId="2565878646" sldId="318"/>
        </pc:sldMkLst>
        <pc:spChg chg="add del mod">
          <ac:chgData name="Leônidas Müller de Oliveira" userId="5af9566427f0cd7a" providerId="LiveId" clId="{8D31AAA6-FEB4-483A-8BC0-83390146B854}" dt="2022-10-17T23:51:17.540" v="1653" actId="478"/>
          <ac:spMkLst>
            <pc:docMk/>
            <pc:sldMk cId="2565878646" sldId="318"/>
            <ac:spMk id="6" creationId="{D28FEE25-02D1-215F-2C16-91E73D356D68}"/>
          </ac:spMkLst>
        </pc:spChg>
        <pc:spChg chg="add mod">
          <ac:chgData name="Leônidas Müller de Oliveira" userId="5af9566427f0cd7a" providerId="LiveId" clId="{8D31AAA6-FEB4-483A-8BC0-83390146B854}" dt="2022-10-18T00:57:27.560" v="2154" actId="1076"/>
          <ac:spMkLst>
            <pc:docMk/>
            <pc:sldMk cId="2565878646" sldId="318"/>
            <ac:spMk id="7" creationId="{FD74FAA6-BFAA-E80D-D802-B1393D91D1A9}"/>
          </ac:spMkLst>
        </pc:spChg>
        <pc:spChg chg="del">
          <ac:chgData name="Leônidas Müller de Oliveira" userId="5af9566427f0cd7a" providerId="LiveId" clId="{8D31AAA6-FEB4-483A-8BC0-83390146B854}" dt="2022-10-17T23:50:09.919" v="1640" actId="478"/>
          <ac:spMkLst>
            <pc:docMk/>
            <pc:sldMk cId="2565878646" sldId="318"/>
            <ac:spMk id="9" creationId="{9C81958B-AE4B-43C9-BC2C-2CBADE7FE55A}"/>
          </ac:spMkLst>
        </pc:spChg>
        <pc:spChg chg="mod">
          <ac:chgData name="Leônidas Müller de Oliveira" userId="5af9566427f0cd7a" providerId="LiveId" clId="{8D31AAA6-FEB4-483A-8BC0-83390146B854}" dt="2022-10-18T00:57:18.936" v="2149" actId="313"/>
          <ac:spMkLst>
            <pc:docMk/>
            <pc:sldMk cId="2565878646" sldId="318"/>
            <ac:spMk id="10" creationId="{D7001BA3-CB80-4627-9BF8-F969EC7D3809}"/>
          </ac:spMkLst>
        </pc:spChg>
        <pc:picChg chg="add del mod">
          <ac:chgData name="Leônidas Müller de Oliveira" userId="5af9566427f0cd7a" providerId="LiveId" clId="{8D31AAA6-FEB4-483A-8BC0-83390146B854}" dt="2022-10-17T23:50:35.454" v="1644" actId="478"/>
          <ac:picMkLst>
            <pc:docMk/>
            <pc:sldMk cId="2565878646" sldId="318"/>
            <ac:picMk id="3" creationId="{A48E764F-E8C9-FFCA-B75A-CDE35E406E9E}"/>
          </ac:picMkLst>
        </pc:picChg>
        <pc:picChg chg="add mod">
          <ac:chgData name="Leônidas Müller de Oliveira" userId="5af9566427f0cd7a" providerId="LiveId" clId="{8D31AAA6-FEB4-483A-8BC0-83390146B854}" dt="2022-10-18T00:57:29.092" v="2155" actId="1076"/>
          <ac:picMkLst>
            <pc:docMk/>
            <pc:sldMk cId="2565878646" sldId="318"/>
            <ac:picMk id="5" creationId="{7E85B572-8F8E-5E49-C9E0-BC6E35C5A51C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8T00:54:34.789" v="2018" actId="1076"/>
        <pc:sldMkLst>
          <pc:docMk/>
          <pc:sldMk cId="3166943117" sldId="319"/>
        </pc:sldMkLst>
        <pc:spChg chg="mod">
          <ac:chgData name="Leônidas Müller de Oliveira" userId="5af9566427f0cd7a" providerId="LiveId" clId="{8D31AAA6-FEB4-483A-8BC0-83390146B854}" dt="2022-10-18T00:54:28.028" v="2016" actId="1076"/>
          <ac:spMkLst>
            <pc:docMk/>
            <pc:sldMk cId="3166943117" sldId="319"/>
            <ac:spMk id="7" creationId="{FD74FAA6-BFAA-E80D-D802-B1393D91D1A9}"/>
          </ac:spMkLst>
        </pc:spChg>
        <pc:spChg chg="mod">
          <ac:chgData name="Leônidas Müller de Oliveira" userId="5af9566427f0cd7a" providerId="LiveId" clId="{8D31AAA6-FEB4-483A-8BC0-83390146B854}" dt="2022-10-18T00:34:23.580" v="1930" actId="20577"/>
          <ac:spMkLst>
            <pc:docMk/>
            <pc:sldMk cId="3166943117" sldId="319"/>
            <ac:spMk id="10" creationId="{D7001BA3-CB80-4627-9BF8-F969EC7D3809}"/>
          </ac:spMkLst>
        </pc:spChg>
        <pc:picChg chg="add mod">
          <ac:chgData name="Leônidas Müller de Oliveira" userId="5af9566427f0cd7a" providerId="LiveId" clId="{8D31AAA6-FEB4-483A-8BC0-83390146B854}" dt="2022-10-18T00:54:34.789" v="2018" actId="1076"/>
          <ac:picMkLst>
            <pc:docMk/>
            <pc:sldMk cId="3166943117" sldId="319"/>
            <ac:picMk id="3" creationId="{BD068774-3AF3-7913-7646-0D58F9753BC2}"/>
          </ac:picMkLst>
        </pc:picChg>
        <pc:picChg chg="del">
          <ac:chgData name="Leônidas Müller de Oliveira" userId="5af9566427f0cd7a" providerId="LiveId" clId="{8D31AAA6-FEB4-483A-8BC0-83390146B854}" dt="2022-10-18T00:53:37.661" v="1982" actId="478"/>
          <ac:picMkLst>
            <pc:docMk/>
            <pc:sldMk cId="3166943117" sldId="319"/>
            <ac:picMk id="5" creationId="{7E85B572-8F8E-5E49-C9E0-BC6E35C5A51C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8T00:56:59.582" v="2090" actId="20577"/>
        <pc:sldMkLst>
          <pc:docMk/>
          <pc:sldMk cId="303470134" sldId="320"/>
        </pc:sldMkLst>
        <pc:spChg chg="del">
          <ac:chgData name="Leônidas Müller de Oliveira" userId="5af9566427f0cd7a" providerId="LiveId" clId="{8D31AAA6-FEB4-483A-8BC0-83390146B854}" dt="2022-10-18T00:55:00.203" v="2031" actId="478"/>
          <ac:spMkLst>
            <pc:docMk/>
            <pc:sldMk cId="303470134" sldId="320"/>
            <ac:spMk id="7" creationId="{FD74FAA6-BFAA-E80D-D802-B1393D91D1A9}"/>
          </ac:spMkLst>
        </pc:spChg>
        <pc:spChg chg="add mod">
          <ac:chgData name="Leônidas Müller de Oliveira" userId="5af9566427f0cd7a" providerId="LiveId" clId="{8D31AAA6-FEB4-483A-8BC0-83390146B854}" dt="2022-10-18T00:56:25.184" v="2056" actId="1076"/>
          <ac:spMkLst>
            <pc:docMk/>
            <pc:sldMk cId="303470134" sldId="320"/>
            <ac:spMk id="8" creationId="{137CAA41-1133-5A89-647A-0EE8FFA06EBB}"/>
          </ac:spMkLst>
        </pc:spChg>
        <pc:spChg chg="mod">
          <ac:chgData name="Leônidas Müller de Oliveira" userId="5af9566427f0cd7a" providerId="LiveId" clId="{8D31AAA6-FEB4-483A-8BC0-83390146B854}" dt="2022-10-18T00:56:59.582" v="2090" actId="20577"/>
          <ac:spMkLst>
            <pc:docMk/>
            <pc:sldMk cId="303470134" sldId="320"/>
            <ac:spMk id="10" creationId="{D7001BA3-CB80-4627-9BF8-F969EC7D3809}"/>
          </ac:spMkLst>
        </pc:spChg>
        <pc:picChg chg="add mod modCrop">
          <ac:chgData name="Leônidas Müller de Oliveira" userId="5af9566427f0cd7a" providerId="LiveId" clId="{8D31AAA6-FEB4-483A-8BC0-83390146B854}" dt="2022-10-18T00:56:44.407" v="2060" actId="1076"/>
          <ac:picMkLst>
            <pc:docMk/>
            <pc:sldMk cId="303470134" sldId="320"/>
            <ac:picMk id="3" creationId="{A07D79FF-6DF4-5EC7-979B-5832B4A56E70}"/>
          </ac:picMkLst>
        </pc:picChg>
        <pc:picChg chg="del">
          <ac:chgData name="Leônidas Müller de Oliveira" userId="5af9566427f0cd7a" providerId="LiveId" clId="{8D31AAA6-FEB4-483A-8BC0-83390146B854}" dt="2022-10-18T00:54:58.993" v="2030" actId="478"/>
          <ac:picMkLst>
            <pc:docMk/>
            <pc:sldMk cId="303470134" sldId="320"/>
            <ac:picMk id="5" creationId="{7E85B572-8F8E-5E49-C9E0-BC6E35C5A51C}"/>
          </ac:picMkLst>
        </pc:picChg>
        <pc:picChg chg="add mod modCrop">
          <ac:chgData name="Leônidas Müller de Oliveira" userId="5af9566427f0cd7a" providerId="LiveId" clId="{8D31AAA6-FEB4-483A-8BC0-83390146B854}" dt="2022-10-18T00:56:38.908" v="2058" actId="1076"/>
          <ac:picMkLst>
            <pc:docMk/>
            <pc:sldMk cId="303470134" sldId="320"/>
            <ac:picMk id="6" creationId="{987A88EE-1ABC-9DEE-1F35-E31DD45424F9}"/>
          </ac:picMkLst>
        </pc:picChg>
      </pc:sldChg>
      <pc:sldChg chg="addSp delSp modSp add mod">
        <pc:chgData name="Leônidas Müller de Oliveira" userId="5af9566427f0cd7a" providerId="LiveId" clId="{8D31AAA6-FEB4-483A-8BC0-83390146B854}" dt="2022-10-18T00:59:52.082" v="2410" actId="14100"/>
        <pc:sldMkLst>
          <pc:docMk/>
          <pc:sldMk cId="2756472928" sldId="321"/>
        </pc:sldMkLst>
        <pc:spChg chg="add mod">
          <ac:chgData name="Leônidas Müller de Oliveira" userId="5af9566427f0cd7a" providerId="LiveId" clId="{8D31AAA6-FEB4-483A-8BC0-83390146B854}" dt="2022-10-18T00:59:52.082" v="2410" actId="14100"/>
          <ac:spMkLst>
            <pc:docMk/>
            <pc:sldMk cId="2756472928" sldId="321"/>
            <ac:spMk id="2" creationId="{42D72458-B993-3421-4849-6D3319765253}"/>
          </ac:spMkLst>
        </pc:spChg>
        <pc:spChg chg="del mod">
          <ac:chgData name="Leônidas Müller de Oliveira" userId="5af9566427f0cd7a" providerId="LiveId" clId="{8D31AAA6-FEB4-483A-8BC0-83390146B854}" dt="2022-10-18T00:58:18.410" v="2210" actId="478"/>
          <ac:spMkLst>
            <pc:docMk/>
            <pc:sldMk cId="2756472928" sldId="321"/>
            <ac:spMk id="7" creationId="{FD74FAA6-BFAA-E80D-D802-B1393D91D1A9}"/>
          </ac:spMkLst>
        </pc:spChg>
        <pc:spChg chg="mod">
          <ac:chgData name="Leônidas Müller de Oliveira" userId="5af9566427f0cd7a" providerId="LiveId" clId="{8D31AAA6-FEB4-483A-8BC0-83390146B854}" dt="2022-10-18T00:58:13.520" v="2207" actId="20577"/>
          <ac:spMkLst>
            <pc:docMk/>
            <pc:sldMk cId="2756472928" sldId="321"/>
            <ac:spMk id="10" creationId="{D7001BA3-CB80-4627-9BF8-F969EC7D3809}"/>
          </ac:spMkLst>
        </pc:spChg>
        <pc:picChg chg="del">
          <ac:chgData name="Leônidas Müller de Oliveira" userId="5af9566427f0cd7a" providerId="LiveId" clId="{8D31AAA6-FEB4-483A-8BC0-83390146B854}" dt="2022-10-18T00:58:15.241" v="2208" actId="478"/>
          <ac:picMkLst>
            <pc:docMk/>
            <pc:sldMk cId="2756472928" sldId="321"/>
            <ac:picMk id="3" creationId="{BD068774-3AF3-7913-7646-0D58F9753BC2}"/>
          </ac:picMkLst>
        </pc:picChg>
      </pc:sldChg>
      <pc:sldChg chg="modSp add mod">
        <pc:chgData name="Leônidas Müller de Oliveira" userId="5af9566427f0cd7a" providerId="LiveId" clId="{8D31AAA6-FEB4-483A-8BC0-83390146B854}" dt="2022-10-18T01:00:54.604" v="2485" actId="20577"/>
        <pc:sldMkLst>
          <pc:docMk/>
          <pc:sldMk cId="1550518814" sldId="322"/>
        </pc:sldMkLst>
        <pc:spChg chg="mod">
          <ac:chgData name="Leônidas Müller de Oliveira" userId="5af9566427f0cd7a" providerId="LiveId" clId="{8D31AAA6-FEB4-483A-8BC0-83390146B854}" dt="2022-10-18T01:00:54.604" v="2485" actId="20577"/>
          <ac:spMkLst>
            <pc:docMk/>
            <pc:sldMk cId="1550518814" sldId="322"/>
            <ac:spMk id="2" creationId="{42D72458-B993-3421-4849-6D3319765253}"/>
          </ac:spMkLst>
        </pc:spChg>
        <pc:spChg chg="mod">
          <ac:chgData name="Leônidas Müller de Oliveira" userId="5af9566427f0cd7a" providerId="LiveId" clId="{8D31AAA6-FEB4-483A-8BC0-83390146B854}" dt="2022-10-18T01:00:04.036" v="2429" actId="20577"/>
          <ac:spMkLst>
            <pc:docMk/>
            <pc:sldMk cId="1550518814" sldId="322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7AE7B7E2-7782-4B28-84CD-AF4F631C0675}"/>
    <pc:docChg chg="custSel addSld delSld modSld">
      <pc:chgData name="Leônidas Müller de Oliveira" userId="5af9566427f0cd7a" providerId="LiveId" clId="{7AE7B7E2-7782-4B28-84CD-AF4F631C0675}" dt="2023-08-15T19:19:30.448" v="709" actId="1076"/>
      <pc:docMkLst>
        <pc:docMk/>
      </pc:docMkLst>
      <pc:sldChg chg="modSp mod">
        <pc:chgData name="Leônidas Müller de Oliveira" userId="5af9566427f0cd7a" providerId="LiveId" clId="{7AE7B7E2-7782-4B28-84CD-AF4F631C0675}" dt="2023-08-15T15:02:01.985" v="427" actId="20577"/>
        <pc:sldMkLst>
          <pc:docMk/>
          <pc:sldMk cId="0" sldId="257"/>
        </pc:sldMkLst>
        <pc:spChg chg="mod">
          <ac:chgData name="Leônidas Müller de Oliveira" userId="5af9566427f0cd7a" providerId="LiveId" clId="{7AE7B7E2-7782-4B28-84CD-AF4F631C0675}" dt="2023-08-15T15:02:01.985" v="427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7AE7B7E2-7782-4B28-84CD-AF4F631C0675}" dt="2023-08-15T15:01:57.825" v="420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7AE7B7E2-7782-4B28-84CD-AF4F631C0675}" dt="2023-08-15T15:01:50.499" v="413"/>
        <pc:sldMkLst>
          <pc:docMk/>
          <pc:sldMk cId="4004384132" sldId="286"/>
        </pc:sldMkLst>
        <pc:spChg chg="add mod">
          <ac:chgData name="Leônidas Müller de Oliveira" userId="5af9566427f0cd7a" providerId="LiveId" clId="{7AE7B7E2-7782-4B28-84CD-AF4F631C0675}" dt="2023-08-15T15:01:50.499" v="413"/>
          <ac:spMkLst>
            <pc:docMk/>
            <pc:sldMk cId="4004384132" sldId="286"/>
            <ac:spMk id="2" creationId="{7939F97B-11C4-2856-E2FC-4BE8D1D5D8C6}"/>
          </ac:spMkLst>
        </pc:spChg>
        <pc:spChg chg="del mod">
          <ac:chgData name="Leônidas Müller de Oliveira" userId="5af9566427f0cd7a" providerId="LiveId" clId="{7AE7B7E2-7782-4B28-84CD-AF4F631C0675}" dt="2023-08-15T15:01:50.297" v="412" actId="478"/>
          <ac:spMkLst>
            <pc:docMk/>
            <pc:sldMk cId="4004384132" sldId="286"/>
            <ac:spMk id="141" creationId="{00000000-0000-0000-0000-000000000000}"/>
          </ac:spMkLst>
        </pc:spChg>
      </pc:sldChg>
      <pc:sldChg chg="addSp delSp modSp mod">
        <pc:chgData name="Leônidas Müller de Oliveira" userId="5af9566427f0cd7a" providerId="LiveId" clId="{7AE7B7E2-7782-4B28-84CD-AF4F631C0675}" dt="2023-08-15T19:15:45.080" v="703" actId="20577"/>
        <pc:sldMkLst>
          <pc:docMk/>
          <pc:sldMk cId="702636239" sldId="295"/>
        </pc:sldMkLst>
        <pc:spChg chg="add mod">
          <ac:chgData name="Leônidas Müller de Oliveira" userId="5af9566427f0cd7a" providerId="LiveId" clId="{7AE7B7E2-7782-4B28-84CD-AF4F631C0675}" dt="2023-08-15T19:15:45.080" v="703" actId="20577"/>
          <ac:spMkLst>
            <pc:docMk/>
            <pc:sldMk cId="702636239" sldId="295"/>
            <ac:spMk id="2" creationId="{3D8A0F8B-19C1-E1E0-A358-EF61BE8D2B9D}"/>
          </ac:spMkLst>
        </pc:spChg>
        <pc:spChg chg="add mod">
          <ac:chgData name="Leônidas Müller de Oliveira" userId="5af9566427f0cd7a" providerId="LiveId" clId="{7AE7B7E2-7782-4B28-84CD-AF4F631C0675}" dt="2023-08-15T15:02:06.597" v="429"/>
          <ac:spMkLst>
            <pc:docMk/>
            <pc:sldMk cId="702636239" sldId="295"/>
            <ac:spMk id="6" creationId="{EE0840D4-E02A-30B3-EF28-16CB42E5122E}"/>
          </ac:spMkLst>
        </pc:spChg>
        <pc:spChg chg="mod">
          <ac:chgData name="Leônidas Müller de Oliveira" userId="5af9566427f0cd7a" providerId="LiveId" clId="{7AE7B7E2-7782-4B28-84CD-AF4F631C0675}" dt="2023-08-15T14:43:43.449" v="67" actId="20577"/>
          <ac:spMkLst>
            <pc:docMk/>
            <pc:sldMk cId="702636239" sldId="295"/>
            <ac:spMk id="10" creationId="{D7001BA3-CB80-4627-9BF8-F969EC7D3809}"/>
          </ac:spMkLst>
        </pc:spChg>
        <pc:spChg chg="del">
          <ac:chgData name="Leônidas Müller de Oliveira" userId="5af9566427f0cd7a" providerId="LiveId" clId="{7AE7B7E2-7782-4B28-84CD-AF4F631C0675}" dt="2023-08-15T15:02:06.326" v="428" actId="478"/>
          <ac:spMkLst>
            <pc:docMk/>
            <pc:sldMk cId="702636239" sldId="295"/>
            <ac:spMk id="141" creationId="{00000000-0000-0000-0000-000000000000}"/>
          </ac:spMkLst>
        </pc:spChg>
        <pc:picChg chg="add mod">
          <ac:chgData name="Leônidas Müller de Oliveira" userId="5af9566427f0cd7a" providerId="LiveId" clId="{7AE7B7E2-7782-4B28-84CD-AF4F631C0675}" dt="2023-08-15T14:49:32.490" v="194" actId="1076"/>
          <ac:picMkLst>
            <pc:docMk/>
            <pc:sldMk cId="702636239" sldId="295"/>
            <ac:picMk id="4" creationId="{750116AC-96ED-C0DC-FBBD-20B4528D5660}"/>
          </ac:picMkLst>
        </pc:picChg>
        <pc:picChg chg="del">
          <ac:chgData name="Leônidas Müller de Oliveira" userId="5af9566427f0cd7a" providerId="LiveId" clId="{7AE7B7E2-7782-4B28-84CD-AF4F631C0675}" dt="2023-08-15T14:42:45.481" v="4" actId="478"/>
          <ac:picMkLst>
            <pc:docMk/>
            <pc:sldMk cId="702636239" sldId="295"/>
            <ac:picMk id="5" creationId="{2F9AC776-F5BC-BABB-0976-82AECC4A906C}"/>
          </ac:picMkLst>
        </pc:picChg>
      </pc:sldChg>
      <pc:sldChg chg="del">
        <pc:chgData name="Leônidas Müller de Oliveira" userId="5af9566427f0cd7a" providerId="LiveId" clId="{7AE7B7E2-7782-4B28-84CD-AF4F631C0675}" dt="2023-08-15T14:42:35.219" v="0" actId="47"/>
        <pc:sldMkLst>
          <pc:docMk/>
          <pc:sldMk cId="3610508654" sldId="296"/>
        </pc:sldMkLst>
      </pc:sldChg>
      <pc:sldChg chg="addSp delSp modSp mod">
        <pc:chgData name="Leônidas Müller de Oliveira" userId="5af9566427f0cd7a" providerId="LiveId" clId="{7AE7B7E2-7782-4B28-84CD-AF4F631C0675}" dt="2023-08-15T18:35:01.914" v="652" actId="1076"/>
        <pc:sldMkLst>
          <pc:docMk/>
          <pc:sldMk cId="44324316" sldId="297"/>
        </pc:sldMkLst>
        <pc:spChg chg="mod">
          <ac:chgData name="Leônidas Müller de Oliveira" userId="5af9566427f0cd7a" providerId="LiveId" clId="{7AE7B7E2-7782-4B28-84CD-AF4F631C0675}" dt="2023-08-15T15:01:43.465" v="410" actId="20577"/>
          <ac:spMkLst>
            <pc:docMk/>
            <pc:sldMk cId="44324316" sldId="297"/>
            <ac:spMk id="141" creationId="{00000000-0000-0000-0000-000000000000}"/>
          </ac:spMkLst>
        </pc:spChg>
        <pc:picChg chg="del">
          <ac:chgData name="Leônidas Müller de Oliveira" userId="5af9566427f0cd7a" providerId="LiveId" clId="{7AE7B7E2-7782-4B28-84CD-AF4F631C0675}" dt="2023-08-15T15:01:37.733" v="397" actId="478"/>
          <ac:picMkLst>
            <pc:docMk/>
            <pc:sldMk cId="44324316" sldId="297"/>
            <ac:picMk id="3" creationId="{4119844C-49CC-71E9-FE52-9FEEBC07BE69}"/>
          </ac:picMkLst>
        </pc:picChg>
        <pc:picChg chg="add del mod">
          <ac:chgData name="Leônidas Müller de Oliveira" userId="5af9566427f0cd7a" providerId="LiveId" clId="{7AE7B7E2-7782-4B28-84CD-AF4F631C0675}" dt="2023-08-15T18:34:57.890" v="649" actId="478"/>
          <ac:picMkLst>
            <pc:docMk/>
            <pc:sldMk cId="44324316" sldId="297"/>
            <ac:picMk id="4" creationId="{6BBFDC6D-E481-BD8F-B1A8-1A3A15BC5BB0}"/>
          </ac:picMkLst>
        </pc:picChg>
        <pc:picChg chg="add mod">
          <ac:chgData name="Leônidas Müller de Oliveira" userId="5af9566427f0cd7a" providerId="LiveId" clId="{7AE7B7E2-7782-4B28-84CD-AF4F631C0675}" dt="2023-08-15T18:35:01.914" v="652" actId="1076"/>
          <ac:picMkLst>
            <pc:docMk/>
            <pc:sldMk cId="44324316" sldId="297"/>
            <ac:picMk id="6" creationId="{95077CD9-F6CA-B534-8B25-89F511115A96}"/>
          </ac:picMkLst>
        </pc:picChg>
      </pc:sldChg>
      <pc:sldChg chg="del">
        <pc:chgData name="Leônidas Müller de Oliveira" userId="5af9566427f0cd7a" providerId="LiveId" clId="{7AE7B7E2-7782-4B28-84CD-AF4F631C0675}" dt="2023-08-15T14:51:57.733" v="251" actId="47"/>
        <pc:sldMkLst>
          <pc:docMk/>
          <pc:sldMk cId="1117533216" sldId="298"/>
        </pc:sldMkLst>
      </pc:sldChg>
      <pc:sldChg chg="del">
        <pc:chgData name="Leônidas Müller de Oliveira" userId="5af9566427f0cd7a" providerId="LiveId" clId="{7AE7B7E2-7782-4B28-84CD-AF4F631C0675}" dt="2023-08-15T14:52:07.440" v="261" actId="47"/>
        <pc:sldMkLst>
          <pc:docMk/>
          <pc:sldMk cId="3531323011" sldId="299"/>
        </pc:sldMkLst>
      </pc:sldChg>
      <pc:sldChg chg="del">
        <pc:chgData name="Leônidas Müller de Oliveira" userId="5af9566427f0cd7a" providerId="LiveId" clId="{7AE7B7E2-7782-4B28-84CD-AF4F631C0675}" dt="2023-08-15T14:51:58.949" v="252" actId="47"/>
        <pc:sldMkLst>
          <pc:docMk/>
          <pc:sldMk cId="1975859758" sldId="300"/>
        </pc:sldMkLst>
      </pc:sldChg>
      <pc:sldChg chg="del">
        <pc:chgData name="Leônidas Müller de Oliveira" userId="5af9566427f0cd7a" providerId="LiveId" clId="{7AE7B7E2-7782-4B28-84CD-AF4F631C0675}" dt="2023-08-15T14:52:06.537" v="260" actId="47"/>
        <pc:sldMkLst>
          <pc:docMk/>
          <pc:sldMk cId="1712000534" sldId="301"/>
        </pc:sldMkLst>
      </pc:sldChg>
      <pc:sldChg chg="del">
        <pc:chgData name="Leônidas Müller de Oliveira" userId="5af9566427f0cd7a" providerId="LiveId" clId="{7AE7B7E2-7782-4B28-84CD-AF4F631C0675}" dt="2023-08-15T14:52:00.576" v="254" actId="47"/>
        <pc:sldMkLst>
          <pc:docMk/>
          <pc:sldMk cId="762320075" sldId="302"/>
        </pc:sldMkLst>
      </pc:sldChg>
      <pc:sldChg chg="del">
        <pc:chgData name="Leônidas Müller de Oliveira" userId="5af9566427f0cd7a" providerId="LiveId" clId="{7AE7B7E2-7782-4B28-84CD-AF4F631C0675}" dt="2023-08-15T14:51:59.765" v="253" actId="47"/>
        <pc:sldMkLst>
          <pc:docMk/>
          <pc:sldMk cId="4122056720" sldId="303"/>
        </pc:sldMkLst>
      </pc:sldChg>
      <pc:sldChg chg="del">
        <pc:chgData name="Leônidas Müller de Oliveira" userId="5af9566427f0cd7a" providerId="LiveId" clId="{7AE7B7E2-7782-4B28-84CD-AF4F631C0675}" dt="2023-08-15T14:52:01.602" v="255" actId="47"/>
        <pc:sldMkLst>
          <pc:docMk/>
          <pc:sldMk cId="448209410" sldId="304"/>
        </pc:sldMkLst>
      </pc:sldChg>
      <pc:sldChg chg="del">
        <pc:chgData name="Leônidas Müller de Oliveira" userId="5af9566427f0cd7a" providerId="LiveId" clId="{7AE7B7E2-7782-4B28-84CD-AF4F631C0675}" dt="2023-08-15T14:52:02.390" v="256" actId="47"/>
        <pc:sldMkLst>
          <pc:docMk/>
          <pc:sldMk cId="405139090" sldId="305"/>
        </pc:sldMkLst>
      </pc:sldChg>
      <pc:sldChg chg="del">
        <pc:chgData name="Leônidas Müller de Oliveira" userId="5af9566427f0cd7a" providerId="LiveId" clId="{7AE7B7E2-7782-4B28-84CD-AF4F631C0675}" dt="2023-08-15T14:52:03.252" v="257" actId="47"/>
        <pc:sldMkLst>
          <pc:docMk/>
          <pc:sldMk cId="2688901310" sldId="307"/>
        </pc:sldMkLst>
      </pc:sldChg>
      <pc:sldChg chg="del">
        <pc:chgData name="Leônidas Müller de Oliveira" userId="5af9566427f0cd7a" providerId="LiveId" clId="{7AE7B7E2-7782-4B28-84CD-AF4F631C0675}" dt="2023-08-15T14:52:04.226" v="258" actId="47"/>
        <pc:sldMkLst>
          <pc:docMk/>
          <pc:sldMk cId="150935033" sldId="308"/>
        </pc:sldMkLst>
      </pc:sldChg>
      <pc:sldChg chg="del">
        <pc:chgData name="Leônidas Müller de Oliveira" userId="5af9566427f0cd7a" providerId="LiveId" clId="{7AE7B7E2-7782-4B28-84CD-AF4F631C0675}" dt="2023-08-15T14:52:05.641" v="259" actId="47"/>
        <pc:sldMkLst>
          <pc:docMk/>
          <pc:sldMk cId="2285418116" sldId="309"/>
        </pc:sldMkLst>
      </pc:sldChg>
      <pc:sldChg chg="del">
        <pc:chgData name="Leônidas Müller de Oliveira" userId="5af9566427f0cd7a" providerId="LiveId" clId="{7AE7B7E2-7782-4B28-84CD-AF4F631C0675}" dt="2023-08-15T14:42:39.406" v="1" actId="47"/>
        <pc:sldMkLst>
          <pc:docMk/>
          <pc:sldMk cId="3313628012" sldId="310"/>
        </pc:sldMkLst>
      </pc:sldChg>
      <pc:sldChg chg="del">
        <pc:chgData name="Leônidas Müller de Oliveira" userId="5af9566427f0cd7a" providerId="LiveId" clId="{7AE7B7E2-7782-4B28-84CD-AF4F631C0675}" dt="2023-08-15T14:42:40.473" v="2" actId="47"/>
        <pc:sldMkLst>
          <pc:docMk/>
          <pc:sldMk cId="2169073829" sldId="311"/>
        </pc:sldMkLst>
      </pc:sldChg>
      <pc:sldChg chg="del">
        <pc:chgData name="Leônidas Müller de Oliveira" userId="5af9566427f0cd7a" providerId="LiveId" clId="{7AE7B7E2-7782-4B28-84CD-AF4F631C0675}" dt="2023-08-15T14:42:41.997" v="3" actId="47"/>
        <pc:sldMkLst>
          <pc:docMk/>
          <pc:sldMk cId="3820257051" sldId="312"/>
        </pc:sldMkLst>
      </pc:sldChg>
      <pc:sldChg chg="del">
        <pc:chgData name="Leônidas Müller de Oliveira" userId="5af9566427f0cd7a" providerId="LiveId" clId="{7AE7B7E2-7782-4B28-84CD-AF4F631C0675}" dt="2023-08-15T14:52:10.584" v="264" actId="47"/>
        <pc:sldMkLst>
          <pc:docMk/>
          <pc:sldMk cId="3356978966" sldId="313"/>
        </pc:sldMkLst>
      </pc:sldChg>
      <pc:sldChg chg="del">
        <pc:chgData name="Leônidas Müller de Oliveira" userId="5af9566427f0cd7a" providerId="LiveId" clId="{7AE7B7E2-7782-4B28-84CD-AF4F631C0675}" dt="2023-08-15T14:52:13.579" v="266" actId="47"/>
        <pc:sldMkLst>
          <pc:docMk/>
          <pc:sldMk cId="1916910308" sldId="314"/>
        </pc:sldMkLst>
      </pc:sldChg>
      <pc:sldChg chg="del">
        <pc:chgData name="Leônidas Müller de Oliveira" userId="5af9566427f0cd7a" providerId="LiveId" clId="{7AE7B7E2-7782-4B28-84CD-AF4F631C0675}" dt="2023-08-15T14:52:08.378" v="262" actId="47"/>
        <pc:sldMkLst>
          <pc:docMk/>
          <pc:sldMk cId="3752093521" sldId="315"/>
        </pc:sldMkLst>
      </pc:sldChg>
      <pc:sldChg chg="del">
        <pc:chgData name="Leônidas Müller de Oliveira" userId="5af9566427f0cd7a" providerId="LiveId" clId="{7AE7B7E2-7782-4B28-84CD-AF4F631C0675}" dt="2023-08-15T14:52:09.300" v="263" actId="47"/>
        <pc:sldMkLst>
          <pc:docMk/>
          <pc:sldMk cId="3843968707" sldId="316"/>
        </pc:sldMkLst>
      </pc:sldChg>
      <pc:sldChg chg="del">
        <pc:chgData name="Leônidas Müller de Oliveira" userId="5af9566427f0cd7a" providerId="LiveId" clId="{7AE7B7E2-7782-4B28-84CD-AF4F631C0675}" dt="2023-08-15T14:52:12.595" v="265" actId="47"/>
        <pc:sldMkLst>
          <pc:docMk/>
          <pc:sldMk cId="1493083302" sldId="317"/>
        </pc:sldMkLst>
      </pc:sldChg>
      <pc:sldChg chg="del">
        <pc:chgData name="Leônidas Müller de Oliveira" userId="5af9566427f0cd7a" providerId="LiveId" clId="{7AE7B7E2-7782-4B28-84CD-AF4F631C0675}" dt="2023-08-15T15:02:20.993" v="434" actId="47"/>
        <pc:sldMkLst>
          <pc:docMk/>
          <pc:sldMk cId="2565878646" sldId="318"/>
        </pc:sldMkLst>
      </pc:sldChg>
      <pc:sldChg chg="addSp delSp modSp mod">
        <pc:chgData name="Leônidas Müller de Oliveira" userId="5af9566427f0cd7a" providerId="LiveId" clId="{7AE7B7E2-7782-4B28-84CD-AF4F631C0675}" dt="2023-08-15T19:19:30.448" v="709" actId="1076"/>
        <pc:sldMkLst>
          <pc:docMk/>
          <pc:sldMk cId="3166943117" sldId="319"/>
        </pc:sldMkLst>
        <pc:spChg chg="add mod">
          <ac:chgData name="Leônidas Müller de Oliveira" userId="5af9566427f0cd7a" providerId="LiveId" clId="{7AE7B7E2-7782-4B28-84CD-AF4F631C0675}" dt="2023-08-15T15:02:25.089" v="436"/>
          <ac:spMkLst>
            <pc:docMk/>
            <pc:sldMk cId="3166943117" sldId="319"/>
            <ac:spMk id="2" creationId="{34868CFC-5BA5-7E0F-A7DA-5B559A2C9A9A}"/>
          </ac:spMkLst>
        </pc:spChg>
        <pc:spChg chg="mod">
          <ac:chgData name="Leônidas Müller de Oliveira" userId="5af9566427f0cd7a" providerId="LiveId" clId="{7AE7B7E2-7782-4B28-84CD-AF4F631C0675}" dt="2023-08-15T19:19:30.448" v="709" actId="1076"/>
          <ac:spMkLst>
            <pc:docMk/>
            <pc:sldMk cId="3166943117" sldId="319"/>
            <ac:spMk id="7" creationId="{FD74FAA6-BFAA-E80D-D802-B1393D91D1A9}"/>
          </ac:spMkLst>
        </pc:spChg>
        <pc:spChg chg="mod">
          <ac:chgData name="Leônidas Müller de Oliveira" userId="5af9566427f0cd7a" providerId="LiveId" clId="{7AE7B7E2-7782-4B28-84CD-AF4F631C0675}" dt="2023-08-15T15:02:36.441" v="466" actId="20577"/>
          <ac:spMkLst>
            <pc:docMk/>
            <pc:sldMk cId="3166943117" sldId="319"/>
            <ac:spMk id="10" creationId="{D7001BA3-CB80-4627-9BF8-F969EC7D3809}"/>
          </ac:spMkLst>
        </pc:spChg>
        <pc:spChg chg="del">
          <ac:chgData name="Leônidas Müller de Oliveira" userId="5af9566427f0cd7a" providerId="LiveId" clId="{7AE7B7E2-7782-4B28-84CD-AF4F631C0675}" dt="2023-08-15T15:02:28.077" v="437" actId="478"/>
          <ac:spMkLst>
            <pc:docMk/>
            <pc:sldMk cId="3166943117" sldId="319"/>
            <ac:spMk id="141" creationId="{00000000-0000-0000-0000-000000000000}"/>
          </ac:spMkLst>
        </pc:spChg>
        <pc:picChg chg="del">
          <ac:chgData name="Leônidas Müller de Oliveira" userId="5af9566427f0cd7a" providerId="LiveId" clId="{7AE7B7E2-7782-4B28-84CD-AF4F631C0675}" dt="2023-08-15T19:18:58.615" v="704" actId="478"/>
          <ac:picMkLst>
            <pc:docMk/>
            <pc:sldMk cId="3166943117" sldId="319"/>
            <ac:picMk id="3" creationId="{BD068774-3AF3-7913-7646-0D58F9753BC2}"/>
          </ac:picMkLst>
        </pc:picChg>
        <pc:picChg chg="add mod">
          <ac:chgData name="Leônidas Müller de Oliveira" userId="5af9566427f0cd7a" providerId="LiveId" clId="{7AE7B7E2-7782-4B28-84CD-AF4F631C0675}" dt="2023-08-15T19:19:28.299" v="708" actId="1076"/>
          <ac:picMkLst>
            <pc:docMk/>
            <pc:sldMk cId="3166943117" sldId="319"/>
            <ac:picMk id="5" creationId="{3264AD97-D67B-AFBF-6E39-050BCEF174C3}"/>
          </ac:picMkLst>
        </pc:picChg>
      </pc:sldChg>
      <pc:sldChg chg="del">
        <pc:chgData name="Leônidas Müller de Oliveira" userId="5af9566427f0cd7a" providerId="LiveId" clId="{7AE7B7E2-7782-4B28-84CD-AF4F631C0675}" dt="2023-08-15T15:02:22.301" v="435" actId="47"/>
        <pc:sldMkLst>
          <pc:docMk/>
          <pc:sldMk cId="303470134" sldId="320"/>
        </pc:sldMkLst>
      </pc:sldChg>
      <pc:sldChg chg="modSp mod">
        <pc:chgData name="Leônidas Müller de Oliveira" userId="5af9566427f0cd7a" providerId="LiveId" clId="{7AE7B7E2-7782-4B28-84CD-AF4F631C0675}" dt="2023-08-15T18:51:04.441" v="682" actId="6549"/>
        <pc:sldMkLst>
          <pc:docMk/>
          <pc:sldMk cId="2756472928" sldId="321"/>
        </pc:sldMkLst>
        <pc:spChg chg="mod">
          <ac:chgData name="Leônidas Müller de Oliveira" userId="5af9566427f0cd7a" providerId="LiveId" clId="{7AE7B7E2-7782-4B28-84CD-AF4F631C0675}" dt="2023-08-15T18:51:04.441" v="682" actId="6549"/>
          <ac:spMkLst>
            <pc:docMk/>
            <pc:sldMk cId="2756472928" sldId="321"/>
            <ac:spMk id="2" creationId="{42D72458-B993-3421-4849-6D3319765253}"/>
          </ac:spMkLst>
        </pc:spChg>
      </pc:sldChg>
      <pc:sldChg chg="addSp delSp modSp add mod">
        <pc:chgData name="Leônidas Müller de Oliveira" userId="5af9566427f0cd7a" providerId="LiveId" clId="{7AE7B7E2-7782-4B28-84CD-AF4F631C0675}" dt="2023-08-15T15:02:11.917" v="431"/>
        <pc:sldMkLst>
          <pc:docMk/>
          <pc:sldMk cId="3543305201" sldId="323"/>
        </pc:sldMkLst>
        <pc:spChg chg="mod">
          <ac:chgData name="Leônidas Müller de Oliveira" userId="5af9566427f0cd7a" providerId="LiveId" clId="{7AE7B7E2-7782-4B28-84CD-AF4F631C0675}" dt="2023-08-15T14:51:11.936" v="245" actId="20577"/>
          <ac:spMkLst>
            <pc:docMk/>
            <pc:sldMk cId="3543305201" sldId="323"/>
            <ac:spMk id="2" creationId="{3D8A0F8B-19C1-E1E0-A358-EF61BE8D2B9D}"/>
          </ac:spMkLst>
        </pc:spChg>
        <pc:spChg chg="add mod">
          <ac:chgData name="Leônidas Müller de Oliveira" userId="5af9566427f0cd7a" providerId="LiveId" clId="{7AE7B7E2-7782-4B28-84CD-AF4F631C0675}" dt="2023-08-15T15:02:11.917" v="431"/>
          <ac:spMkLst>
            <pc:docMk/>
            <pc:sldMk cId="3543305201" sldId="323"/>
            <ac:spMk id="9" creationId="{FE9F7B90-41BA-CC20-9C59-BE31D6DE0C98}"/>
          </ac:spMkLst>
        </pc:spChg>
        <pc:spChg chg="mod">
          <ac:chgData name="Leônidas Müller de Oliveira" userId="5af9566427f0cd7a" providerId="LiveId" clId="{7AE7B7E2-7782-4B28-84CD-AF4F631C0675}" dt="2023-08-15T14:43:57.694" v="82" actId="20577"/>
          <ac:spMkLst>
            <pc:docMk/>
            <pc:sldMk cId="3543305201" sldId="323"/>
            <ac:spMk id="10" creationId="{D7001BA3-CB80-4627-9BF8-F969EC7D3809}"/>
          </ac:spMkLst>
        </pc:spChg>
        <pc:spChg chg="del">
          <ac:chgData name="Leônidas Müller de Oliveira" userId="5af9566427f0cd7a" providerId="LiveId" clId="{7AE7B7E2-7782-4B28-84CD-AF4F631C0675}" dt="2023-08-15T15:02:11.723" v="430" actId="478"/>
          <ac:spMkLst>
            <pc:docMk/>
            <pc:sldMk cId="3543305201" sldId="323"/>
            <ac:spMk id="141" creationId="{00000000-0000-0000-0000-000000000000}"/>
          </ac:spMkLst>
        </pc:spChg>
        <pc:picChg chg="add del mod">
          <ac:chgData name="Leônidas Müller de Oliveira" userId="5af9566427f0cd7a" providerId="LiveId" clId="{7AE7B7E2-7782-4B28-84CD-AF4F631C0675}" dt="2023-08-15T14:51:32.202" v="248" actId="478"/>
          <ac:picMkLst>
            <pc:docMk/>
            <pc:sldMk cId="3543305201" sldId="323"/>
            <ac:picMk id="4" creationId="{A2EB3B6A-81CB-C065-E479-50E18FF21451}"/>
          </ac:picMkLst>
        </pc:picChg>
        <pc:picChg chg="add mod">
          <ac:chgData name="Leônidas Müller de Oliveira" userId="5af9566427f0cd7a" providerId="LiveId" clId="{7AE7B7E2-7782-4B28-84CD-AF4F631C0675}" dt="2023-08-15T14:51:34.390" v="249" actId="1076"/>
          <ac:picMkLst>
            <pc:docMk/>
            <pc:sldMk cId="3543305201" sldId="323"/>
            <ac:picMk id="6" creationId="{5F0C8C77-F653-FA81-1C54-66939ABA9031}"/>
          </ac:picMkLst>
        </pc:picChg>
        <pc:picChg chg="add mod">
          <ac:chgData name="Leônidas Müller de Oliveira" userId="5af9566427f0cd7a" providerId="LiveId" clId="{7AE7B7E2-7782-4B28-84CD-AF4F631C0675}" dt="2023-08-15T14:51:37.607" v="250" actId="1076"/>
          <ac:picMkLst>
            <pc:docMk/>
            <pc:sldMk cId="3543305201" sldId="323"/>
            <ac:picMk id="8" creationId="{E2CF931D-FE54-70B5-3FD0-5A27D4B27809}"/>
          </ac:picMkLst>
        </pc:picChg>
      </pc:sldChg>
      <pc:sldChg chg="addSp delSp modSp add mod">
        <pc:chgData name="Leônidas Müller de Oliveira" userId="5af9566427f0cd7a" providerId="LiveId" clId="{7AE7B7E2-7782-4B28-84CD-AF4F631C0675}" dt="2023-08-15T15:02:15.598" v="433"/>
        <pc:sldMkLst>
          <pc:docMk/>
          <pc:sldMk cId="1496846400" sldId="324"/>
        </pc:sldMkLst>
        <pc:spChg chg="mod">
          <ac:chgData name="Leônidas Müller de Oliveira" userId="5af9566427f0cd7a" providerId="LiveId" clId="{7AE7B7E2-7782-4B28-84CD-AF4F631C0675}" dt="2023-08-15T14:54:43.540" v="396" actId="20577"/>
          <ac:spMkLst>
            <pc:docMk/>
            <pc:sldMk cId="1496846400" sldId="324"/>
            <ac:spMk id="2" creationId="{3D8A0F8B-19C1-E1E0-A358-EF61BE8D2B9D}"/>
          </ac:spMkLst>
        </pc:spChg>
        <pc:spChg chg="add mod">
          <ac:chgData name="Leônidas Müller de Oliveira" userId="5af9566427f0cd7a" providerId="LiveId" clId="{7AE7B7E2-7782-4B28-84CD-AF4F631C0675}" dt="2023-08-15T15:02:15.598" v="433"/>
          <ac:spMkLst>
            <pc:docMk/>
            <pc:sldMk cId="1496846400" sldId="324"/>
            <ac:spMk id="9" creationId="{AE3C3C52-0256-BB54-06BB-C08DEE39AB60}"/>
          </ac:spMkLst>
        </pc:spChg>
        <pc:spChg chg="mod">
          <ac:chgData name="Leônidas Müller de Oliveira" userId="5af9566427f0cd7a" providerId="LiveId" clId="{7AE7B7E2-7782-4B28-84CD-AF4F631C0675}" dt="2023-08-15T14:54:40.727" v="382" actId="20577"/>
          <ac:spMkLst>
            <pc:docMk/>
            <pc:sldMk cId="1496846400" sldId="324"/>
            <ac:spMk id="10" creationId="{D7001BA3-CB80-4627-9BF8-F969EC7D3809}"/>
          </ac:spMkLst>
        </pc:spChg>
        <pc:spChg chg="del">
          <ac:chgData name="Leônidas Müller de Oliveira" userId="5af9566427f0cd7a" providerId="LiveId" clId="{7AE7B7E2-7782-4B28-84CD-AF4F631C0675}" dt="2023-08-15T15:02:15.316" v="432" actId="478"/>
          <ac:spMkLst>
            <pc:docMk/>
            <pc:sldMk cId="1496846400" sldId="324"/>
            <ac:spMk id="141" creationId="{00000000-0000-0000-0000-000000000000}"/>
          </ac:spMkLst>
        </pc:spChg>
        <pc:picChg chg="add del">
          <ac:chgData name="Leônidas Müller de Oliveira" userId="5af9566427f0cd7a" providerId="LiveId" clId="{7AE7B7E2-7782-4B28-84CD-AF4F631C0675}" dt="2023-08-15T14:53:10.360" v="271" actId="478"/>
          <ac:picMkLst>
            <pc:docMk/>
            <pc:sldMk cId="1496846400" sldId="324"/>
            <ac:picMk id="4" creationId="{E416CC55-97AD-9DE2-02BE-947920193BE7}"/>
          </ac:picMkLst>
        </pc:picChg>
        <pc:picChg chg="del">
          <ac:chgData name="Leônidas Müller de Oliveira" userId="5af9566427f0cd7a" providerId="LiveId" clId="{7AE7B7E2-7782-4B28-84CD-AF4F631C0675}" dt="2023-08-15T14:53:06.853" v="268" actId="478"/>
          <ac:picMkLst>
            <pc:docMk/>
            <pc:sldMk cId="1496846400" sldId="324"/>
            <ac:picMk id="6" creationId="{5F0C8C77-F653-FA81-1C54-66939ABA9031}"/>
          </ac:picMkLst>
        </pc:picChg>
        <pc:picChg chg="add mod">
          <ac:chgData name="Leônidas Müller de Oliveira" userId="5af9566427f0cd7a" providerId="LiveId" clId="{7AE7B7E2-7782-4B28-84CD-AF4F631C0675}" dt="2023-08-15T14:53:16.346" v="273" actId="1076"/>
          <ac:picMkLst>
            <pc:docMk/>
            <pc:sldMk cId="1496846400" sldId="324"/>
            <ac:picMk id="7" creationId="{B91240B5-F93A-85E1-ECDD-575DA2DAFD44}"/>
          </ac:picMkLst>
        </pc:picChg>
        <pc:picChg chg="del">
          <ac:chgData name="Leônidas Müller de Oliveira" userId="5af9566427f0cd7a" providerId="LiveId" clId="{7AE7B7E2-7782-4B28-84CD-AF4F631C0675}" dt="2023-08-15T14:53:07.542" v="269" actId="478"/>
          <ac:picMkLst>
            <pc:docMk/>
            <pc:sldMk cId="1496846400" sldId="324"/>
            <ac:picMk id="8" creationId="{E2CF931D-FE54-70B5-3FD0-5A27D4B27809}"/>
          </ac:picMkLst>
        </pc:picChg>
      </pc:sldChg>
      <pc:sldChg chg="addSp delSp modSp add mod">
        <pc:chgData name="Leônidas Müller de Oliveira" userId="5af9566427f0cd7a" providerId="LiveId" clId="{7AE7B7E2-7782-4B28-84CD-AF4F631C0675}" dt="2023-08-15T19:01:27.739" v="698" actId="1076"/>
        <pc:sldMkLst>
          <pc:docMk/>
          <pc:sldMk cId="184063860" sldId="325"/>
        </pc:sldMkLst>
        <pc:spChg chg="add mod">
          <ac:chgData name="Leônidas Müller de Oliveira" userId="5af9566427f0cd7a" providerId="LiveId" clId="{7AE7B7E2-7782-4B28-84CD-AF4F631C0675}" dt="2023-08-15T17:24:46.856" v="642" actId="1076"/>
          <ac:spMkLst>
            <pc:docMk/>
            <pc:sldMk cId="184063860" sldId="325"/>
            <ac:spMk id="2" creationId="{63A2A651-F4FD-D9A0-62A8-038BBDA7AE04}"/>
          </ac:spMkLst>
        </pc:spChg>
        <pc:spChg chg="mod">
          <ac:chgData name="Leônidas Müller de Oliveira" userId="5af9566427f0cd7a" providerId="LiveId" clId="{7AE7B7E2-7782-4B28-84CD-AF4F631C0675}" dt="2023-08-15T16:59:53.543" v="510" actId="20577"/>
          <ac:spMkLst>
            <pc:docMk/>
            <pc:sldMk cId="184063860" sldId="325"/>
            <ac:spMk id="10" creationId="{D7001BA3-CB80-4627-9BF8-F969EC7D3809}"/>
          </ac:spMkLst>
        </pc:spChg>
        <pc:picChg chg="del">
          <ac:chgData name="Leônidas Müller de Oliveira" userId="5af9566427f0cd7a" providerId="LiveId" clId="{7AE7B7E2-7782-4B28-84CD-AF4F631C0675}" dt="2023-08-15T17:00:03.279" v="511" actId="478"/>
          <ac:picMkLst>
            <pc:docMk/>
            <pc:sldMk cId="184063860" sldId="325"/>
            <ac:picMk id="4" creationId="{6BBFDC6D-E481-BD8F-B1A8-1A3A15BC5BB0}"/>
          </ac:picMkLst>
        </pc:picChg>
        <pc:picChg chg="add del mod">
          <ac:chgData name="Leônidas Müller de Oliveira" userId="5af9566427f0cd7a" providerId="LiveId" clId="{7AE7B7E2-7782-4B28-84CD-AF4F631C0675}" dt="2023-08-15T17:03:54.760" v="585" actId="478"/>
          <ac:picMkLst>
            <pc:docMk/>
            <pc:sldMk cId="184063860" sldId="325"/>
            <ac:picMk id="5" creationId="{61F5C15C-AD3F-B4C4-E96F-FF53E8B8FDB7}"/>
          </ac:picMkLst>
        </pc:picChg>
        <pc:picChg chg="add mod">
          <ac:chgData name="Leônidas Müller de Oliveira" userId="5af9566427f0cd7a" providerId="LiveId" clId="{7AE7B7E2-7782-4B28-84CD-AF4F631C0675}" dt="2023-08-15T19:01:26.946" v="697" actId="1076"/>
          <ac:picMkLst>
            <pc:docMk/>
            <pc:sldMk cId="184063860" sldId="325"/>
            <ac:picMk id="7" creationId="{B67282A5-661F-F160-048E-22F5416B24CD}"/>
          </ac:picMkLst>
        </pc:picChg>
        <pc:picChg chg="add mod">
          <ac:chgData name="Leônidas Müller de Oliveira" userId="5af9566427f0cd7a" providerId="LiveId" clId="{7AE7B7E2-7782-4B28-84CD-AF4F631C0675}" dt="2023-08-15T19:01:27.739" v="698" actId="1076"/>
          <ac:picMkLst>
            <pc:docMk/>
            <pc:sldMk cId="184063860" sldId="325"/>
            <ac:picMk id="9" creationId="{A6C85609-0246-B0F3-A998-3E753449582A}"/>
          </ac:picMkLst>
        </pc:picChg>
      </pc:sldChg>
      <pc:sldChg chg="addSp delSp modSp add mod">
        <pc:chgData name="Leônidas Müller de Oliveira" userId="5af9566427f0cd7a" providerId="LiveId" clId="{7AE7B7E2-7782-4B28-84CD-AF4F631C0675}" dt="2023-08-15T18:50:37.590" v="672" actId="20577"/>
        <pc:sldMkLst>
          <pc:docMk/>
          <pc:sldMk cId="3400539176" sldId="326"/>
        </pc:sldMkLst>
        <pc:spChg chg="del">
          <ac:chgData name="Leônidas Müller de Oliveira" userId="5af9566427f0cd7a" providerId="LiveId" clId="{7AE7B7E2-7782-4B28-84CD-AF4F631C0675}" dt="2023-08-15T18:49:43.889" v="654" actId="478"/>
          <ac:spMkLst>
            <pc:docMk/>
            <pc:sldMk cId="3400539176" sldId="326"/>
            <ac:spMk id="9" creationId="{9C81958B-AE4B-43C9-BC2C-2CBADE7FE55A}"/>
          </ac:spMkLst>
        </pc:spChg>
        <pc:spChg chg="mod">
          <ac:chgData name="Leônidas Müller de Oliveira" userId="5af9566427f0cd7a" providerId="LiveId" clId="{7AE7B7E2-7782-4B28-84CD-AF4F631C0675}" dt="2023-08-15T18:50:37.590" v="672" actId="20577"/>
          <ac:spMkLst>
            <pc:docMk/>
            <pc:sldMk cId="3400539176" sldId="326"/>
            <ac:spMk id="10" creationId="{D7001BA3-CB80-4627-9BF8-F969EC7D3809}"/>
          </ac:spMkLst>
        </pc:spChg>
        <pc:picChg chg="add mod">
          <ac:chgData name="Leônidas Müller de Oliveira" userId="5af9566427f0cd7a" providerId="LiveId" clId="{7AE7B7E2-7782-4B28-84CD-AF4F631C0675}" dt="2023-08-15T18:50:33.156" v="657" actId="1076"/>
          <ac:picMkLst>
            <pc:docMk/>
            <pc:sldMk cId="3400539176" sldId="326"/>
            <ac:picMk id="4" creationId="{49C05D26-89AD-EE78-A2FB-86B5AE25FA73}"/>
          </ac:picMkLst>
        </pc:pic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  <pc:docChgLst>
    <pc:chgData name="Leônidas Müller de Oliveira" userId="5af9566427f0cd7a" providerId="LiveId" clId="{72B3D9B0-916F-4F35-AD1A-C0D440E0B847}"/>
    <pc:docChg chg="undo custSel addSld delSld modSld sldOrd">
      <pc:chgData name="Leônidas Müller de Oliveira" userId="5af9566427f0cd7a" providerId="LiveId" clId="{72B3D9B0-916F-4F35-AD1A-C0D440E0B847}" dt="2025-06-06T17:14:37.458" v="571" actId="47"/>
      <pc:docMkLst>
        <pc:docMk/>
      </pc:docMkLst>
      <pc:sldChg chg="modSp mod">
        <pc:chgData name="Leônidas Müller de Oliveira" userId="5af9566427f0cd7a" providerId="LiveId" clId="{72B3D9B0-916F-4F35-AD1A-C0D440E0B847}" dt="2025-06-01T18:27:02.174" v="10" actId="20577"/>
        <pc:sldMkLst>
          <pc:docMk/>
          <pc:sldMk cId="0" sldId="257"/>
        </pc:sldMkLst>
        <pc:spChg chg="mod">
          <ac:chgData name="Leônidas Müller de Oliveira" userId="5af9566427f0cd7a" providerId="LiveId" clId="{72B3D9B0-916F-4F35-AD1A-C0D440E0B847}" dt="2025-06-01T18:27:02.174" v="1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702636239" sldId="295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44324316" sldId="297"/>
        </pc:sldMkLst>
      </pc:sldChg>
      <pc:sldChg chg="del">
        <pc:chgData name="Leônidas Müller de Oliveira" userId="5af9566427f0cd7a" providerId="LiveId" clId="{72B3D9B0-916F-4F35-AD1A-C0D440E0B847}" dt="2025-06-01T18:49:07.284" v="98" actId="47"/>
        <pc:sldMkLst>
          <pc:docMk/>
          <pc:sldMk cId="3166943117" sldId="319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3543305201" sldId="323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1496846400" sldId="324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184063860" sldId="325"/>
        </pc:sldMkLst>
      </pc:sldChg>
      <pc:sldChg chg="addSp delSp modSp mod">
        <pc:chgData name="Leônidas Müller de Oliveira" userId="5af9566427f0cd7a" providerId="LiveId" clId="{72B3D9B0-916F-4F35-AD1A-C0D440E0B847}" dt="2025-06-01T18:30:45.834" v="20" actId="14100"/>
        <pc:sldMkLst>
          <pc:docMk/>
          <pc:sldMk cId="3400539176" sldId="326"/>
        </pc:sldMkLst>
        <pc:grpChg chg="del">
          <ac:chgData name="Leônidas Müller de Oliveira" userId="5af9566427f0cd7a" providerId="LiveId" clId="{72B3D9B0-916F-4F35-AD1A-C0D440E0B847}" dt="2025-06-01T18:30:38.129" v="17" actId="478"/>
          <ac:grpSpMkLst>
            <pc:docMk/>
            <pc:sldMk cId="3400539176" sldId="326"/>
            <ac:grpSpMk id="9" creationId="{9EF7C883-42EE-73F1-1188-F7A5BD0EA7A4}"/>
          </ac:grpSpMkLst>
        </pc:grpChg>
        <pc:grpChg chg="del">
          <ac:chgData name="Leônidas Müller de Oliveira" userId="5af9566427f0cd7a" providerId="LiveId" clId="{72B3D9B0-916F-4F35-AD1A-C0D440E0B847}" dt="2025-06-01T18:30:38.129" v="17" actId="478"/>
          <ac:grpSpMkLst>
            <pc:docMk/>
            <pc:sldMk cId="3400539176" sldId="326"/>
            <ac:grpSpMk id="14" creationId="{4F2E8442-8665-5953-5E10-C34C5FFB1161}"/>
          </ac:grpSpMkLst>
        </pc:grpChg>
        <pc:picChg chg="del">
          <ac:chgData name="Leônidas Müller de Oliveira" userId="5af9566427f0cd7a" providerId="LiveId" clId="{72B3D9B0-916F-4F35-AD1A-C0D440E0B847}" dt="2025-06-01T18:30:26.270" v="12" actId="478"/>
          <ac:picMkLst>
            <pc:docMk/>
            <pc:sldMk cId="3400539176" sldId="326"/>
            <ac:picMk id="4" creationId="{49C05D26-89AD-EE78-A2FB-86B5AE25FA73}"/>
          </ac:picMkLst>
        </pc:picChg>
        <pc:picChg chg="add mod">
          <ac:chgData name="Leônidas Müller de Oliveira" userId="5af9566427f0cd7a" providerId="LiveId" clId="{72B3D9B0-916F-4F35-AD1A-C0D440E0B847}" dt="2025-06-01T18:30:45.834" v="20" actId="14100"/>
          <ac:picMkLst>
            <pc:docMk/>
            <pc:sldMk cId="3400539176" sldId="326"/>
            <ac:picMk id="16" creationId="{3D53D795-B134-EB81-03CB-D1D15C056F4A}"/>
          </ac:picMkLst>
        </pc:picChg>
        <pc:inkChg chg="de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3" creationId="{540F5B4F-E580-8325-44FA-63044CAA022A}"/>
          </ac:inkMkLst>
        </pc:inkChg>
        <pc:inkChg chg="de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5" creationId="{E4860291-5F55-AFAD-099C-0E77DC25259A}"/>
          </ac:inkMkLst>
        </pc:inkChg>
        <pc:inkChg chg="del topLv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6" creationId="{E43C80F1-A455-B6CE-A5AB-F20F70435712}"/>
          </ac:inkMkLst>
        </pc:inkChg>
        <pc:inkChg chg="del topLv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7" creationId="{F2B52B41-9B86-72E7-B350-5C9B1180DEBB}"/>
          </ac:inkMkLst>
        </pc:inkChg>
        <pc:inkChg chg="de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8" creationId="{5BECF82C-C868-1A25-6B56-D7F087486452}"/>
          </ac:inkMkLst>
        </pc:inkChg>
        <pc:inkChg chg="de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11" creationId="{13FC5742-68E8-328E-25F9-9D2457E3DC8A}"/>
          </ac:inkMkLst>
        </pc:inkChg>
        <pc:inkChg chg="del topLv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12" creationId="{2B546A48-1CF8-6F46-D1FF-909846D026A3}"/>
          </ac:inkMkLst>
        </pc:inkChg>
        <pc:inkChg chg="del topLvl">
          <ac:chgData name="Leônidas Müller de Oliveira" userId="5af9566427f0cd7a" providerId="LiveId" clId="{72B3D9B0-916F-4F35-AD1A-C0D440E0B847}" dt="2025-06-01T18:30:38.129" v="17" actId="478"/>
          <ac:inkMkLst>
            <pc:docMk/>
            <pc:sldMk cId="3400539176" sldId="326"/>
            <ac:inkMk id="13" creationId="{93C9CB81-7990-427B-BF0E-25FEAA5693C5}"/>
          </ac:inkMkLst>
        </pc:inkChg>
      </pc:sldChg>
      <pc:sldChg chg="addSp delSp modSp mod">
        <pc:chgData name="Leônidas Müller de Oliveira" userId="5af9566427f0cd7a" providerId="LiveId" clId="{72B3D9B0-916F-4F35-AD1A-C0D440E0B847}" dt="2025-06-01T21:10:53.212" v="265" actId="20577"/>
        <pc:sldMkLst>
          <pc:docMk/>
          <pc:sldMk cId="3915930949" sldId="327"/>
        </pc:sldMkLst>
        <pc:spChg chg="mod">
          <ac:chgData name="Leônidas Müller de Oliveira" userId="5af9566427f0cd7a" providerId="LiveId" clId="{72B3D9B0-916F-4F35-AD1A-C0D440E0B847}" dt="2025-06-01T21:10:53.212" v="265" actId="20577"/>
          <ac:spMkLst>
            <pc:docMk/>
            <pc:sldMk cId="3915930949" sldId="327"/>
            <ac:spMk id="6" creationId="{2B787A5D-D66C-01E6-41AC-69A5CCE3406F}"/>
          </ac:spMkLst>
        </pc:spChg>
        <pc:grpChg chg="del">
          <ac:chgData name="Leônidas Müller de Oliveira" userId="5af9566427f0cd7a" providerId="LiveId" clId="{72B3D9B0-916F-4F35-AD1A-C0D440E0B847}" dt="2025-06-01T18:40:57.741" v="46" actId="478"/>
          <ac:grpSpMkLst>
            <pc:docMk/>
            <pc:sldMk cId="3915930949" sldId="327"/>
            <ac:grpSpMk id="20" creationId="{045CCE4D-6178-8EC8-997D-D16E0D2634EA}"/>
          </ac:grpSpMkLst>
        </pc:grpChg>
        <pc:grpChg chg="del">
          <ac:chgData name="Leônidas Müller de Oliveira" userId="5af9566427f0cd7a" providerId="LiveId" clId="{72B3D9B0-916F-4F35-AD1A-C0D440E0B847}" dt="2025-06-01T18:40:57.741" v="46" actId="478"/>
          <ac:grpSpMkLst>
            <pc:docMk/>
            <pc:sldMk cId="3915930949" sldId="327"/>
            <ac:grpSpMk id="31" creationId="{35A122CD-22AA-C5E7-EFA3-F8EABF14BF70}"/>
          </ac:grpSpMkLst>
        </pc:grpChg>
        <pc:grpChg chg="del">
          <ac:chgData name="Leônidas Müller de Oliveira" userId="5af9566427f0cd7a" providerId="LiveId" clId="{72B3D9B0-916F-4F35-AD1A-C0D440E0B847}" dt="2025-06-01T18:40:57.741" v="46" actId="478"/>
          <ac:grpSpMkLst>
            <pc:docMk/>
            <pc:sldMk cId="3915930949" sldId="327"/>
            <ac:grpSpMk id="44" creationId="{90B6CA02-85D8-5A02-7AA0-C8E891576385}"/>
          </ac:grpSpMkLst>
        </pc:grpChg>
        <pc:grpChg chg="del">
          <ac:chgData name="Leônidas Müller de Oliveira" userId="5af9566427f0cd7a" providerId="LiveId" clId="{72B3D9B0-916F-4F35-AD1A-C0D440E0B847}" dt="2025-06-01T18:40:57.741" v="46" actId="478"/>
          <ac:grpSpMkLst>
            <pc:docMk/>
            <pc:sldMk cId="3915930949" sldId="327"/>
            <ac:grpSpMk id="51" creationId="{6C7153FF-919F-42DE-A022-8EB7139F3655}"/>
          </ac:grpSpMkLst>
        </pc:grpChg>
        <pc:picChg chg="add mod">
          <ac:chgData name="Leônidas Müller de Oliveira" userId="5af9566427f0cd7a" providerId="LiveId" clId="{72B3D9B0-916F-4F35-AD1A-C0D440E0B847}" dt="2025-06-01T18:41:04.108" v="49" actId="1076"/>
          <ac:picMkLst>
            <pc:docMk/>
            <pc:sldMk cId="3915930949" sldId="327"/>
            <ac:picMk id="4" creationId="{0B840D3C-ED5A-AA42-8B5D-C1BDE1C062CE}"/>
          </ac:picMkLst>
        </pc:picChg>
        <pc:picChg chg="del">
          <ac:chgData name="Leônidas Müller de Oliveira" userId="5af9566427f0cd7a" providerId="LiveId" clId="{72B3D9B0-916F-4F35-AD1A-C0D440E0B847}" dt="2025-06-01T18:40:45.668" v="40" actId="478"/>
          <ac:picMkLst>
            <pc:docMk/>
            <pc:sldMk cId="3915930949" sldId="327"/>
            <ac:picMk id="5" creationId="{29AAE48A-2F75-E363-B3C6-3C85FB3A559F}"/>
          </ac:picMkLst>
        </pc:pic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7" creationId="{72E742AA-817D-5CB8-3A8A-E748F99C1A0E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8" creationId="{BB9CECCB-FCC7-0CB1-9CAD-B80057BFA1D9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9" creationId="{68C61838-0577-760D-3D52-A52CFE936641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1" creationId="{589D4089-84D6-1094-1234-5460C0893EC9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2" creationId="{21FC1498-EE9A-6975-A26E-6A13E1CEA729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3" creationId="{8CDF20C6-BC90-DBB5-F097-0BBF428DFDD7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5" creationId="{3FF327CD-40B3-8208-EFD9-FCEEDFF05AF2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7" creationId="{BBA6026B-8442-A367-431C-9DFAD0AD600E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8" creationId="{DCFC7B52-B338-A8CB-6129-0D056E18A768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19" creationId="{E59D0081-D6CF-78D7-15B0-B542C5F49598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21" creationId="{0293DA96-8F65-0CEB-667D-6DCACB161623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22" creationId="{3E0CFC72-0562-C814-D173-F0C86CD60DE9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23" creationId="{ACF4761B-7132-E20D-8A5E-40C24098F88E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24" creationId="{388949FF-50B2-CC65-A367-76ED070B4FB4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26" creationId="{6B991945-B5C7-1FF8-EFB0-D4A85A454009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28" creationId="{9A7A0773-31E1-2F98-3A19-85DDBEA7DFCB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0" creationId="{814D4DA1-DF40-556A-0D52-F9B5E20EEA9B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2" creationId="{93D7ECDA-FAEB-420D-07E2-39E7C701CCD2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3" creationId="{92D51FF1-8423-7F78-7BA9-2C0346FC37CF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4" creationId="{E601D43D-62A1-E630-284B-56D1502E3164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5" creationId="{91A1FB97-6ABD-E451-4E46-08D9938DD1BF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7" creationId="{86E081F7-2D8C-CD81-2BAC-60223758B213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8" creationId="{087C75C4-2E3B-3AFB-85B5-7CD99EF69022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39" creationId="{10969D4F-2DD8-0F9F-4C82-B9A29784D3E4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0" creationId="{DAE88CB2-FD11-84BE-0F56-09D9F5CAB543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1" creationId="{AE016E44-E840-6CA7-C419-09F89F414A57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2" creationId="{F8E4EE8E-3C38-2D96-6760-10C2C0DE9AC2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5" creationId="{0097EE4F-EC48-5999-29BC-495654620B00}"/>
          </ac:inkMkLst>
        </pc:inkChg>
        <pc:inkChg chg="del topLv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6" creationId="{811E66A7-600B-D591-8747-BCBE983AD10C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7" creationId="{B27BF8CC-B35A-4E1C-CCBC-401CF71F47AD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49" creationId="{6F08630E-1B08-3366-3A03-EA5AF78544E5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50" creationId="{B01B7B71-90A2-13F4-63A1-2C002A1E853B}"/>
          </ac:inkMkLst>
        </pc:inkChg>
        <pc:inkChg chg="del">
          <ac:chgData name="Leônidas Müller de Oliveira" userId="5af9566427f0cd7a" providerId="LiveId" clId="{72B3D9B0-916F-4F35-AD1A-C0D440E0B847}" dt="2025-06-01T18:40:57.741" v="46" actId="478"/>
          <ac:inkMkLst>
            <pc:docMk/>
            <pc:sldMk cId="3915930949" sldId="327"/>
            <ac:inkMk id="52" creationId="{EDD896E5-CE70-0F99-F642-455DAAEAE1C4}"/>
          </ac:inkMkLst>
        </pc:inkChg>
      </pc:sldChg>
      <pc:sldChg chg="addSp modSp del">
        <pc:chgData name="Leônidas Müller de Oliveira" userId="5af9566427f0cd7a" providerId="LiveId" clId="{72B3D9B0-916F-4F35-AD1A-C0D440E0B847}" dt="2025-06-01T18:48:54.674" v="93" actId="47"/>
        <pc:sldMkLst>
          <pc:docMk/>
          <pc:sldMk cId="2492809242" sldId="328"/>
        </pc:sldMkLst>
        <pc:spChg chg="mod">
          <ac:chgData name="Leônidas Müller de Oliveira" userId="5af9566427f0cd7a" providerId="LiveId" clId="{72B3D9B0-916F-4F35-AD1A-C0D440E0B847}" dt="2025-06-01T18:43:01.089" v="63" actId="14100"/>
          <ac:spMkLst>
            <pc:docMk/>
            <pc:sldMk cId="2492809242" sldId="328"/>
            <ac:spMk id="140" creationId="{00000000-0000-0000-0000-000000000000}"/>
          </ac:spMkLst>
        </pc:spChg>
        <pc:picChg chg="add mod">
          <ac:chgData name="Leônidas Müller de Oliveira" userId="5af9566427f0cd7a" providerId="LiveId" clId="{72B3D9B0-916F-4F35-AD1A-C0D440E0B847}" dt="2025-06-01T18:43:04.339" v="64" actId="14100"/>
          <ac:picMkLst>
            <pc:docMk/>
            <pc:sldMk cId="2492809242" sldId="328"/>
            <ac:picMk id="1026" creationId="{3ED5650A-4963-C464-F8ED-6F2E452CAAB5}"/>
          </ac:picMkLst>
        </pc:picChg>
      </pc:sldChg>
      <pc:sldChg chg="addSp delSp modSp mod ord">
        <pc:chgData name="Leônidas Müller de Oliveira" userId="5af9566427f0cd7a" providerId="LiveId" clId="{72B3D9B0-916F-4F35-AD1A-C0D440E0B847}" dt="2025-06-01T18:48:56.339" v="95"/>
        <pc:sldMkLst>
          <pc:docMk/>
          <pc:sldMk cId="3361021585" sldId="329"/>
        </pc:sldMkLst>
        <pc:spChg chg="add del">
          <ac:chgData name="Leônidas Müller de Oliveira" userId="5af9566427f0cd7a" providerId="LiveId" clId="{72B3D9B0-916F-4F35-AD1A-C0D440E0B847}" dt="2025-06-01T18:48:05.602" v="68" actId="478"/>
          <ac:spMkLst>
            <pc:docMk/>
            <pc:sldMk cId="3361021585" sldId="329"/>
            <ac:spMk id="3" creationId="{66DEC28D-9C38-B44B-C106-804C9BFFF73E}"/>
          </ac:spMkLst>
        </pc:spChg>
        <pc:picChg chg="del">
          <ac:chgData name="Leônidas Müller de Oliveira" userId="5af9566427f0cd7a" providerId="LiveId" clId="{72B3D9B0-916F-4F35-AD1A-C0D440E0B847}" dt="2025-06-01T18:47:58.323" v="65" actId="478"/>
          <ac:picMkLst>
            <pc:docMk/>
            <pc:sldMk cId="3361021585" sldId="329"/>
            <ac:picMk id="5" creationId="{8B95C092-DE42-8490-75EB-E71453F1E74A}"/>
          </ac:picMkLst>
        </pc:picChg>
        <pc:picChg chg="add mod">
          <ac:chgData name="Leônidas Müller de Oliveira" userId="5af9566427f0cd7a" providerId="LiveId" clId="{72B3D9B0-916F-4F35-AD1A-C0D440E0B847}" dt="2025-06-01T18:48:28.774" v="70" actId="1076"/>
          <ac:picMkLst>
            <pc:docMk/>
            <pc:sldMk cId="3361021585" sldId="329"/>
            <ac:picMk id="7" creationId="{979DDCD3-8814-DA88-37A8-FB52EDAD6AE9}"/>
          </ac:picMkLst>
        </pc:picChg>
        <pc:picChg chg="del">
          <ac:chgData name="Leônidas Müller de Oliveira" userId="5af9566427f0cd7a" providerId="LiveId" clId="{72B3D9B0-916F-4F35-AD1A-C0D440E0B847}" dt="2025-06-01T18:48:00.292" v="66" actId="478"/>
          <ac:picMkLst>
            <pc:docMk/>
            <pc:sldMk cId="3361021585" sldId="329"/>
            <ac:picMk id="8" creationId="{0D9395C5-FB84-F17E-AB6E-702D8F9FA5EC}"/>
          </ac:picMkLst>
        </pc:picChg>
      </pc:sldChg>
      <pc:sldChg chg="del">
        <pc:chgData name="Leônidas Müller de Oliveira" userId="5af9566427f0cd7a" providerId="LiveId" clId="{72B3D9B0-916F-4F35-AD1A-C0D440E0B847}" dt="2025-06-01T18:48:37.023" v="75" actId="47"/>
        <pc:sldMkLst>
          <pc:docMk/>
          <pc:sldMk cId="2751495493" sldId="330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3127475288" sldId="331"/>
        </pc:sldMkLst>
      </pc:sldChg>
      <pc:sldChg chg="del">
        <pc:chgData name="Leônidas Müller de Oliveira" userId="5af9566427f0cd7a" providerId="LiveId" clId="{72B3D9B0-916F-4F35-AD1A-C0D440E0B847}" dt="2025-06-01T18:48:34.111" v="72" actId="47"/>
        <pc:sldMkLst>
          <pc:docMk/>
          <pc:sldMk cId="1161776381" sldId="332"/>
        </pc:sldMkLst>
      </pc:sldChg>
      <pc:sldChg chg="del">
        <pc:chgData name="Leônidas Müller de Oliveira" userId="5af9566427f0cd7a" providerId="LiveId" clId="{72B3D9B0-916F-4F35-AD1A-C0D440E0B847}" dt="2025-06-01T18:48:35.634" v="73" actId="47"/>
        <pc:sldMkLst>
          <pc:docMk/>
          <pc:sldMk cId="1031260405" sldId="333"/>
        </pc:sldMkLst>
      </pc:sldChg>
      <pc:sldChg chg="del">
        <pc:chgData name="Leônidas Müller de Oliveira" userId="5af9566427f0cd7a" providerId="LiveId" clId="{72B3D9B0-916F-4F35-AD1A-C0D440E0B847}" dt="2025-06-01T18:48:36.341" v="74" actId="47"/>
        <pc:sldMkLst>
          <pc:docMk/>
          <pc:sldMk cId="3437092471" sldId="334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1019539151" sldId="335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164050691" sldId="336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2893748313" sldId="337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4058581765" sldId="338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2478471220" sldId="339"/>
        </pc:sldMkLst>
      </pc:sldChg>
      <pc:sldChg chg="del">
        <pc:chgData name="Leônidas Müller de Oliveira" userId="5af9566427f0cd7a" providerId="LiveId" clId="{72B3D9B0-916F-4F35-AD1A-C0D440E0B847}" dt="2025-06-01T18:27:10.456" v="11" actId="2696"/>
        <pc:sldMkLst>
          <pc:docMk/>
          <pc:sldMk cId="3846196822" sldId="340"/>
        </pc:sldMkLst>
      </pc:sldChg>
      <pc:sldChg chg="del">
        <pc:chgData name="Leônidas Müller de Oliveira" userId="5af9566427f0cd7a" providerId="LiveId" clId="{72B3D9B0-916F-4F35-AD1A-C0D440E0B847}" dt="2025-06-01T18:49:07.284" v="98" actId="47"/>
        <pc:sldMkLst>
          <pc:docMk/>
          <pc:sldMk cId="3244859988" sldId="341"/>
        </pc:sldMkLst>
      </pc:sldChg>
      <pc:sldChg chg="del">
        <pc:chgData name="Leônidas Müller de Oliveira" userId="5af9566427f0cd7a" providerId="LiveId" clId="{72B3D9B0-916F-4F35-AD1A-C0D440E0B847}" dt="2025-06-01T18:49:10.946" v="99" actId="47"/>
        <pc:sldMkLst>
          <pc:docMk/>
          <pc:sldMk cId="3576091765" sldId="342"/>
        </pc:sldMkLst>
      </pc:sldChg>
      <pc:sldChg chg="del">
        <pc:chgData name="Leônidas Müller de Oliveira" userId="5af9566427f0cd7a" providerId="LiveId" clId="{72B3D9B0-916F-4F35-AD1A-C0D440E0B847}" dt="2025-06-01T18:49:13.642" v="100" actId="47"/>
        <pc:sldMkLst>
          <pc:docMk/>
          <pc:sldMk cId="3035634077" sldId="343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1130765460" sldId="344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306860214" sldId="345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3243391549" sldId="347"/>
        </pc:sldMkLst>
      </pc:sldChg>
      <pc:sldChg chg="del">
        <pc:chgData name="Leônidas Müller de Oliveira" userId="5af9566427f0cd7a" providerId="LiveId" clId="{72B3D9B0-916F-4F35-AD1A-C0D440E0B847}" dt="2025-06-01T18:48:43.897" v="76" actId="47"/>
        <pc:sldMkLst>
          <pc:docMk/>
          <pc:sldMk cId="850735406" sldId="348"/>
        </pc:sldMkLst>
      </pc:sldChg>
      <pc:sldChg chg="addSp delSp modSp add mod">
        <pc:chgData name="Leônidas Müller de Oliveira" userId="5af9566427f0cd7a" providerId="LiveId" clId="{72B3D9B0-916F-4F35-AD1A-C0D440E0B847}" dt="2025-06-01T18:48:52.081" v="92" actId="20577"/>
        <pc:sldMkLst>
          <pc:docMk/>
          <pc:sldMk cId="2350225901" sldId="349"/>
        </pc:sldMkLst>
        <pc:spChg chg="mod">
          <ac:chgData name="Leônidas Müller de Oliveira" userId="5af9566427f0cd7a" providerId="LiveId" clId="{72B3D9B0-916F-4F35-AD1A-C0D440E0B847}" dt="2025-06-01T18:48:52.081" v="92" actId="20577"/>
          <ac:spMkLst>
            <pc:docMk/>
            <pc:sldMk cId="2350225901" sldId="349"/>
            <ac:spMk id="6" creationId="{2B787A5D-D66C-01E6-41AC-69A5CCE3406F}"/>
          </ac:spMkLst>
        </pc:spChg>
        <pc:picChg chg="del">
          <ac:chgData name="Leônidas Müller de Oliveira" userId="5af9566427f0cd7a" providerId="LiveId" clId="{72B3D9B0-916F-4F35-AD1A-C0D440E0B847}" dt="2025-06-01T18:41:18.533" v="51" actId="478"/>
          <ac:picMkLst>
            <pc:docMk/>
            <pc:sldMk cId="2350225901" sldId="349"/>
            <ac:picMk id="4" creationId="{0B840D3C-ED5A-AA42-8B5D-C1BDE1C062CE}"/>
          </ac:picMkLst>
        </pc:picChg>
        <pc:picChg chg="add del mod">
          <ac:chgData name="Leônidas Müller de Oliveira" userId="5af9566427f0cd7a" providerId="LiveId" clId="{72B3D9B0-916F-4F35-AD1A-C0D440E0B847}" dt="2025-06-01T18:41:47.891" v="56" actId="478"/>
          <ac:picMkLst>
            <pc:docMk/>
            <pc:sldMk cId="2350225901" sldId="349"/>
            <ac:picMk id="5" creationId="{EE778FEB-52E9-0F6C-B1B4-860A8582DCDC}"/>
          </ac:picMkLst>
        </pc:picChg>
        <pc:picChg chg="add mod">
          <ac:chgData name="Leônidas Müller de Oliveira" userId="5af9566427f0cd7a" providerId="LiveId" clId="{72B3D9B0-916F-4F35-AD1A-C0D440E0B847}" dt="2025-06-01T18:42:27.601" v="60" actId="1076"/>
          <ac:picMkLst>
            <pc:docMk/>
            <pc:sldMk cId="2350225901" sldId="349"/>
            <ac:picMk id="8" creationId="{808BA3D4-99AF-2621-7514-DDC3A918AC53}"/>
          </ac:picMkLst>
        </pc:picChg>
      </pc:sldChg>
      <pc:sldChg chg="addSp delSp modSp add del mod ord">
        <pc:chgData name="Leônidas Müller de Oliveira" userId="5af9566427f0cd7a" providerId="LiveId" clId="{72B3D9B0-916F-4F35-AD1A-C0D440E0B847}" dt="2025-06-06T17:14:11.536" v="566" actId="47"/>
        <pc:sldMkLst>
          <pc:docMk/>
          <pc:sldMk cId="2144324523" sldId="350"/>
        </pc:sldMkLst>
        <pc:grpChg chg="del mod">
          <ac:chgData name="Leônidas Müller de Oliveira" userId="5af9566427f0cd7a" providerId="LiveId" clId="{72B3D9B0-916F-4F35-AD1A-C0D440E0B847}" dt="2025-06-01T18:54:16.123" v="114"/>
          <ac:grpSpMkLst>
            <pc:docMk/>
            <pc:sldMk cId="2144324523" sldId="350"/>
            <ac:grpSpMk id="13" creationId="{BE8278C4-C9D6-DE7A-076C-AA8E26467986}"/>
          </ac:grpSpMkLst>
        </pc:grpChg>
        <pc:grpChg chg="add del mod">
          <ac:chgData name="Leônidas Müller de Oliveira" userId="5af9566427f0cd7a" providerId="LiveId" clId="{72B3D9B0-916F-4F35-AD1A-C0D440E0B847}" dt="2025-06-06T17:14:09.887" v="565" actId="478"/>
          <ac:grpSpMkLst>
            <pc:docMk/>
            <pc:sldMk cId="2144324523" sldId="350"/>
            <ac:grpSpMk id="17" creationId="{1F32638A-D39D-6D05-DD22-30D8896CEFB3}"/>
          </ac:grpSpMkLst>
        </pc:grpChg>
        <pc:grpChg chg="mod">
          <ac:chgData name="Leônidas Müller de Oliveira" userId="5af9566427f0cd7a" providerId="LiveId" clId="{72B3D9B0-916F-4F35-AD1A-C0D440E0B847}" dt="2025-06-01T18:54:23.028" v="118"/>
          <ac:grpSpMkLst>
            <pc:docMk/>
            <pc:sldMk cId="2144324523" sldId="350"/>
            <ac:grpSpMk id="19" creationId="{4EC34B1A-6B6C-A0F6-0C0E-0FF1D48F9CE0}"/>
          </ac:grpSpMkLst>
        </pc:grpChg>
        <pc:grpChg chg="del mod">
          <ac:chgData name="Leônidas Müller de Oliveira" userId="5af9566427f0cd7a" providerId="LiveId" clId="{72B3D9B0-916F-4F35-AD1A-C0D440E0B847}" dt="2025-06-01T18:54:39.702" v="127"/>
          <ac:grpSpMkLst>
            <pc:docMk/>
            <pc:sldMk cId="2144324523" sldId="350"/>
            <ac:grpSpMk id="26" creationId="{B4B8795B-6AD3-C591-A7F7-48D385283A70}"/>
          </ac:grpSpMkLst>
        </pc:grpChg>
        <pc:grpChg chg="del mod">
          <ac:chgData name="Leônidas Müller de Oliveira" userId="5af9566427f0cd7a" providerId="LiveId" clId="{72B3D9B0-916F-4F35-AD1A-C0D440E0B847}" dt="2025-06-06T17:14:09.887" v="565" actId="478"/>
          <ac:grpSpMkLst>
            <pc:docMk/>
            <pc:sldMk cId="2144324523" sldId="350"/>
            <ac:grpSpMk id="28" creationId="{AD18F468-0086-36C4-F97E-5A7C4675FF68}"/>
          </ac:grpSpMkLst>
        </pc:grpChg>
        <pc:grpChg chg="del mod">
          <ac:chgData name="Leônidas Müller de Oliveira" userId="5af9566427f0cd7a" providerId="LiveId" clId="{72B3D9B0-916F-4F35-AD1A-C0D440E0B847}" dt="2025-06-01T19:05:36.659" v="236"/>
          <ac:grpSpMkLst>
            <pc:docMk/>
            <pc:sldMk cId="2144324523" sldId="350"/>
            <ac:grpSpMk id="31" creationId="{CD6A6277-97D9-28CA-FE2E-8011CBE23806}"/>
          </ac:grpSpMkLst>
        </pc:grpChg>
        <pc:grpChg chg="del mod">
          <ac:chgData name="Leônidas Müller de Oliveira" userId="5af9566427f0cd7a" providerId="LiveId" clId="{72B3D9B0-916F-4F35-AD1A-C0D440E0B847}" dt="2025-06-01T19:05:45.030" v="241"/>
          <ac:grpSpMkLst>
            <pc:docMk/>
            <pc:sldMk cId="2144324523" sldId="350"/>
            <ac:grpSpMk id="33" creationId="{AF8718EB-EA84-DE4A-D87C-D4B121D29BDD}"/>
          </ac:grpSpMkLst>
        </pc:grpChg>
        <pc:grpChg chg="del mod">
          <ac:chgData name="Leônidas Müller de Oliveira" userId="5af9566427f0cd7a" providerId="LiveId" clId="{72B3D9B0-916F-4F35-AD1A-C0D440E0B847}" dt="2025-06-01T19:05:49.410" v="243"/>
          <ac:grpSpMkLst>
            <pc:docMk/>
            <pc:sldMk cId="2144324523" sldId="350"/>
            <ac:grpSpMk id="38" creationId="{0EAE3440-05BF-0224-153B-B95927258283}"/>
          </ac:grpSpMkLst>
        </pc:grpChg>
        <pc:grpChg chg="del mod">
          <ac:chgData name="Leônidas Müller de Oliveira" userId="5af9566427f0cd7a" providerId="LiveId" clId="{72B3D9B0-916F-4F35-AD1A-C0D440E0B847}" dt="2025-06-06T17:14:09.887" v="565" actId="478"/>
          <ac:grpSpMkLst>
            <pc:docMk/>
            <pc:sldMk cId="2144324523" sldId="350"/>
            <ac:grpSpMk id="40" creationId="{D35F589D-EC14-568A-31D6-4E353B88D4C8}"/>
          </ac:grpSpMkLst>
        </pc:grpChg>
        <pc:inkChg chg="add del">
          <ac:chgData name="Leônidas Müller de Oliveira" userId="5af9566427f0cd7a" providerId="LiveId" clId="{72B3D9B0-916F-4F35-AD1A-C0D440E0B847}" dt="2025-06-01T18:54:02.601" v="102" actId="9405"/>
          <ac:inkMkLst>
            <pc:docMk/>
            <pc:sldMk cId="2144324523" sldId="350"/>
            <ac:inkMk id="3" creationId="{E55BAF44-7F62-A900-33BD-ACCCEAF78448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4" creationId="{DD7FB5DF-AF14-982C-0131-59F42443FB0C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5" creationId="{1415F627-3BD1-41DE-676B-64B172813DAD}"/>
          </ac:inkMkLst>
        </pc:inkChg>
        <pc:inkChg chg="add del mod topLv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8" creationId="{267FB13B-1DAF-C500-BFCC-5FA98F62F961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9" creationId="{E17A80A5-F926-1E80-7BE1-438144798C17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10" creationId="{CA7C2D51-E884-9AC2-F8BE-C383C33BEB5C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11" creationId="{FD95D350-2AF4-A9A4-3B72-96C48F56F1E7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12" creationId="{BB487936-B680-430E-E416-9DE81D00F93F}"/>
          </ac:inkMkLst>
        </pc:inkChg>
        <pc:inkChg chg="add del mod topLv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14" creationId="{2834F2E1-B024-716A-E60B-D21E4F8350FB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15" creationId="{DB4250FC-2A6F-5C1C-68C1-FDFCB1CDE84B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16" creationId="{E7280FD6-49FD-9620-119F-5F8788C3A7B1}"/>
          </ac:inkMkLst>
        </pc:inkChg>
        <pc:inkChg chg="add del mod">
          <ac:chgData name="Leônidas Müller de Oliveira" userId="5af9566427f0cd7a" providerId="LiveId" clId="{72B3D9B0-916F-4F35-AD1A-C0D440E0B847}" dt="2025-06-01T18:54:23.028" v="118"/>
          <ac:inkMkLst>
            <pc:docMk/>
            <pc:sldMk cId="2144324523" sldId="350"/>
            <ac:inkMk id="18" creationId="{FD3FD221-FCA1-9F80-3F60-EE9D82AA8621}"/>
          </ac:inkMkLst>
        </pc:inkChg>
        <pc:inkChg chg="add de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0" creationId="{E87C3E68-20DA-FF8C-464D-A675CEB35AAD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1" creationId="{5CF0C685-69F5-AC0F-28F3-0D05D847EF07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2" creationId="{965CD49B-446C-9FE0-3844-590B3544044F}"/>
          </ac:inkMkLst>
        </pc:inkChg>
        <pc:inkChg chg="add del mod topLv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3" creationId="{2947BB57-EE86-2E49-3F6A-DD0B8DC545EC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4" creationId="{37F7C3EC-3108-671F-A813-DB4D7A6CF324}"/>
          </ac:inkMkLst>
        </pc:inkChg>
        <pc:inkChg chg="add del mod topLv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5" creationId="{06519586-A175-BAF0-399D-71917D8965F9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7" creationId="{923D69DB-9989-E28A-CB33-F99C2E5204FA}"/>
          </ac:inkMkLst>
        </pc:inkChg>
        <pc:inkChg chg="add del mod topLv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29" creationId="{5A8992B5-3056-3308-D6EE-239AD942B0EB}"/>
          </ac:inkMkLst>
        </pc:inkChg>
        <pc:inkChg chg="add del mod topLvl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0" creationId="{3F1E759F-92E5-23C8-5D3B-83EE04EC20DB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2" creationId="{8678BA9F-8850-E5FE-EF32-5C5D5A63C4DE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4" creationId="{76EA2348-3C7C-4D92-9129-A7D94EAB7716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5" creationId="{0AA0D5B2-CA4D-E59A-6ADE-83D6DC985FB8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6" creationId="{A83636EB-2DBD-D8D8-0407-C8C214754469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7" creationId="{39484EAA-81F7-1816-A585-6B35BC83C9F5}"/>
          </ac:inkMkLst>
        </pc:inkChg>
        <pc:inkChg chg="add del mod">
          <ac:chgData name="Leônidas Müller de Oliveira" userId="5af9566427f0cd7a" providerId="LiveId" clId="{72B3D9B0-916F-4F35-AD1A-C0D440E0B847}" dt="2025-06-06T17:14:09.887" v="565" actId="478"/>
          <ac:inkMkLst>
            <pc:docMk/>
            <pc:sldMk cId="2144324523" sldId="350"/>
            <ac:inkMk id="39" creationId="{FE605170-2039-D1E4-3333-D67FEBC2F104}"/>
          </ac:inkMkLst>
        </pc:inkChg>
      </pc:sldChg>
      <pc:sldChg chg="addSp delSp modSp add del mod">
        <pc:chgData name="Leônidas Müller de Oliveira" userId="5af9566427f0cd7a" providerId="LiveId" clId="{72B3D9B0-916F-4F35-AD1A-C0D440E0B847}" dt="2025-06-06T17:13:51.774" v="560" actId="47"/>
        <pc:sldMkLst>
          <pc:docMk/>
          <pc:sldMk cId="225537868" sldId="351"/>
        </pc:sldMkLst>
        <pc:grpChg chg="del mod">
          <ac:chgData name="Leônidas Müller de Oliveira" userId="5af9566427f0cd7a" providerId="LiveId" clId="{72B3D9B0-916F-4F35-AD1A-C0D440E0B847}" dt="2025-06-01T18:55:02.222" v="136"/>
          <ac:grpSpMkLst>
            <pc:docMk/>
            <pc:sldMk cId="225537868" sldId="351"/>
            <ac:grpSpMk id="8" creationId="{D9462156-5BF1-82FD-5CDA-B6A15F1C8D92}"/>
          </ac:grpSpMkLst>
        </pc:grpChg>
        <pc:grpChg chg="mod">
          <ac:chgData name="Leônidas Müller de Oliveira" userId="5af9566427f0cd7a" providerId="LiveId" clId="{72B3D9B0-916F-4F35-AD1A-C0D440E0B847}" dt="2025-06-01T18:55:02.222" v="136"/>
          <ac:grpSpMkLst>
            <pc:docMk/>
            <pc:sldMk cId="225537868" sldId="351"/>
            <ac:grpSpMk id="12" creationId="{4A26A9FB-0A66-AAE8-BEA8-8E8237C4D1B5}"/>
          </ac:grpSpMkLst>
        </pc:grpChg>
        <pc:grpChg chg="mod">
          <ac:chgData name="Leônidas Müller de Oliveira" userId="5af9566427f0cd7a" providerId="LiveId" clId="{72B3D9B0-916F-4F35-AD1A-C0D440E0B847}" dt="2025-06-01T18:55:10.874" v="145"/>
          <ac:grpSpMkLst>
            <pc:docMk/>
            <pc:sldMk cId="225537868" sldId="351"/>
            <ac:grpSpMk id="21" creationId="{D90234C1-2B36-8FCB-ACFF-55073BC4C32E}"/>
          </ac:grpSpMkLst>
        </pc:grpChg>
        <pc:grpChg chg="del mod">
          <ac:chgData name="Leônidas Müller de Oliveira" userId="5af9566427f0cd7a" providerId="LiveId" clId="{72B3D9B0-916F-4F35-AD1A-C0D440E0B847}" dt="2025-06-01T18:55:44.591" v="175"/>
          <ac:grpSpMkLst>
            <pc:docMk/>
            <pc:sldMk cId="225537868" sldId="351"/>
            <ac:grpSpMk id="28" creationId="{D59051D9-9A23-B42D-D6F3-56E577CB43BA}"/>
          </ac:grpSpMkLst>
        </pc:grpChg>
        <pc:grpChg chg="del mod">
          <ac:chgData name="Leônidas Müller de Oliveira" userId="5af9566427f0cd7a" providerId="LiveId" clId="{72B3D9B0-916F-4F35-AD1A-C0D440E0B847}" dt="2025-06-01T18:55:38.399" v="164"/>
          <ac:grpSpMkLst>
            <pc:docMk/>
            <pc:sldMk cId="225537868" sldId="351"/>
            <ac:grpSpMk id="36" creationId="{0F77FF9D-DDD4-AC28-D655-08EE3DA7746F}"/>
          </ac:grpSpMkLst>
        </pc:grpChg>
        <pc:grpChg chg="del mod">
          <ac:chgData name="Leônidas Müller de Oliveira" userId="5af9566427f0cd7a" providerId="LiveId" clId="{72B3D9B0-916F-4F35-AD1A-C0D440E0B847}" dt="2025-06-01T18:55:38.399" v="164"/>
          <ac:grpSpMkLst>
            <pc:docMk/>
            <pc:sldMk cId="225537868" sldId="351"/>
            <ac:grpSpMk id="37" creationId="{5E31ED34-5270-B630-510F-629612DD92FA}"/>
          </ac:grpSpMkLst>
        </pc:grpChg>
        <pc:grpChg chg="del mod">
          <ac:chgData name="Leônidas Müller de Oliveira" userId="5af9566427f0cd7a" providerId="LiveId" clId="{72B3D9B0-916F-4F35-AD1A-C0D440E0B847}" dt="2025-06-01T18:55:41.861" v="171"/>
          <ac:grpSpMkLst>
            <pc:docMk/>
            <pc:sldMk cId="225537868" sldId="351"/>
            <ac:grpSpMk id="41" creationId="{F9DAC722-05DD-793D-4542-0AFC00445DCB}"/>
          </ac:grpSpMkLst>
        </pc:grpChg>
        <pc:grpChg chg="del mod">
          <ac:chgData name="Leônidas Müller de Oliveira" userId="5af9566427f0cd7a" providerId="LiveId" clId="{72B3D9B0-916F-4F35-AD1A-C0D440E0B847}" dt="2025-06-01T18:55:44.591" v="175"/>
          <ac:grpSpMkLst>
            <pc:docMk/>
            <pc:sldMk cId="225537868" sldId="351"/>
            <ac:grpSpMk id="48" creationId="{05B31ECC-560A-462C-1AF3-5B6474B2A407}"/>
          </ac:grpSpMkLst>
        </pc:grpChg>
        <pc:grpChg chg="del mod">
          <ac:chgData name="Leônidas Müller de Oliveira" userId="5af9566427f0cd7a" providerId="LiveId" clId="{72B3D9B0-916F-4F35-AD1A-C0D440E0B847}" dt="2025-06-01T18:55:51.448" v="178"/>
          <ac:grpSpMkLst>
            <pc:docMk/>
            <pc:sldMk cId="225537868" sldId="351"/>
            <ac:grpSpMk id="52" creationId="{7C078FDC-4E9D-6837-C32D-EE7E59480CF9}"/>
          </ac:grpSpMkLst>
        </pc:grpChg>
        <pc:grpChg chg="mod">
          <ac:chgData name="Leônidas Müller de Oliveira" userId="5af9566427f0cd7a" providerId="LiveId" clId="{72B3D9B0-916F-4F35-AD1A-C0D440E0B847}" dt="2025-06-01T18:55:51.448" v="178"/>
          <ac:grpSpMkLst>
            <pc:docMk/>
            <pc:sldMk cId="225537868" sldId="351"/>
            <ac:grpSpMk id="55" creationId="{13A3566D-52A3-2827-772B-E3B10132709F}"/>
          </ac:grpSpMkLst>
        </pc:grpChg>
        <pc:inkChg chg="add mod">
          <ac:chgData name="Leônidas Müller de Oliveira" userId="5af9566427f0cd7a" providerId="LiveId" clId="{72B3D9B0-916F-4F35-AD1A-C0D440E0B847}" dt="2025-06-01T18:55:02.222" v="136"/>
          <ac:inkMkLst>
            <pc:docMk/>
            <pc:sldMk cId="225537868" sldId="351"/>
            <ac:inkMk id="3" creationId="{FF90071C-8DA2-0A9B-BB08-FDB1549A4B49}"/>
          </ac:inkMkLst>
        </pc:inkChg>
        <pc:inkChg chg="add mod">
          <ac:chgData name="Leônidas Müller de Oliveira" userId="5af9566427f0cd7a" providerId="LiveId" clId="{72B3D9B0-916F-4F35-AD1A-C0D440E0B847}" dt="2025-06-01T18:55:02.222" v="136"/>
          <ac:inkMkLst>
            <pc:docMk/>
            <pc:sldMk cId="225537868" sldId="351"/>
            <ac:inkMk id="4" creationId="{CDDAC226-00AD-B6B6-F1E4-671EB66D21BB}"/>
          </ac:inkMkLst>
        </pc:inkChg>
        <pc:inkChg chg="add mod">
          <ac:chgData name="Leônidas Müller de Oliveira" userId="5af9566427f0cd7a" providerId="LiveId" clId="{72B3D9B0-916F-4F35-AD1A-C0D440E0B847}" dt="2025-06-01T18:55:02.222" v="136"/>
          <ac:inkMkLst>
            <pc:docMk/>
            <pc:sldMk cId="225537868" sldId="351"/>
            <ac:inkMk id="5" creationId="{6924BE65-F4E9-F5C2-A6ED-0F626A411E37}"/>
          </ac:inkMkLst>
        </pc:inkChg>
        <pc:inkChg chg="add mod">
          <ac:chgData name="Leônidas Müller de Oliveira" userId="5af9566427f0cd7a" providerId="LiveId" clId="{72B3D9B0-916F-4F35-AD1A-C0D440E0B847}" dt="2025-06-01T18:55:02.222" v="136"/>
          <ac:inkMkLst>
            <pc:docMk/>
            <pc:sldMk cId="225537868" sldId="351"/>
            <ac:inkMk id="6" creationId="{39A41337-9798-0208-3638-2A3057761B82}"/>
          </ac:inkMkLst>
        </pc:inkChg>
        <pc:inkChg chg="add mod">
          <ac:chgData name="Leônidas Müller de Oliveira" userId="5af9566427f0cd7a" providerId="LiveId" clId="{72B3D9B0-916F-4F35-AD1A-C0D440E0B847}" dt="2025-06-01T18:55:02.222" v="136"/>
          <ac:inkMkLst>
            <pc:docMk/>
            <pc:sldMk cId="225537868" sldId="351"/>
            <ac:inkMk id="7" creationId="{117C6967-8FAB-7CEE-5A8F-AA8A536778A2}"/>
          </ac:inkMkLst>
        </pc:inkChg>
        <pc:inkChg chg="add mod">
          <ac:chgData name="Leônidas Müller de Oliveira" userId="5af9566427f0cd7a" providerId="LiveId" clId="{72B3D9B0-916F-4F35-AD1A-C0D440E0B847}" dt="2025-06-01T18:55:02.222" v="136"/>
          <ac:inkMkLst>
            <pc:docMk/>
            <pc:sldMk cId="225537868" sldId="351"/>
            <ac:inkMk id="11" creationId="{B26DC63B-6EB8-2DAF-CCCF-171509046B5C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3" creationId="{43EEE9F6-C000-E0EF-CA2E-AC2891ECF12E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4" creationId="{10E801C6-C37F-5992-1013-E88EC0393667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5" creationId="{C07CD2C3-3BDD-634C-1989-2B2685C27EA8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6" creationId="{980BD7C6-883C-282B-3A92-92B9B13F1CCE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7" creationId="{6E73FA30-C6C9-5AB1-1848-9AFFE6A3CDFD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8" creationId="{D9D836BD-ED3A-33C2-EF73-CC77D002546E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19" creationId="{2A942D6F-DFD4-5885-56BE-3CF240F1B8A4}"/>
          </ac:inkMkLst>
        </pc:inkChg>
        <pc:inkChg chg="add mod">
          <ac:chgData name="Leônidas Müller de Oliveira" userId="5af9566427f0cd7a" providerId="LiveId" clId="{72B3D9B0-916F-4F35-AD1A-C0D440E0B847}" dt="2025-06-01T18:55:10.874" v="145"/>
          <ac:inkMkLst>
            <pc:docMk/>
            <pc:sldMk cId="225537868" sldId="351"/>
            <ac:inkMk id="20" creationId="{814B4C2D-C881-CFCD-F8DB-919AE3AE2AA2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22" creationId="{DFD7227A-F6C1-C236-624F-F770221BA198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23" creationId="{2632C584-C267-C9DA-D5E0-37B688E46B77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24" creationId="{5FD8A8CB-9A86-3575-979D-DED5572CB976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25" creationId="{EAB8954B-A3C4-7511-D667-9F8328704211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26" creationId="{32B74C82-D6FF-FD90-A82B-8A3ABC701F4C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27" creationId="{9982567F-5242-7B77-47C3-DBBBFD049B33}"/>
          </ac:inkMkLst>
        </pc:inkChg>
        <pc:inkChg chg="add">
          <ac:chgData name="Leônidas Müller de Oliveira" userId="5af9566427f0cd7a" providerId="LiveId" clId="{72B3D9B0-916F-4F35-AD1A-C0D440E0B847}" dt="2025-06-01T18:55:19.873" v="153" actId="9405"/>
          <ac:inkMkLst>
            <pc:docMk/>
            <pc:sldMk cId="225537868" sldId="351"/>
            <ac:inkMk id="29" creationId="{EF01F8E6-E341-4EF8-36F5-8D9FC6711FAF}"/>
          </ac:inkMkLst>
        </pc:inkChg>
        <pc:inkChg chg="add">
          <ac:chgData name="Leônidas Müller de Oliveira" userId="5af9566427f0cd7a" providerId="LiveId" clId="{72B3D9B0-916F-4F35-AD1A-C0D440E0B847}" dt="2025-06-01T18:55:21.626" v="154" actId="9405"/>
          <ac:inkMkLst>
            <pc:docMk/>
            <pc:sldMk cId="225537868" sldId="351"/>
            <ac:inkMk id="30" creationId="{6D284483-B817-630F-77F2-817D8579FB24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1" creationId="{A158192B-B2E3-B8CF-346F-354F0E66F95A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2" creationId="{7270F050-E93D-7217-FF03-DDF7F728DFCE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3" creationId="{AA1E68AE-9913-ADC0-FBD2-5F6D76019A31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4" creationId="{7E22168C-8AB9-C9FC-587A-834264028AE9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5" creationId="{76712D1A-32E0-C726-9A38-7A7B85CFA19C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8" creationId="{66689986-CB7E-2DF1-2CFE-06E715D9C0B5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39" creationId="{46D5954C-1E09-4878-308B-BEA1D78BB77B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0" creationId="{E92E0D6A-590C-934E-C462-06A8C931DF38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2" creationId="{41C96C3E-3D28-15E4-0DDD-004C822F1AF6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3" creationId="{EEF59A2C-2137-E1EA-07A7-4BFE1F7B0CE2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4" creationId="{A895BB82-43C9-CB69-8CBE-796AAF19501C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5" creationId="{BD25CA89-B255-AB5A-5772-980014962787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6" creationId="{47291736-5005-02C9-38C0-D9FF2E0BB746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7" creationId="{8B3DC8EB-0016-D32B-36B9-5017AB46BC0C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49" creationId="{510401CC-3C7F-8E53-452E-2A6C9DE186F6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50" creationId="{886DF170-08F4-4A14-00A4-68ED12281E06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51" creationId="{DE99FD51-40D9-ED01-A5C6-7BFF49B6E214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53" creationId="{ACED9F09-A9BE-A3A2-C089-653D00D2AC4B}"/>
          </ac:inkMkLst>
        </pc:inkChg>
        <pc:inkChg chg="add mod">
          <ac:chgData name="Leônidas Müller de Oliveira" userId="5af9566427f0cd7a" providerId="LiveId" clId="{72B3D9B0-916F-4F35-AD1A-C0D440E0B847}" dt="2025-06-01T18:55:51.448" v="178"/>
          <ac:inkMkLst>
            <pc:docMk/>
            <pc:sldMk cId="225537868" sldId="351"/>
            <ac:inkMk id="54" creationId="{64059727-789A-95CD-8399-6EA9F68671AE}"/>
          </ac:inkMkLst>
        </pc:inkChg>
      </pc:sldChg>
      <pc:sldChg chg="addSp add del mod">
        <pc:chgData name="Leônidas Müller de Oliveira" userId="5af9566427f0cd7a" providerId="LiveId" clId="{72B3D9B0-916F-4F35-AD1A-C0D440E0B847}" dt="2025-06-06T17:13:54.208" v="561" actId="47"/>
        <pc:sldMkLst>
          <pc:docMk/>
          <pc:sldMk cId="4273592683" sldId="352"/>
        </pc:sldMkLst>
        <pc:inkChg chg="add">
          <ac:chgData name="Leônidas Müller de Oliveira" userId="5af9566427f0cd7a" providerId="LiveId" clId="{72B3D9B0-916F-4F35-AD1A-C0D440E0B847}" dt="2025-06-01T18:56:11.868" v="180" actId="9405"/>
          <ac:inkMkLst>
            <pc:docMk/>
            <pc:sldMk cId="4273592683" sldId="352"/>
            <ac:inkMk id="3" creationId="{97ADA62D-ED3D-CF77-0222-BFC77B1E91AD}"/>
          </ac:inkMkLst>
        </pc:inkChg>
        <pc:inkChg chg="add">
          <ac:chgData name="Leônidas Müller de Oliveira" userId="5af9566427f0cd7a" providerId="LiveId" clId="{72B3D9B0-916F-4F35-AD1A-C0D440E0B847}" dt="2025-06-01T18:56:13.788" v="181" actId="9405"/>
          <ac:inkMkLst>
            <pc:docMk/>
            <pc:sldMk cId="4273592683" sldId="352"/>
            <ac:inkMk id="4" creationId="{8267BEB7-5270-B641-F510-62216488F440}"/>
          </ac:inkMkLst>
        </pc:inkChg>
      </pc:sldChg>
      <pc:sldChg chg="addSp delSp modSp add mod ord">
        <pc:chgData name="Leônidas Müller de Oliveira" userId="5af9566427f0cd7a" providerId="LiveId" clId="{72B3D9B0-916F-4F35-AD1A-C0D440E0B847}" dt="2025-06-06T17:14:04.380" v="564" actId="478"/>
        <pc:sldMkLst>
          <pc:docMk/>
          <pc:sldMk cId="1435370814" sldId="353"/>
        </pc:sldMkLst>
        <pc:spChg chg="mod">
          <ac:chgData name="Leônidas Müller de Oliveira" userId="5af9566427f0cd7a" providerId="LiveId" clId="{72B3D9B0-916F-4F35-AD1A-C0D440E0B847}" dt="2025-06-06T17:13:58.882" v="563" actId="1076"/>
          <ac:spMkLst>
            <pc:docMk/>
            <pc:sldMk cId="1435370814" sldId="353"/>
            <ac:spMk id="140" creationId="{00000000-0000-0000-0000-000000000000}"/>
          </ac:spMkLst>
        </pc:spChg>
        <pc:grpChg chg="del mod">
          <ac:chgData name="Leônidas Müller de Oliveira" userId="5af9566427f0cd7a" providerId="LiveId" clId="{72B3D9B0-916F-4F35-AD1A-C0D440E0B847}" dt="2025-06-01T18:57:09.860" v="199"/>
          <ac:grpSpMkLst>
            <pc:docMk/>
            <pc:sldMk cId="1435370814" sldId="353"/>
            <ac:grpSpMk id="14" creationId="{2EBB8142-9CAC-4A85-8EA0-BF90229856FC}"/>
          </ac:grpSpMkLst>
        </pc:grpChg>
        <pc:grpChg chg="del mod">
          <ac:chgData name="Leônidas Müller de Oliveira" userId="5af9566427f0cd7a" providerId="LiveId" clId="{72B3D9B0-916F-4F35-AD1A-C0D440E0B847}" dt="2025-06-01T18:57:16.737" v="201"/>
          <ac:grpSpMkLst>
            <pc:docMk/>
            <pc:sldMk cId="1435370814" sldId="353"/>
            <ac:grpSpMk id="15" creationId="{0B0A2194-8A74-0725-2CF4-6275C7C38798}"/>
          </ac:grpSpMkLst>
        </pc:grpChg>
        <pc:grpChg chg="del mod">
          <ac:chgData name="Leônidas Müller de Oliveira" userId="5af9566427f0cd7a" providerId="LiveId" clId="{72B3D9B0-916F-4F35-AD1A-C0D440E0B847}" dt="2025-06-01T18:57:18.327" v="203"/>
          <ac:grpSpMkLst>
            <pc:docMk/>
            <pc:sldMk cId="1435370814" sldId="353"/>
            <ac:grpSpMk id="18" creationId="{C7B7B208-E203-53E4-A4A1-019106AC26ED}"/>
          </ac:grpSpMkLst>
        </pc:grpChg>
        <pc:grpChg chg="del mod">
          <ac:chgData name="Leônidas Müller de Oliveira" userId="5af9566427f0cd7a" providerId="LiveId" clId="{72B3D9B0-916F-4F35-AD1A-C0D440E0B847}" dt="2025-06-01T18:57:22.521" v="205"/>
          <ac:grpSpMkLst>
            <pc:docMk/>
            <pc:sldMk cId="1435370814" sldId="353"/>
            <ac:grpSpMk id="20" creationId="{169056D3-ABA4-5FEC-7FEA-E80F7ED3665A}"/>
          </ac:grpSpMkLst>
        </pc:grpChg>
        <pc:grpChg chg="del mod">
          <ac:chgData name="Leônidas Müller de Oliveira" userId="5af9566427f0cd7a" providerId="LiveId" clId="{72B3D9B0-916F-4F35-AD1A-C0D440E0B847}" dt="2025-06-01T18:57:28.189" v="207"/>
          <ac:grpSpMkLst>
            <pc:docMk/>
            <pc:sldMk cId="1435370814" sldId="353"/>
            <ac:grpSpMk id="22" creationId="{2E4D0DC4-2759-4499-B839-A64150E084BD}"/>
          </ac:grpSpMkLst>
        </pc:grpChg>
        <pc:grpChg chg="del mod">
          <ac:chgData name="Leônidas Müller de Oliveira" userId="5af9566427f0cd7a" providerId="LiveId" clId="{72B3D9B0-916F-4F35-AD1A-C0D440E0B847}" dt="2025-06-01T18:57:29.863" v="209"/>
          <ac:grpSpMkLst>
            <pc:docMk/>
            <pc:sldMk cId="1435370814" sldId="353"/>
            <ac:grpSpMk id="24" creationId="{E453872D-1BC5-FFDE-AF5C-B69CB86DF270}"/>
          </ac:grpSpMkLst>
        </pc:grpChg>
        <pc:grpChg chg="del mod">
          <ac:chgData name="Leônidas Müller de Oliveira" userId="5af9566427f0cd7a" providerId="LiveId" clId="{72B3D9B0-916F-4F35-AD1A-C0D440E0B847}" dt="2025-06-01T18:57:31.733" v="211"/>
          <ac:grpSpMkLst>
            <pc:docMk/>
            <pc:sldMk cId="1435370814" sldId="353"/>
            <ac:grpSpMk id="26" creationId="{5D0B0905-31E3-6F9C-75DE-0477C4EE889D}"/>
          </ac:grpSpMkLst>
        </pc:grpChg>
        <pc:grpChg chg="del mod">
          <ac:chgData name="Leônidas Müller de Oliveira" userId="5af9566427f0cd7a" providerId="LiveId" clId="{72B3D9B0-916F-4F35-AD1A-C0D440E0B847}" dt="2025-06-01T18:57:40.385" v="214"/>
          <ac:grpSpMkLst>
            <pc:docMk/>
            <pc:sldMk cId="1435370814" sldId="353"/>
            <ac:grpSpMk id="28" creationId="{3F5D33DD-3FEC-37AE-7388-C4B257F58C6A}"/>
          </ac:grpSpMkLst>
        </pc:grpChg>
        <pc:grpChg chg="del mod">
          <ac:chgData name="Leônidas Müller de Oliveira" userId="5af9566427f0cd7a" providerId="LiveId" clId="{72B3D9B0-916F-4F35-AD1A-C0D440E0B847}" dt="2025-06-06T17:14:04.380" v="564" actId="478"/>
          <ac:grpSpMkLst>
            <pc:docMk/>
            <pc:sldMk cId="1435370814" sldId="353"/>
            <ac:grpSpMk id="31" creationId="{88E42B11-157A-DD05-2BC3-A62C242D7BD1}"/>
          </ac:grpSpMkLst>
        </pc:grpChg>
        <pc:grpChg chg="add del mod">
          <ac:chgData name="Leônidas Müller de Oliveira" userId="5af9566427f0cd7a" providerId="LiveId" clId="{72B3D9B0-916F-4F35-AD1A-C0D440E0B847}" dt="2025-06-01T18:57:55.867" v="224"/>
          <ac:grpSpMkLst>
            <pc:docMk/>
            <pc:sldMk cId="1435370814" sldId="353"/>
            <ac:grpSpMk id="35" creationId="{D9808FB9-83F7-04DA-2228-253D99A805F5}"/>
          </ac:grpSpMkLst>
        </pc:grpChg>
        <pc:grpChg chg="mod">
          <ac:chgData name="Leônidas Müller de Oliveira" userId="5af9566427f0cd7a" providerId="LiveId" clId="{72B3D9B0-916F-4F35-AD1A-C0D440E0B847}" dt="2025-06-01T18:57:55.317" v="222"/>
          <ac:grpSpMkLst>
            <pc:docMk/>
            <pc:sldMk cId="1435370814" sldId="353"/>
            <ac:grpSpMk id="37" creationId="{80540007-CAC1-1A9C-E39C-3F1604C6B5D4}"/>
          </ac:grpSpMkLst>
        </pc:grpChg>
        <pc:grpChg chg="del mod">
          <ac:chgData name="Leônidas Müller de Oliveira" userId="5af9566427f0cd7a" providerId="LiveId" clId="{72B3D9B0-916F-4F35-AD1A-C0D440E0B847}" dt="2025-06-06T17:14:04.380" v="564" actId="478"/>
          <ac:grpSpMkLst>
            <pc:docMk/>
            <pc:sldMk cId="1435370814" sldId="353"/>
            <ac:grpSpMk id="40" creationId="{93882F90-99E1-22B5-0BF9-25387653298F}"/>
          </ac:grpSpMkLst>
        </pc:grpChg>
        <pc:picChg chg="add mod">
          <ac:chgData name="Leônidas Müller de Oliveira" userId="5af9566427f0cd7a" providerId="LiveId" clId="{72B3D9B0-916F-4F35-AD1A-C0D440E0B847}" dt="2025-06-01T18:56:51.092" v="190" actId="1076"/>
          <ac:picMkLst>
            <pc:docMk/>
            <pc:sldMk cId="1435370814" sldId="353"/>
            <ac:picMk id="4" creationId="{218B0004-14CD-74DC-80F2-8B1EE130A716}"/>
          </ac:picMkLst>
        </pc:picChg>
        <pc:picChg chg="del">
          <ac:chgData name="Leônidas Müller de Oliveira" userId="5af9566427f0cd7a" providerId="LiveId" clId="{72B3D9B0-916F-4F35-AD1A-C0D440E0B847}" dt="2025-06-01T18:56:46.503" v="187" actId="478"/>
          <ac:picMkLst>
            <pc:docMk/>
            <pc:sldMk cId="1435370814" sldId="353"/>
            <ac:picMk id="16" creationId="{3D53D795-B134-EB81-03CB-D1D15C056F4A}"/>
          </ac:picMkLst>
        </pc:pic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5" creationId="{B8358BF0-B03C-410C-2F99-81027F955E90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6" creationId="{F110E73C-D183-055A-C995-1B67D4AC9859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7" creationId="{689DEC8D-3AF2-1CD6-3C9A-F6704FE184B0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8" creationId="{DAE45026-FBF7-C21E-8868-2DA736E712E7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9" creationId="{F5B37EA9-58C4-1D02-5355-4013A5FA6EE4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11" creationId="{06AEB222-4FEA-8D93-8475-1511E7EDA8A0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12" creationId="{76625B04-A719-271A-0265-EDB07262426F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13" creationId="{7DB9BEAA-2D49-EAA8-D53E-07058605D47B}"/>
          </ac:inkMkLst>
        </pc:inkChg>
        <pc:inkChg chg="add del mod topLvl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17" creationId="{B4FA206C-0FDA-9B1B-5CBD-33E8119C7407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19" creationId="{813E6527-2827-6FAD-FFA8-2886627BC636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21" creationId="{745FF7FD-B045-FAB0-C971-9CE3330EB14C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23" creationId="{3BED93D0-C744-5DDE-FD27-247C08C9C87B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25" creationId="{242FA178-0B7F-346F-8B43-CB13491DAE9F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27" creationId="{B8C893BB-67F5-DC28-5E6C-CC54B0DCAA3C}"/>
          </ac:inkMkLst>
        </pc:inkChg>
        <pc:inkChg chg="add del mod topLvl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29" creationId="{77B1490F-E304-FB64-20C4-76CE2B22AE12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30" creationId="{928CD504-2A95-64A3-8E09-A42684FD3B37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32" creationId="{B3ED64D1-DEE5-8477-2E5B-28D327518F08}"/>
          </ac:inkMkLst>
        </pc:inkChg>
        <pc:inkChg chg="add del mod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33" creationId="{1839409E-7BDB-4201-BFAD-7D218722F797}"/>
          </ac:inkMkLst>
        </pc:inkChg>
        <pc:inkChg chg="add del mod">
          <ac:chgData name="Leônidas Müller de Oliveira" userId="5af9566427f0cd7a" providerId="LiveId" clId="{72B3D9B0-916F-4F35-AD1A-C0D440E0B847}" dt="2025-06-01T18:57:55.867" v="224"/>
          <ac:inkMkLst>
            <pc:docMk/>
            <pc:sldMk cId="1435370814" sldId="353"/>
            <ac:inkMk id="34" creationId="{3E0B454F-C138-F7A0-335D-99066EC4AB74}"/>
          </ac:inkMkLst>
        </pc:inkChg>
        <pc:inkChg chg="add del mod">
          <ac:chgData name="Leônidas Müller de Oliveira" userId="5af9566427f0cd7a" providerId="LiveId" clId="{72B3D9B0-916F-4F35-AD1A-C0D440E0B847}" dt="2025-06-01T18:57:55.317" v="222"/>
          <ac:inkMkLst>
            <pc:docMk/>
            <pc:sldMk cId="1435370814" sldId="353"/>
            <ac:inkMk id="36" creationId="{C9AA7880-C2F1-3F6D-346D-8A1E5CE55780}"/>
          </ac:inkMkLst>
        </pc:inkChg>
        <pc:inkChg chg="add del mod topLvl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38" creationId="{F16427BB-C47C-8FC0-BD28-57EB79F65C49}"/>
          </ac:inkMkLst>
        </pc:inkChg>
        <pc:inkChg chg="add del mod topLvl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39" creationId="{99685596-A6AD-02B4-BC5B-15B293A57DC3}"/>
          </ac:inkMkLst>
        </pc:inkChg>
        <pc:inkChg chg="add del">
          <ac:chgData name="Leônidas Müller de Oliveira" userId="5af9566427f0cd7a" providerId="LiveId" clId="{72B3D9B0-916F-4F35-AD1A-C0D440E0B847}" dt="2025-06-01T18:58:04.611" v="229" actId="9405"/>
          <ac:inkMkLst>
            <pc:docMk/>
            <pc:sldMk cId="1435370814" sldId="353"/>
            <ac:inkMk id="41" creationId="{DBE01B95-4B40-4D4D-443B-24BA6DC663A5}"/>
          </ac:inkMkLst>
        </pc:inkChg>
        <pc:inkChg chg="add del">
          <ac:chgData name="Leônidas Müller de Oliveira" userId="5af9566427f0cd7a" providerId="LiveId" clId="{72B3D9B0-916F-4F35-AD1A-C0D440E0B847}" dt="2025-06-06T17:14:04.380" v="564" actId="478"/>
          <ac:inkMkLst>
            <pc:docMk/>
            <pc:sldMk cId="1435370814" sldId="353"/>
            <ac:inkMk id="42" creationId="{9BC044AA-3231-B93A-B9A2-E76D8FB7FDE4}"/>
          </ac:inkMkLst>
        </pc:inkChg>
        <pc:inkChg chg="add">
          <ac:chgData name="Leônidas Müller de Oliveira" userId="5af9566427f0cd7a" providerId="LiveId" clId="{72B3D9B0-916F-4F35-AD1A-C0D440E0B847}" dt="2025-06-01T18:58:13.567" v="231" actId="9405"/>
          <ac:inkMkLst>
            <pc:docMk/>
            <pc:sldMk cId="1435370814" sldId="353"/>
            <ac:inkMk id="43" creationId="{1B67839E-3AC3-B5AE-95F2-A1840B057386}"/>
          </ac:inkMkLst>
        </pc:inkChg>
      </pc:sldChg>
      <pc:sldChg chg="addSp delSp modSp add mod">
        <pc:chgData name="Leônidas Müller de Oliveira" userId="5af9566427f0cd7a" providerId="LiveId" clId="{72B3D9B0-916F-4F35-AD1A-C0D440E0B847}" dt="2025-06-01T19:47:42.495" v="251" actId="14100"/>
        <pc:sldMkLst>
          <pc:docMk/>
          <pc:sldMk cId="1949384217" sldId="354"/>
        </pc:sldMkLst>
        <pc:picChg chg="add mod">
          <ac:chgData name="Leônidas Müller de Oliveira" userId="5af9566427f0cd7a" providerId="LiveId" clId="{72B3D9B0-916F-4F35-AD1A-C0D440E0B847}" dt="2025-06-01T19:47:42.495" v="251" actId="14100"/>
          <ac:picMkLst>
            <pc:docMk/>
            <pc:sldMk cId="1949384217" sldId="354"/>
            <ac:picMk id="5" creationId="{55A6E80A-3687-BBD7-C18A-C88C5BEF9F61}"/>
          </ac:picMkLst>
        </pc:picChg>
        <pc:picChg chg="del">
          <ac:chgData name="Leônidas Müller de Oliveira" userId="5af9566427f0cd7a" providerId="LiveId" clId="{72B3D9B0-916F-4F35-AD1A-C0D440E0B847}" dt="2025-06-01T19:47:36.726" v="247" actId="478"/>
          <ac:picMkLst>
            <pc:docMk/>
            <pc:sldMk cId="1949384217" sldId="354"/>
            <ac:picMk id="16" creationId="{3D53D795-B134-EB81-03CB-D1D15C056F4A}"/>
          </ac:picMkLst>
        </pc:picChg>
        <pc:inkChg chg="add del">
          <ac:chgData name="Leônidas Müller de Oliveira" userId="5af9566427f0cd7a" providerId="LiveId" clId="{72B3D9B0-916F-4F35-AD1A-C0D440E0B847}" dt="2025-06-01T19:47:34.032" v="246" actId="478"/>
          <ac:inkMkLst>
            <pc:docMk/>
            <pc:sldMk cId="1949384217" sldId="354"/>
            <ac:inkMk id="3" creationId="{ECFD74D8-A156-35FB-D1D1-8CC3D01B610C}"/>
          </ac:inkMkLst>
        </pc:inkChg>
      </pc:sldChg>
      <pc:sldChg chg="addSp delSp modSp add mod">
        <pc:chgData name="Leônidas Müller de Oliveira" userId="5af9566427f0cd7a" providerId="LiveId" clId="{72B3D9B0-916F-4F35-AD1A-C0D440E0B847}" dt="2025-06-06T17:14:31.571" v="569" actId="478"/>
        <pc:sldMkLst>
          <pc:docMk/>
          <pc:sldMk cId="2994365470" sldId="355"/>
        </pc:sldMkLst>
        <pc:grpChg chg="del mod">
          <ac:chgData name="Leônidas Müller de Oliveira" userId="5af9566427f0cd7a" providerId="LiveId" clId="{72B3D9B0-916F-4F35-AD1A-C0D440E0B847}" dt="2025-06-01T21:11:23.134" v="270"/>
          <ac:grpSpMkLst>
            <pc:docMk/>
            <pc:sldMk cId="2994365470" sldId="355"/>
            <ac:grpSpMk id="8" creationId="{2553847F-8B1C-4043-B945-2FAEE27C5298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9" creationId="{4C67D5FA-F65C-2CF6-8C13-C342263E5EDC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13" creationId="{F6D4D28D-DAF6-08FB-F1DB-A8C76990C4E6}"/>
          </ac:grpSpMkLst>
        </pc:grpChg>
        <pc:grpChg chg="del mod">
          <ac:chgData name="Leônidas Müller de Oliveira" userId="5af9566427f0cd7a" providerId="LiveId" clId="{72B3D9B0-916F-4F35-AD1A-C0D440E0B847}" dt="2025-06-01T21:12:15.368" v="312"/>
          <ac:grpSpMkLst>
            <pc:docMk/>
            <pc:sldMk cId="2994365470" sldId="355"/>
            <ac:grpSpMk id="16" creationId="{27B4E0BE-E058-CF1E-6693-DCACBD9FB1DE}"/>
          </ac:grpSpMkLst>
        </pc:grpChg>
        <pc:grpChg chg="del mod">
          <ac:chgData name="Leônidas Müller de Oliveira" userId="5af9566427f0cd7a" providerId="LiveId" clId="{72B3D9B0-916F-4F35-AD1A-C0D440E0B847}" dt="2025-06-01T21:11:52.069" v="290"/>
          <ac:grpSpMkLst>
            <pc:docMk/>
            <pc:sldMk cId="2994365470" sldId="355"/>
            <ac:grpSpMk id="21" creationId="{373E1C03-F30D-69AA-1A7E-CE722A24A849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29" creationId="{3EBBEB29-640B-A8E9-BB9C-0BBCB730B090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40" creationId="{2C4B96B8-9F0F-DB42-25BE-CF65D1F84BE4}"/>
          </ac:grpSpMkLst>
        </pc:grpChg>
        <pc:grpChg chg="del mod">
          <ac:chgData name="Leônidas Müller de Oliveira" userId="5af9566427f0cd7a" providerId="LiveId" clId="{72B3D9B0-916F-4F35-AD1A-C0D440E0B847}" dt="2025-06-01T21:12:12.847" v="310"/>
          <ac:grpSpMkLst>
            <pc:docMk/>
            <pc:sldMk cId="2994365470" sldId="355"/>
            <ac:grpSpMk id="46" creationId="{CA74DD19-92D2-AE9B-DD0A-689B33A10640}"/>
          </ac:grpSpMkLst>
        </pc:grpChg>
        <pc:grpChg chg="del mod">
          <ac:chgData name="Leônidas Müller de Oliveira" userId="5af9566427f0cd7a" providerId="LiveId" clId="{72B3D9B0-916F-4F35-AD1A-C0D440E0B847}" dt="2025-06-01T21:12:22.579" v="318"/>
          <ac:grpSpMkLst>
            <pc:docMk/>
            <pc:sldMk cId="2994365470" sldId="355"/>
            <ac:grpSpMk id="49" creationId="{B7C02033-0CFC-E123-18E4-31A4E3358AB1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51" creationId="{79AAF7BB-294A-47D4-589F-2E0C34312748}"/>
          </ac:grpSpMkLst>
        </pc:grpChg>
        <pc:grpChg chg="del mod">
          <ac:chgData name="Leônidas Müller de Oliveira" userId="5af9566427f0cd7a" providerId="LiveId" clId="{72B3D9B0-916F-4F35-AD1A-C0D440E0B847}" dt="2025-06-01T21:12:26.305" v="322"/>
          <ac:grpSpMkLst>
            <pc:docMk/>
            <pc:sldMk cId="2994365470" sldId="355"/>
            <ac:grpSpMk id="57" creationId="{8F6AD035-FE66-CFE0-6485-016384172D33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61" creationId="{765A3546-E2DC-BF0F-3325-96D9E38E8993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134" creationId="{799597DF-0FE4-2728-470C-48C613DBA072}"/>
          </ac:grpSpMkLst>
        </pc:grpChg>
        <pc:grpChg chg="del mod">
          <ac:chgData name="Leônidas Müller de Oliveira" userId="5af9566427f0cd7a" providerId="LiveId" clId="{72B3D9B0-916F-4F35-AD1A-C0D440E0B847}" dt="2025-06-06T17:14:31.571" v="569" actId="478"/>
          <ac:grpSpMkLst>
            <pc:docMk/>
            <pc:sldMk cId="2994365470" sldId="355"/>
            <ac:grpSpMk id="135" creationId="{4B166955-05AE-00F6-3A22-248F35CC1D88}"/>
          </ac:grpSpMkLst>
        </pc:grp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" creationId="{BF084A6D-D49C-AC7B-1743-44D7B707DCB2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" creationId="{BE49C938-DB11-374D-E342-D28EA3E120BF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7" creationId="{CC60A130-6714-7754-A0B4-A2515E247F03}"/>
          </ac:inkMkLst>
        </pc:inkChg>
        <pc:inkChg chg="add de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0" creationId="{57D3985C-8247-FCF2-FA92-7455228BB9ED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1" creationId="{B7BDF5DC-01D0-72BF-DD82-04D12844B6C7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2" creationId="{51E00734-6903-13CF-6341-59743923A9BD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4" creationId="{86FB2724-5135-8DFD-6D8C-51CDCB5173F3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5" creationId="{82C917A2-3920-E2DE-7647-DA0663C60D4C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7" creationId="{721E6932-215D-BEFD-B42F-1B3C201AB6B0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8" creationId="{CDEC39B4-418F-D82C-4686-BE18216AAE66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9" creationId="{DB946137-2E8A-B360-C1E9-A0AFC49A467E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0" creationId="{4ADFBDA0-39E1-949C-BB95-F4E96923700B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2" creationId="{6FBD7960-321D-1F5E-40FC-9621B6A6DB06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3" creationId="{D29D0928-F7D2-96D4-6A5C-37E121BC82F4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4" creationId="{76DB4AAF-6FC5-E73C-34C4-9B90D16CF3C7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5" creationId="{64AF1ADD-C407-3AEB-5AE1-F23B922ED013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6" creationId="{69361001-D7ED-A057-E643-355E0B1AD638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7" creationId="{27A1DD4D-724F-0D6E-2888-AACF97122E48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28" creationId="{14263602-5948-EF98-181C-7C93548C1FAF}"/>
          </ac:inkMkLst>
        </pc:inkChg>
        <pc:inkChg chg="add de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0" creationId="{4A573DB8-72AD-27FA-CA47-9F3D6768ECA4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1" creationId="{C624A5AE-2620-3C00-8EE4-B5FBE56D5734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2" creationId="{B3DCBEB4-2D93-E55F-B8A4-55550CF8844A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3" creationId="{9A326435-8020-FAC1-2073-DA2876B72F3E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4" creationId="{0047A9BD-F5FE-F432-7CE9-91CF05F28FBA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5" creationId="{B3349EFA-D047-D413-AE28-4D1B88782390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6" creationId="{8D797634-E437-C51C-BBAA-E769304E22AE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7" creationId="{1F2334C3-45EE-4ED6-C8C6-E4140DF5198D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8" creationId="{D1BFCA8A-FC59-3A88-CD1B-B6AD507B9725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39" creationId="{6627D071-507A-FAB2-1436-242595683E2E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1" creationId="{951000CD-8046-7B15-82A0-9D2714148306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2" creationId="{F3AC4F30-DA53-FD9B-0B53-97838A1B1387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3" creationId="{FDFC3001-2D16-411B-B6D9-08AE54970508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4" creationId="{096F6238-076C-D7E5-3334-747BD05C2771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5" creationId="{D86C96DC-F9F3-D6FB-0F37-F35C5B8CA776}"/>
          </ac:inkMkLst>
        </pc:inkChg>
        <pc:inkChg chg="add de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7" creationId="{A913EC2F-EE15-AEEE-5754-598463325E50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48" creationId="{097D0F6F-1C3C-0157-298B-22E72C1AD4A7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0" creationId="{74F789E5-1D44-4E3A-8562-35C87688DD00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2" creationId="{CC4EF6FF-3793-6E65-912C-A92D23CABBF6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3" creationId="{807E0B81-97C4-4B27-CBCF-81D48F4C3F44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4" creationId="{2F42C5DA-D7E5-FE65-756F-9FDFA25A1A91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5" creationId="{DE9C4695-696D-C1AF-68CE-778860FC0CF0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6" creationId="{F0978062-2DA2-4968-C01A-84A5F659905F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8" creationId="{078C0B8F-C53E-C06D-D802-919B13AE1A5D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59" creationId="{AA8A088C-1231-96D3-2A13-8921E438ABCB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60" creationId="{F25F0671-92BC-DDD1-9254-F7577F8EC023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62" creationId="{2644A790-F434-82D5-81A3-8830083AE951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63" creationId="{71BD20EE-D4FE-FB9B-6F8A-9757D523BFDC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28" creationId="{56913F70-237F-187F-65B6-B59E4F775334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29" creationId="{22E576E8-5A60-A0B1-24FB-09CF8EC3B6F1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30" creationId="{EF909B8F-4973-2478-F9E9-5685029E7C13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31" creationId="{8738434F-955A-C0E9-3EE3-8CCA68E53FBB}"/>
          </ac:inkMkLst>
        </pc:inkChg>
        <pc:inkChg chg="add del mod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32" creationId="{DEBAF331-4368-0272-47E1-8B63528C53F8}"/>
          </ac:inkMkLst>
        </pc:inkChg>
        <pc:inkChg chg="add del mod topLvl">
          <ac:chgData name="Leônidas Müller de Oliveira" userId="5af9566427f0cd7a" providerId="LiveId" clId="{72B3D9B0-916F-4F35-AD1A-C0D440E0B847}" dt="2025-06-06T17:14:31.571" v="569" actId="478"/>
          <ac:inkMkLst>
            <pc:docMk/>
            <pc:sldMk cId="2994365470" sldId="355"/>
            <ac:inkMk id="133" creationId="{6A9F098D-459C-2440-BEB4-25811B6710FE}"/>
          </ac:inkMkLst>
        </pc:inkChg>
      </pc:sldChg>
      <pc:sldChg chg="addSp delSp modSp add del mod">
        <pc:chgData name="Leônidas Müller de Oliveira" userId="5af9566427f0cd7a" providerId="LiveId" clId="{72B3D9B0-916F-4F35-AD1A-C0D440E0B847}" dt="2025-06-06T17:14:35.587" v="570" actId="47"/>
        <pc:sldMkLst>
          <pc:docMk/>
          <pc:sldMk cId="334946484" sldId="356"/>
        </pc:sldMkLst>
        <pc:grpChg chg="del mod">
          <ac:chgData name="Leônidas Müller de Oliveira" userId="5af9566427f0cd7a" providerId="LiveId" clId="{72B3D9B0-916F-4F35-AD1A-C0D440E0B847}" dt="2025-06-01T21:13:14.026" v="338"/>
          <ac:grpSpMkLst>
            <pc:docMk/>
            <pc:sldMk cId="334946484" sldId="356"/>
            <ac:grpSpMk id="5" creationId="{AB8CC849-1BDC-EB96-92F5-087430218314}"/>
          </ac:grpSpMkLst>
        </pc:grpChg>
        <pc:grpChg chg="del mod">
          <ac:chgData name="Leônidas Müller de Oliveira" userId="5af9566427f0cd7a" providerId="LiveId" clId="{72B3D9B0-916F-4F35-AD1A-C0D440E0B847}" dt="2025-06-01T21:13:17.253" v="341"/>
          <ac:grpSpMkLst>
            <pc:docMk/>
            <pc:sldMk cId="334946484" sldId="356"/>
            <ac:grpSpMk id="10" creationId="{DEAB730F-F15E-2B46-2436-A989C34842E9}"/>
          </ac:grpSpMkLst>
        </pc:grpChg>
        <pc:grpChg chg="del mod">
          <ac:chgData name="Leônidas Müller de Oliveira" userId="5af9566427f0cd7a" providerId="LiveId" clId="{72B3D9B0-916F-4F35-AD1A-C0D440E0B847}" dt="2025-06-01T21:13:27.229" v="346"/>
          <ac:grpSpMkLst>
            <pc:docMk/>
            <pc:sldMk cId="334946484" sldId="356"/>
            <ac:grpSpMk id="13" creationId="{3D57EDF8-2E31-58A5-EC48-953BC9804CAD}"/>
          </ac:grpSpMkLst>
        </pc:grpChg>
        <pc:grpChg chg="mod">
          <ac:chgData name="Leônidas Müller de Oliveira" userId="5af9566427f0cd7a" providerId="LiveId" clId="{72B3D9B0-916F-4F35-AD1A-C0D440E0B847}" dt="2025-06-01T21:13:27.229" v="346"/>
          <ac:grpSpMkLst>
            <pc:docMk/>
            <pc:sldMk cId="334946484" sldId="356"/>
            <ac:grpSpMk id="18" creationId="{B2980642-9EE9-154F-1BF4-71BFE26E29A9}"/>
          </ac:grpSpMkLst>
        </pc:grp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3" creationId="{70B32F02-A6AF-E64B-292F-FEB3E546EE0F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4" creationId="{21944B45-3DC1-6BAB-1A59-758F673CD04F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7" creationId="{A5845741-ACDC-9DD4-211A-A9E0B07B5738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9" creationId="{9FBF0951-CC84-163C-F82B-F2E79CA1F552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11" creationId="{1DEE36F8-E0E2-F15A-F20E-CDBD9DD120FC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12" creationId="{842F731D-39FA-0EB0-C88A-232E2F217446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14" creationId="{DF6B43A8-12E8-77F0-FB74-5518CEE1935B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15" creationId="{633958CB-5993-6C9E-7875-464D0691C2D6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16" creationId="{CB63BF8C-34A8-4C37-E687-07E324F3AEAE}"/>
          </ac:inkMkLst>
        </pc:inkChg>
        <pc:inkChg chg="add mod">
          <ac:chgData name="Leônidas Müller de Oliveira" userId="5af9566427f0cd7a" providerId="LiveId" clId="{72B3D9B0-916F-4F35-AD1A-C0D440E0B847}" dt="2025-06-01T21:13:27.229" v="346"/>
          <ac:inkMkLst>
            <pc:docMk/>
            <pc:sldMk cId="334946484" sldId="356"/>
            <ac:inkMk id="17" creationId="{BBB77182-DC1D-E47B-7374-87EC0ABF12F3}"/>
          </ac:inkMkLst>
        </pc:inkChg>
      </pc:sldChg>
      <pc:sldChg chg="add del">
        <pc:chgData name="Leônidas Müller de Oliveira" userId="5af9566427f0cd7a" providerId="LiveId" clId="{72B3D9B0-916F-4F35-AD1A-C0D440E0B847}" dt="2025-06-01T21:16:36.019" v="348" actId="47"/>
        <pc:sldMkLst>
          <pc:docMk/>
          <pc:sldMk cId="2627768727" sldId="357"/>
        </pc:sldMkLst>
      </pc:sldChg>
      <pc:sldChg chg="addSp delSp modSp add mod ord">
        <pc:chgData name="Leônidas Müller de Oliveira" userId="5af9566427f0cd7a" providerId="LiveId" clId="{72B3D9B0-916F-4F35-AD1A-C0D440E0B847}" dt="2025-06-01T21:16:47.966" v="356" actId="14100"/>
        <pc:sldMkLst>
          <pc:docMk/>
          <pc:sldMk cId="3942893890" sldId="357"/>
        </pc:sldMkLst>
        <pc:picChg chg="add mod">
          <ac:chgData name="Leônidas Müller de Oliveira" userId="5af9566427f0cd7a" providerId="LiveId" clId="{72B3D9B0-916F-4F35-AD1A-C0D440E0B847}" dt="2025-06-01T21:16:47.966" v="356" actId="14100"/>
          <ac:picMkLst>
            <pc:docMk/>
            <pc:sldMk cId="3942893890" sldId="357"/>
            <ac:picMk id="4" creationId="{C8BF7A27-F028-8AA7-2FF4-8545EF54FEED}"/>
          </ac:picMkLst>
        </pc:picChg>
        <pc:picChg chg="del">
          <ac:chgData name="Leônidas Müller de Oliveira" userId="5af9566427f0cd7a" providerId="LiveId" clId="{72B3D9B0-916F-4F35-AD1A-C0D440E0B847}" dt="2025-06-01T21:16:40.812" v="352" actId="478"/>
          <ac:picMkLst>
            <pc:docMk/>
            <pc:sldMk cId="3942893890" sldId="357"/>
            <ac:picMk id="8" creationId="{808BA3D4-99AF-2621-7514-DDC3A918AC53}"/>
          </ac:picMkLst>
        </pc:picChg>
      </pc:sldChg>
      <pc:sldChg chg="addSp delSp modSp add del mod">
        <pc:chgData name="Leônidas Müller de Oliveira" userId="5af9566427f0cd7a" providerId="LiveId" clId="{72B3D9B0-916F-4F35-AD1A-C0D440E0B847}" dt="2025-06-06T17:14:37.458" v="571" actId="47"/>
        <pc:sldMkLst>
          <pc:docMk/>
          <pc:sldMk cId="809263774" sldId="358"/>
        </pc:sldMkLst>
        <pc:grpChg chg="del mod">
          <ac:chgData name="Leônidas Müller de Oliveira" userId="5af9566427f0cd7a" providerId="LiveId" clId="{72B3D9B0-916F-4F35-AD1A-C0D440E0B847}" dt="2025-06-01T21:17:08.760" v="362"/>
          <ac:grpSpMkLst>
            <pc:docMk/>
            <pc:sldMk cId="809263774" sldId="358"/>
            <ac:grpSpMk id="7" creationId="{B15240BD-8394-D17C-7593-6D072409C87A}"/>
          </ac:grpSpMkLst>
        </pc:grpChg>
        <pc:grpChg chg="del mod">
          <ac:chgData name="Leônidas Müller de Oliveira" userId="5af9566427f0cd7a" providerId="LiveId" clId="{72B3D9B0-916F-4F35-AD1A-C0D440E0B847}" dt="2025-06-01T21:17:15.374" v="367" actId="478"/>
          <ac:grpSpMkLst>
            <pc:docMk/>
            <pc:sldMk cId="809263774" sldId="358"/>
            <ac:grpSpMk id="9" creationId="{1C89FB99-A62C-24FF-D086-91510E7D9DE0}"/>
          </ac:grpSpMkLst>
        </pc:grpChg>
        <pc:grpChg chg="del mod">
          <ac:chgData name="Leônidas Müller de Oliveira" userId="5af9566427f0cd7a" providerId="LiveId" clId="{72B3D9B0-916F-4F35-AD1A-C0D440E0B847}" dt="2025-06-01T21:17:15.374" v="367" actId="478"/>
          <ac:grpSpMkLst>
            <pc:docMk/>
            <pc:sldMk cId="809263774" sldId="358"/>
            <ac:grpSpMk id="13" creationId="{473CA1B8-4AC4-6704-9521-9B4B379798FD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20" creationId="{83DB8DD0-C6D7-ADF4-C646-6BF51D430FE5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31" creationId="{6787E626-2006-2FC2-154D-AD36DD51883C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32" creationId="{65AF811E-7602-48D5-2D2D-7C9592A5BAE9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33" creationId="{8EA51733-FD8A-BD63-C321-92DCFEA5B94F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34" creationId="{44879191-EB48-A049-03E1-CF4BF9E33534}"/>
          </ac:grpSpMkLst>
        </pc:grpChg>
        <pc:grpChg chg="del mod">
          <ac:chgData name="Leônidas Müller de Oliveira" userId="5af9566427f0cd7a" providerId="LiveId" clId="{72B3D9B0-916F-4F35-AD1A-C0D440E0B847}" dt="2025-06-01T21:17:51.365" v="399"/>
          <ac:grpSpMkLst>
            <pc:docMk/>
            <pc:sldMk cId="809263774" sldId="358"/>
            <ac:grpSpMk id="37" creationId="{75B691DD-0AD8-C694-36A6-C55A8BFCA6FF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48" creationId="{1BE6F9F0-10C8-5D72-8A16-BE1CD4E623A9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49" creationId="{349A90B4-BCFE-3894-57FF-DB1BED603D8A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50" creationId="{121F82B7-C489-3D0F-33E2-597E1232DF08}"/>
          </ac:grpSpMkLst>
        </pc:grpChg>
        <pc:grpChg chg="del mod">
          <ac:chgData name="Leônidas Müller de Oliveira" userId="5af9566427f0cd7a" providerId="LiveId" clId="{72B3D9B0-916F-4F35-AD1A-C0D440E0B847}" dt="2025-06-01T21:17:56.128" v="403"/>
          <ac:grpSpMkLst>
            <pc:docMk/>
            <pc:sldMk cId="809263774" sldId="358"/>
            <ac:grpSpMk id="51" creationId="{7AB54F3D-7CEE-671F-1510-A2BC5DED7690}"/>
          </ac:grpSpMkLst>
        </pc:grpChg>
        <pc:grpChg chg="del mod">
          <ac:chgData name="Leônidas Müller de Oliveira" userId="5af9566427f0cd7a" providerId="LiveId" clId="{72B3D9B0-916F-4F35-AD1A-C0D440E0B847}" dt="2025-06-01T21:21:24.357" v="450"/>
          <ac:grpSpMkLst>
            <pc:docMk/>
            <pc:sldMk cId="809263774" sldId="358"/>
            <ac:grpSpMk id="55" creationId="{A1A38E4F-6E5F-7041-A495-C49BB037C8E8}"/>
          </ac:grpSpMkLst>
        </pc:grpChg>
        <pc:grpChg chg="mod">
          <ac:chgData name="Leônidas Müller de Oliveira" userId="5af9566427f0cd7a" providerId="LiveId" clId="{72B3D9B0-916F-4F35-AD1A-C0D440E0B847}" dt="2025-06-01T21:18:47.487" v="415"/>
          <ac:grpSpMkLst>
            <pc:docMk/>
            <pc:sldMk cId="809263774" sldId="358"/>
            <ac:grpSpMk id="58" creationId="{D7EF51F8-370D-0A04-BBD3-C7873838F8B7}"/>
          </ac:grpSpMkLst>
        </pc:grpChg>
        <pc:grpChg chg="mod">
          <ac:chgData name="Leônidas Müller de Oliveira" userId="5af9566427f0cd7a" providerId="LiveId" clId="{72B3D9B0-916F-4F35-AD1A-C0D440E0B847}" dt="2025-06-01T21:18:54.702" v="430"/>
          <ac:grpSpMkLst>
            <pc:docMk/>
            <pc:sldMk cId="809263774" sldId="358"/>
            <ac:grpSpMk id="137" creationId="{09DE31CA-42F7-81E4-65CB-E6639BF4C4C3}"/>
          </ac:grpSpMkLst>
        </pc:grpChg>
        <pc:grpChg chg="mod">
          <ac:chgData name="Leônidas Müller de Oliveira" userId="5af9566427f0cd7a" providerId="LiveId" clId="{72B3D9B0-916F-4F35-AD1A-C0D440E0B847}" dt="2025-06-01T21:18:54.702" v="430"/>
          <ac:grpSpMkLst>
            <pc:docMk/>
            <pc:sldMk cId="809263774" sldId="358"/>
            <ac:grpSpMk id="138" creationId="{B46EC0F7-6A90-214E-B81B-AFB2EEB563BA}"/>
          </ac:grpSpMkLst>
        </pc:grpChg>
        <pc:grpChg chg="del mod">
          <ac:chgData name="Leônidas Müller de Oliveira" userId="5af9566427f0cd7a" providerId="LiveId" clId="{72B3D9B0-916F-4F35-AD1A-C0D440E0B847}" dt="2025-06-01T21:19:06.426" v="433"/>
          <ac:grpSpMkLst>
            <pc:docMk/>
            <pc:sldMk cId="809263774" sldId="358"/>
            <ac:grpSpMk id="139" creationId="{4371B335-0C87-9292-E4DF-1D90F6102C15}"/>
          </ac:grpSpMkLst>
        </pc:grpChg>
        <pc:grpChg chg="mod">
          <ac:chgData name="Leônidas Müller de Oliveira" userId="5af9566427f0cd7a" providerId="LiveId" clId="{72B3D9B0-916F-4F35-AD1A-C0D440E0B847}" dt="2025-06-01T21:18:54.702" v="430"/>
          <ac:grpSpMkLst>
            <pc:docMk/>
            <pc:sldMk cId="809263774" sldId="358"/>
            <ac:grpSpMk id="141" creationId="{0ECD7F8B-C616-8680-4274-C3FBC1F46031}"/>
          </ac:grpSpMkLst>
        </pc:grpChg>
        <pc:grpChg chg="del mod">
          <ac:chgData name="Leônidas Müller de Oliveira" userId="5af9566427f0cd7a" providerId="LiveId" clId="{72B3D9B0-916F-4F35-AD1A-C0D440E0B847}" dt="2025-06-01T21:19:09.190" v="434" actId="478"/>
          <ac:grpSpMkLst>
            <pc:docMk/>
            <pc:sldMk cId="809263774" sldId="358"/>
            <ac:grpSpMk id="144" creationId="{CBBD54D9-A790-9D87-2131-A619C34FD5EB}"/>
          </ac:grpSpMkLst>
        </pc:grpChg>
        <pc:grpChg chg="mod">
          <ac:chgData name="Leônidas Müller de Oliveira" userId="5af9566427f0cd7a" providerId="LiveId" clId="{72B3D9B0-916F-4F35-AD1A-C0D440E0B847}" dt="2025-06-01T21:19:14.686" v="439"/>
          <ac:grpSpMkLst>
            <pc:docMk/>
            <pc:sldMk cId="809263774" sldId="358"/>
            <ac:grpSpMk id="149" creationId="{D35E1F8E-AE17-290F-D625-D53622F08111}"/>
          </ac:grpSpMkLst>
        </pc:grpChg>
        <pc:grpChg chg="mod">
          <ac:chgData name="Leônidas Müller de Oliveira" userId="5af9566427f0cd7a" providerId="LiveId" clId="{72B3D9B0-916F-4F35-AD1A-C0D440E0B847}" dt="2025-06-01T21:19:14.686" v="439"/>
          <ac:grpSpMkLst>
            <pc:docMk/>
            <pc:sldMk cId="809263774" sldId="358"/>
            <ac:grpSpMk id="150" creationId="{A213E38C-F5F1-F4A7-A1A3-FADB64513070}"/>
          </ac:grpSpMkLst>
        </pc:grpChg>
        <pc:grpChg chg="del mod">
          <ac:chgData name="Leônidas Müller de Oliveira" userId="5af9566427f0cd7a" providerId="LiveId" clId="{72B3D9B0-916F-4F35-AD1A-C0D440E0B847}" dt="2025-06-01T21:21:24.357" v="450"/>
          <ac:grpSpMkLst>
            <pc:docMk/>
            <pc:sldMk cId="809263774" sldId="358"/>
            <ac:grpSpMk id="155" creationId="{35BD38D0-2AC1-6BE3-669B-D7D6DC01748E}"/>
          </ac:grpSpMkLst>
        </pc:grpChg>
        <pc:grpChg chg="mod">
          <ac:chgData name="Leônidas Müller de Oliveira" userId="5af9566427f0cd7a" providerId="LiveId" clId="{72B3D9B0-916F-4F35-AD1A-C0D440E0B847}" dt="2025-06-01T21:21:24.357" v="450"/>
          <ac:grpSpMkLst>
            <pc:docMk/>
            <pc:sldMk cId="809263774" sldId="358"/>
            <ac:grpSpMk id="161" creationId="{D5B06027-0A11-9BF8-6E13-3E21509B00C5}"/>
          </ac:grpSpMkLst>
        </pc:grpChg>
        <pc:grpChg chg="mod">
          <ac:chgData name="Leônidas Müller de Oliveira" userId="5af9566427f0cd7a" providerId="LiveId" clId="{72B3D9B0-916F-4F35-AD1A-C0D440E0B847}" dt="2025-06-01T21:21:28.786" v="454"/>
          <ac:grpSpMkLst>
            <pc:docMk/>
            <pc:sldMk cId="809263774" sldId="358"/>
            <ac:grpSpMk id="165" creationId="{305CE8C3-0EA9-5502-DEA3-BDC187C0E778}"/>
          </ac:grpSpMkLst>
        </pc:grpChg>
        <pc:grpChg chg="mod">
          <ac:chgData name="Leônidas Müller de Oliveira" userId="5af9566427f0cd7a" providerId="LiveId" clId="{72B3D9B0-916F-4F35-AD1A-C0D440E0B847}" dt="2025-06-01T21:21:32.584" v="457"/>
          <ac:grpSpMkLst>
            <pc:docMk/>
            <pc:sldMk cId="809263774" sldId="358"/>
            <ac:grpSpMk id="168" creationId="{8E1A2C5F-13D3-D016-2152-5D5B250C0562}"/>
          </ac:grpSpMkLst>
        </pc:grpChg>
        <pc:grpChg chg="del mod">
          <ac:chgData name="Leônidas Müller de Oliveira" userId="5af9566427f0cd7a" providerId="LiveId" clId="{72B3D9B0-916F-4F35-AD1A-C0D440E0B847}" dt="2025-06-01T21:21:41.323" v="467"/>
          <ac:grpSpMkLst>
            <pc:docMk/>
            <pc:sldMk cId="809263774" sldId="358"/>
            <ac:grpSpMk id="176" creationId="{55B082C0-9896-BEC1-4C76-B4C5CD8A1D2D}"/>
          </ac:grpSpMkLst>
        </pc:grpChg>
        <pc:grpChg chg="mod">
          <ac:chgData name="Leônidas Müller de Oliveira" userId="5af9566427f0cd7a" providerId="LiveId" clId="{72B3D9B0-916F-4F35-AD1A-C0D440E0B847}" dt="2025-06-01T21:21:41.323" v="467"/>
          <ac:grpSpMkLst>
            <pc:docMk/>
            <pc:sldMk cId="809263774" sldId="358"/>
            <ac:grpSpMk id="178" creationId="{FDD88111-DD3E-320F-0F67-ACB32BA56722}"/>
          </ac:grpSpMkLst>
        </pc:grpChg>
        <pc:inkChg chg="add del mod topLvl">
          <ac:chgData name="Leônidas Müller de Oliveira" userId="5af9566427f0cd7a" providerId="LiveId" clId="{72B3D9B0-916F-4F35-AD1A-C0D440E0B847}" dt="2025-06-01T21:17:15.374" v="367" actId="478"/>
          <ac:inkMkLst>
            <pc:docMk/>
            <pc:sldMk cId="809263774" sldId="358"/>
            <ac:inkMk id="3" creationId="{16ADA06C-BC10-BC65-8F20-64156334A9B3}"/>
          </ac:inkMkLst>
        </pc:inkChg>
        <pc:inkChg chg="add del mod topLvl">
          <ac:chgData name="Leônidas Müller de Oliveira" userId="5af9566427f0cd7a" providerId="LiveId" clId="{72B3D9B0-916F-4F35-AD1A-C0D440E0B847}" dt="2025-06-01T21:17:15.374" v="367" actId="478"/>
          <ac:inkMkLst>
            <pc:docMk/>
            <pc:sldMk cId="809263774" sldId="358"/>
            <ac:inkMk id="5" creationId="{0C0DBFB8-2DBB-DAF0-A8E8-B1AECEC99A84}"/>
          </ac:inkMkLst>
        </pc:inkChg>
        <pc:inkChg chg="add del mod">
          <ac:chgData name="Leônidas Müller de Oliveira" userId="5af9566427f0cd7a" providerId="LiveId" clId="{72B3D9B0-916F-4F35-AD1A-C0D440E0B847}" dt="2025-06-01T21:17:15.374" v="367" actId="478"/>
          <ac:inkMkLst>
            <pc:docMk/>
            <pc:sldMk cId="809263774" sldId="358"/>
            <ac:inkMk id="8" creationId="{D0A93FEB-B6D0-86EB-D1D6-5AD08D2088F2}"/>
          </ac:inkMkLst>
        </pc:inkChg>
        <pc:inkChg chg="add del">
          <ac:chgData name="Leônidas Müller de Oliveira" userId="5af9566427f0cd7a" providerId="LiveId" clId="{72B3D9B0-916F-4F35-AD1A-C0D440E0B847}" dt="2025-06-01T21:17:15.374" v="367" actId="478"/>
          <ac:inkMkLst>
            <pc:docMk/>
            <pc:sldMk cId="809263774" sldId="358"/>
            <ac:inkMk id="10" creationId="{D1DB9116-D6F5-F9CF-1CED-48626EB4B213}"/>
          </ac:inkMkLst>
        </pc:inkChg>
        <pc:inkChg chg="add del mod topLvl">
          <ac:chgData name="Leônidas Müller de Oliveira" userId="5af9566427f0cd7a" providerId="LiveId" clId="{72B3D9B0-916F-4F35-AD1A-C0D440E0B847}" dt="2025-06-01T21:17:15.374" v="367" actId="478"/>
          <ac:inkMkLst>
            <pc:docMk/>
            <pc:sldMk cId="809263774" sldId="358"/>
            <ac:inkMk id="11" creationId="{FFE061F8-C2CB-1EC9-8D00-20DE1EC57850}"/>
          </ac:inkMkLst>
        </pc:inkChg>
        <pc:inkChg chg="add del mod topLvl">
          <ac:chgData name="Leônidas Müller de Oliveira" userId="5af9566427f0cd7a" providerId="LiveId" clId="{72B3D9B0-916F-4F35-AD1A-C0D440E0B847}" dt="2025-06-01T21:17:15.374" v="367" actId="478"/>
          <ac:inkMkLst>
            <pc:docMk/>
            <pc:sldMk cId="809263774" sldId="358"/>
            <ac:inkMk id="12" creationId="{4DC5F08B-632B-F6E3-09C0-78F27FD02C19}"/>
          </ac:inkMkLst>
        </pc:inkChg>
        <pc:inkChg chg="add del mod">
          <ac:chgData name="Leônidas Müller de Oliveira" userId="5af9566427f0cd7a" providerId="LiveId" clId="{72B3D9B0-916F-4F35-AD1A-C0D440E0B847}" dt="2025-06-01T21:18:39.900" v="408"/>
          <ac:inkMkLst>
            <pc:docMk/>
            <pc:sldMk cId="809263774" sldId="358"/>
            <ac:inkMk id="14" creationId="{8EC004BC-A44F-9699-EA34-2C70C405CB05}"/>
          </ac:inkMkLst>
        </pc:inkChg>
        <pc:inkChg chg="add del mod">
          <ac:chgData name="Leônidas Müller de Oliveira" userId="5af9566427f0cd7a" providerId="LiveId" clId="{72B3D9B0-916F-4F35-AD1A-C0D440E0B847}" dt="2025-06-01T21:18:38.815" v="407"/>
          <ac:inkMkLst>
            <pc:docMk/>
            <pc:sldMk cId="809263774" sldId="358"/>
            <ac:inkMk id="15" creationId="{E9FC050B-AF95-4B4F-98F2-7BAD49DFC659}"/>
          </ac:inkMkLst>
        </pc:inkChg>
        <pc:inkChg chg="add del mod">
          <ac:chgData name="Leônidas Müller de Oliveira" userId="5af9566427f0cd7a" providerId="LiveId" clId="{72B3D9B0-916F-4F35-AD1A-C0D440E0B847}" dt="2025-06-01T21:18:41.806" v="411"/>
          <ac:inkMkLst>
            <pc:docMk/>
            <pc:sldMk cId="809263774" sldId="358"/>
            <ac:inkMk id="16" creationId="{D6328744-BAF1-F677-6148-FA8AD074B3D8}"/>
          </ac:inkMkLst>
        </pc:inkChg>
        <pc:inkChg chg="add del mod">
          <ac:chgData name="Leônidas Müller de Oliveira" userId="5af9566427f0cd7a" providerId="LiveId" clId="{72B3D9B0-916F-4F35-AD1A-C0D440E0B847}" dt="2025-06-01T21:18:41.169" v="409"/>
          <ac:inkMkLst>
            <pc:docMk/>
            <pc:sldMk cId="809263774" sldId="358"/>
            <ac:inkMk id="17" creationId="{39F664BA-30D6-9734-D734-6ED498D9856A}"/>
          </ac:inkMkLst>
        </pc:inkChg>
        <pc:inkChg chg="add del mod">
          <ac:chgData name="Leônidas Müller de Oliveira" userId="5af9566427f0cd7a" providerId="LiveId" clId="{72B3D9B0-916F-4F35-AD1A-C0D440E0B847}" dt="2025-06-01T21:18:41.170" v="410"/>
          <ac:inkMkLst>
            <pc:docMk/>
            <pc:sldMk cId="809263774" sldId="358"/>
            <ac:inkMk id="18" creationId="{54C1C173-34BB-9F37-CD69-4BEEED10AACC}"/>
          </ac:inkMkLst>
        </pc:inkChg>
        <pc:inkChg chg="add del mod">
          <ac:chgData name="Leônidas Müller de Oliveira" userId="5af9566427f0cd7a" providerId="LiveId" clId="{72B3D9B0-916F-4F35-AD1A-C0D440E0B847}" dt="2025-06-01T21:18:42.265" v="412"/>
          <ac:inkMkLst>
            <pc:docMk/>
            <pc:sldMk cId="809263774" sldId="358"/>
            <ac:inkMk id="19" creationId="{ED444DCD-C756-6D6F-A70A-DF760E6119EC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1" creationId="{E3A56DAB-3DD4-D55F-5F0E-53E391734220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2" creationId="{80865A49-E489-A712-D822-3B6713BB7653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3" creationId="{0BCE630B-B78B-0221-EF0D-76F2C4EBFB87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4" creationId="{10C9C1AA-9CF2-F27D-535B-64F619DFD55A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5" creationId="{5B3CDCB1-2A5B-FD73-78AE-FF5043BBC884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6" creationId="{479A2CC5-F8C8-45DA-1E09-1E852C2D3148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7" creationId="{5F56F682-0294-CB4A-84B0-8F7EA0369E9C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8" creationId="{5DED0228-48DF-74E8-8295-489857A0725A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29" creationId="{C332F5DD-959F-587E-DBD8-120ABA2C7340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30" creationId="{9FC914FF-7E2C-1D13-F726-4409D935D01E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35" creationId="{4009C3D7-9FC0-54F8-C61A-4D0FAC44BE43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36" creationId="{D559AD72-5E4C-926E-FC7B-DBD4E83E513D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38" creationId="{5896E312-97DB-F455-FEFA-1149A64AA97E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39" creationId="{DEA7EA7F-424E-E43D-5ABB-6858A97559C4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0" creationId="{B93377A8-09A2-C027-3C89-B7216DFA8A9E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1" creationId="{F5C1554B-B05A-CEC3-DD6A-F8170C5BD11D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2" creationId="{005955B1-F4BB-C369-8432-57C1C41D7DB3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3" creationId="{6159ACEB-B53D-9906-93EA-C2793740EB67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4" creationId="{AE121928-E700-D031-DE5E-0BD91D2661B9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5" creationId="{E8F07166-19BB-6405-3B4E-439D0202E948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6" creationId="{1D42D7C5-19EB-DFC5-60CB-03E77C295383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47" creationId="{054D7B2B-D258-F6F6-80E9-8CD457BC8C53}"/>
          </ac:inkMkLst>
        </pc:inkChg>
        <pc:inkChg chg="add del mod">
          <ac:chgData name="Leônidas Müller de Oliveira" userId="5af9566427f0cd7a" providerId="LiveId" clId="{72B3D9B0-916F-4F35-AD1A-C0D440E0B847}" dt="2025-06-01T21:18:37.854" v="406"/>
          <ac:inkMkLst>
            <pc:docMk/>
            <pc:sldMk cId="809263774" sldId="358"/>
            <ac:inkMk id="52" creationId="{51EB62E8-676E-E837-975F-0FB5FA25071E}"/>
          </ac:inkMkLst>
        </pc:inkChg>
        <pc:inkChg chg="add del mod">
          <ac:chgData name="Leônidas Müller de Oliveira" userId="5af9566427f0cd7a" providerId="LiveId" clId="{72B3D9B0-916F-4F35-AD1A-C0D440E0B847}" dt="2025-06-01T21:18:36.713" v="404"/>
          <ac:inkMkLst>
            <pc:docMk/>
            <pc:sldMk cId="809263774" sldId="358"/>
            <ac:inkMk id="53" creationId="{3E570D0C-9071-9556-AF02-CEE9F0682163}"/>
          </ac:inkMkLst>
        </pc:inkChg>
        <pc:inkChg chg="add del mod">
          <ac:chgData name="Leônidas Müller de Oliveira" userId="5af9566427f0cd7a" providerId="LiveId" clId="{72B3D9B0-916F-4F35-AD1A-C0D440E0B847}" dt="2025-06-01T21:18:37.343" v="405"/>
          <ac:inkMkLst>
            <pc:docMk/>
            <pc:sldMk cId="809263774" sldId="358"/>
            <ac:inkMk id="54" creationId="{74BFC41D-2981-CB0B-11CB-73D3A69C43D1}"/>
          </ac:inkMkLst>
        </pc:inkChg>
        <pc:inkChg chg="add mod">
          <ac:chgData name="Leônidas Müller de Oliveira" userId="5af9566427f0cd7a" providerId="LiveId" clId="{72B3D9B0-916F-4F35-AD1A-C0D440E0B847}" dt="2025-06-01T21:18:47.487" v="415"/>
          <ac:inkMkLst>
            <pc:docMk/>
            <pc:sldMk cId="809263774" sldId="358"/>
            <ac:inkMk id="56" creationId="{32C0784B-6485-FEDA-9AAB-C47B883C1C9D}"/>
          </ac:inkMkLst>
        </pc:inkChg>
        <pc:inkChg chg="add mod">
          <ac:chgData name="Leônidas Müller de Oliveira" userId="5af9566427f0cd7a" providerId="LiveId" clId="{72B3D9B0-916F-4F35-AD1A-C0D440E0B847}" dt="2025-06-01T21:18:47.487" v="415"/>
          <ac:inkMkLst>
            <pc:docMk/>
            <pc:sldMk cId="809263774" sldId="358"/>
            <ac:inkMk id="57" creationId="{975FA96A-4E32-A9C4-A93C-82C970B70201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59" creationId="{AA188748-2ADE-7A08-26E8-26FC030B5398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60" creationId="{135083FC-386B-5E11-F28E-82A9D6341148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61" creationId="{95C0AA50-0262-AA43-68C6-B04071F7D9FE}"/>
          </ac:inkMkLst>
        </pc:inkChg>
        <pc:inkChg chg="add mod">
          <ac:chgData name="Leônidas Müller de Oliveira" userId="5af9566427f0cd7a" providerId="LiveId" clId="{72B3D9B0-916F-4F35-AD1A-C0D440E0B847}" dt="2025-06-01T21:19:06.426" v="433"/>
          <ac:inkMkLst>
            <pc:docMk/>
            <pc:sldMk cId="809263774" sldId="358"/>
            <ac:inkMk id="62" creationId="{27D67352-BB4A-9568-CD69-DB508C778AE6}"/>
          </ac:inkMkLst>
        </pc:inkChg>
        <pc:inkChg chg="add mod">
          <ac:chgData name="Leônidas Müller de Oliveira" userId="5af9566427f0cd7a" providerId="LiveId" clId="{72B3D9B0-916F-4F35-AD1A-C0D440E0B847}" dt="2025-06-01T21:19:06.426" v="433"/>
          <ac:inkMkLst>
            <pc:docMk/>
            <pc:sldMk cId="809263774" sldId="358"/>
            <ac:inkMk id="63" creationId="{3E264E44-C6B7-D9F2-7595-26FE5462515A}"/>
          </ac:inkMkLst>
        </pc:inkChg>
        <pc:inkChg chg="add mod">
          <ac:chgData name="Leônidas Müller de Oliveira" userId="5af9566427f0cd7a" providerId="LiveId" clId="{72B3D9B0-916F-4F35-AD1A-C0D440E0B847}" dt="2025-06-01T21:19:06.426" v="433"/>
          <ac:inkMkLst>
            <pc:docMk/>
            <pc:sldMk cId="809263774" sldId="358"/>
            <ac:inkMk id="128" creationId="{E7301825-A727-05F1-0C80-2C37508B0B71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29" creationId="{5B8CF0F8-4608-8E30-038D-FF4B0B0C4A92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0" creationId="{C50ECA6E-EB56-CED1-E9DE-F939B4C3F963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1" creationId="{AD424D09-3E3E-8DBC-8D9B-D636751B797E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2" creationId="{D2BC4047-2C3A-CF15-2829-1B4F90748C28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3" creationId="{A45170DE-E9F5-64A2-6C41-24CDD1934B31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4" creationId="{280209D6-D22B-E105-915D-A256822B9F28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5" creationId="{93E06B2C-42D8-6595-0ED1-E3B31006FEF9}"/>
          </ac:inkMkLst>
        </pc:inkChg>
        <pc:inkChg chg="add mod">
          <ac:chgData name="Leônidas Müller de Oliveira" userId="5af9566427f0cd7a" providerId="LiveId" clId="{72B3D9B0-916F-4F35-AD1A-C0D440E0B847}" dt="2025-06-01T21:18:54.702" v="430"/>
          <ac:inkMkLst>
            <pc:docMk/>
            <pc:sldMk cId="809263774" sldId="358"/>
            <ac:inkMk id="136" creationId="{CF763071-4D25-7076-D495-1AFE1AA3A29C}"/>
          </ac:inkMkLst>
        </pc:inkChg>
        <pc:inkChg chg="add">
          <ac:chgData name="Leônidas Müller de Oliveira" userId="5af9566427f0cd7a" providerId="LiveId" clId="{72B3D9B0-916F-4F35-AD1A-C0D440E0B847}" dt="2025-06-01T21:19:03.940" v="431" actId="9405"/>
          <ac:inkMkLst>
            <pc:docMk/>
            <pc:sldMk cId="809263774" sldId="358"/>
            <ac:inkMk id="142" creationId="{29DDFD97-B9B6-E568-DAE1-CF9258439CA8}"/>
          </ac:inkMkLst>
        </pc:inkChg>
        <pc:inkChg chg="add mod">
          <ac:chgData name="Leônidas Müller de Oliveira" userId="5af9566427f0cd7a" providerId="LiveId" clId="{72B3D9B0-916F-4F35-AD1A-C0D440E0B847}" dt="2025-06-01T21:19:06.426" v="433"/>
          <ac:inkMkLst>
            <pc:docMk/>
            <pc:sldMk cId="809263774" sldId="358"/>
            <ac:inkMk id="143" creationId="{26050E13-1BD6-A6DF-27D6-8C8D0FD5F0F7}"/>
          </ac:inkMkLst>
        </pc:inkChg>
        <pc:inkChg chg="add mod">
          <ac:chgData name="Leônidas Müller de Oliveira" userId="5af9566427f0cd7a" providerId="LiveId" clId="{72B3D9B0-916F-4F35-AD1A-C0D440E0B847}" dt="2025-06-01T21:19:14.686" v="439"/>
          <ac:inkMkLst>
            <pc:docMk/>
            <pc:sldMk cId="809263774" sldId="358"/>
            <ac:inkMk id="145" creationId="{6C9317B1-1EF4-B9F3-7A3D-C10AF6B76894}"/>
          </ac:inkMkLst>
        </pc:inkChg>
        <pc:inkChg chg="add mod">
          <ac:chgData name="Leônidas Müller de Oliveira" userId="5af9566427f0cd7a" providerId="LiveId" clId="{72B3D9B0-916F-4F35-AD1A-C0D440E0B847}" dt="2025-06-01T21:19:14.686" v="439"/>
          <ac:inkMkLst>
            <pc:docMk/>
            <pc:sldMk cId="809263774" sldId="358"/>
            <ac:inkMk id="146" creationId="{C9BC9419-255E-9F7B-11CD-BAE2BC9CCE1B}"/>
          </ac:inkMkLst>
        </pc:inkChg>
        <pc:inkChg chg="add mod">
          <ac:chgData name="Leônidas Müller de Oliveira" userId="5af9566427f0cd7a" providerId="LiveId" clId="{72B3D9B0-916F-4F35-AD1A-C0D440E0B847}" dt="2025-06-01T21:19:14.686" v="439"/>
          <ac:inkMkLst>
            <pc:docMk/>
            <pc:sldMk cId="809263774" sldId="358"/>
            <ac:inkMk id="147" creationId="{78913E81-F752-75F8-40A9-50E49267576B}"/>
          </ac:inkMkLst>
        </pc:inkChg>
        <pc:inkChg chg="add mod">
          <ac:chgData name="Leônidas Müller de Oliveira" userId="5af9566427f0cd7a" providerId="LiveId" clId="{72B3D9B0-916F-4F35-AD1A-C0D440E0B847}" dt="2025-06-01T21:19:14.686" v="439"/>
          <ac:inkMkLst>
            <pc:docMk/>
            <pc:sldMk cId="809263774" sldId="358"/>
            <ac:inkMk id="148" creationId="{38B4829D-B83C-80DE-1D92-EF373F946F59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1" creationId="{50F909E3-CB83-DA0F-CBC4-276D64D40942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2" creationId="{E9A38009-C81A-5967-55F4-0EE815DA83E9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3" creationId="{135AB027-BFD8-7395-53E3-73B1B9709165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4" creationId="{0F304C8B-5C9D-365D-0065-D67718139A12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6" creationId="{39CC446F-EEC4-D28A-03B3-D931E8C3F026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7" creationId="{BAD84184-49A9-8C77-E87C-39645567A14B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8" creationId="{32F9AA14-BBAD-766B-038A-33D5F50D14E4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59" creationId="{B04A5BE5-7927-9495-5802-4C4478D3A653}"/>
          </ac:inkMkLst>
        </pc:inkChg>
        <pc:inkChg chg="add mod">
          <ac:chgData name="Leônidas Müller de Oliveira" userId="5af9566427f0cd7a" providerId="LiveId" clId="{72B3D9B0-916F-4F35-AD1A-C0D440E0B847}" dt="2025-06-01T21:21:24.357" v="450"/>
          <ac:inkMkLst>
            <pc:docMk/>
            <pc:sldMk cId="809263774" sldId="358"/>
            <ac:inkMk id="160" creationId="{BE4970DD-A607-998D-5A66-91EAB9438139}"/>
          </ac:inkMkLst>
        </pc:inkChg>
        <pc:inkChg chg="add mod">
          <ac:chgData name="Leônidas Müller de Oliveira" userId="5af9566427f0cd7a" providerId="LiveId" clId="{72B3D9B0-916F-4F35-AD1A-C0D440E0B847}" dt="2025-06-01T21:21:28.786" v="454"/>
          <ac:inkMkLst>
            <pc:docMk/>
            <pc:sldMk cId="809263774" sldId="358"/>
            <ac:inkMk id="162" creationId="{D35B32F6-C84C-D93A-13E3-5338FFF5E23E}"/>
          </ac:inkMkLst>
        </pc:inkChg>
        <pc:inkChg chg="add mod">
          <ac:chgData name="Leônidas Müller de Oliveira" userId="5af9566427f0cd7a" providerId="LiveId" clId="{72B3D9B0-916F-4F35-AD1A-C0D440E0B847}" dt="2025-06-01T21:21:28.786" v="454"/>
          <ac:inkMkLst>
            <pc:docMk/>
            <pc:sldMk cId="809263774" sldId="358"/>
            <ac:inkMk id="163" creationId="{B68728F6-4155-5394-5F1B-8D3756A6538A}"/>
          </ac:inkMkLst>
        </pc:inkChg>
        <pc:inkChg chg="add">
          <ac:chgData name="Leônidas Müller de Oliveira" userId="5af9566427f0cd7a" providerId="LiveId" clId="{72B3D9B0-916F-4F35-AD1A-C0D440E0B847}" dt="2025-06-01T21:21:27.839" v="453" actId="9405"/>
          <ac:inkMkLst>
            <pc:docMk/>
            <pc:sldMk cId="809263774" sldId="358"/>
            <ac:inkMk id="164" creationId="{38894459-D05F-D910-E3AE-E605AA89CD4D}"/>
          </ac:inkMkLst>
        </pc:inkChg>
        <pc:inkChg chg="add mod">
          <ac:chgData name="Leônidas Müller de Oliveira" userId="5af9566427f0cd7a" providerId="LiveId" clId="{72B3D9B0-916F-4F35-AD1A-C0D440E0B847}" dt="2025-06-01T21:21:32.584" v="457"/>
          <ac:inkMkLst>
            <pc:docMk/>
            <pc:sldMk cId="809263774" sldId="358"/>
            <ac:inkMk id="166" creationId="{B2CFD361-F84A-17A6-619C-46704CDA56BF}"/>
          </ac:inkMkLst>
        </pc:inkChg>
        <pc:inkChg chg="add mod">
          <ac:chgData name="Leônidas Müller de Oliveira" userId="5af9566427f0cd7a" providerId="LiveId" clId="{72B3D9B0-916F-4F35-AD1A-C0D440E0B847}" dt="2025-06-01T21:21:32.584" v="457"/>
          <ac:inkMkLst>
            <pc:docMk/>
            <pc:sldMk cId="809263774" sldId="358"/>
            <ac:inkMk id="167" creationId="{B4C87907-115A-8AAE-0624-782BD43C2CE5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69" creationId="{AF71960C-09CD-2409-4EB3-F61F71FF4A07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0" creationId="{4A83B89F-ABD5-3E43-EAB5-2B5AD8A44F06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1" creationId="{DA562BFC-B52C-4F47-4486-C9AFE3490DC3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2" creationId="{BFDE55E8-8534-5912-5A4B-3449EE687660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3" creationId="{AD3B1161-8457-BC1A-5D23-B792A193E30C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4" creationId="{9CBC2601-3AF3-2FD0-D58B-1CACB97A1B21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5" creationId="{C32E6ACB-BC3D-DCF6-B79D-39E0BA0A84C3}"/>
          </ac:inkMkLst>
        </pc:inkChg>
        <pc:inkChg chg="add mod">
          <ac:chgData name="Leônidas Müller de Oliveira" userId="5af9566427f0cd7a" providerId="LiveId" clId="{72B3D9B0-916F-4F35-AD1A-C0D440E0B847}" dt="2025-06-01T21:21:41.323" v="467"/>
          <ac:inkMkLst>
            <pc:docMk/>
            <pc:sldMk cId="809263774" sldId="358"/>
            <ac:inkMk id="177" creationId="{73BECECF-1367-FF6E-27B8-E61892B8EFE6}"/>
          </ac:inkMkLst>
        </pc:inkChg>
      </pc:sldChg>
      <pc:sldChg chg="addSp delSp modSp add mod">
        <pc:chgData name="Leônidas Müller de Oliveira" userId="5af9566427f0cd7a" providerId="LiveId" clId="{72B3D9B0-916F-4F35-AD1A-C0D440E0B847}" dt="2025-06-06T17:14:19.015" v="568" actId="478"/>
        <pc:sldMkLst>
          <pc:docMk/>
          <pc:sldMk cId="755319283" sldId="359"/>
        </pc:sldMkLst>
        <pc:spChg chg="mod">
          <ac:chgData name="Leônidas Müller de Oliveira" userId="5af9566427f0cd7a" providerId="LiveId" clId="{72B3D9B0-916F-4F35-AD1A-C0D440E0B847}" dt="2025-06-01T22:05:51.114" v="483" actId="20577"/>
          <ac:spMkLst>
            <pc:docMk/>
            <pc:sldMk cId="755319283" sldId="359"/>
            <ac:spMk id="6" creationId="{2B787A5D-D66C-01E6-41AC-69A5CCE3406F}"/>
          </ac:spMkLst>
        </pc:spChg>
        <pc:grpChg chg="del mod">
          <ac:chgData name="Leônidas Müller de Oliveira" userId="5af9566427f0cd7a" providerId="LiveId" clId="{72B3D9B0-916F-4F35-AD1A-C0D440E0B847}" dt="2025-06-01T22:06:09.906" v="497"/>
          <ac:grpSpMkLst>
            <pc:docMk/>
            <pc:sldMk cId="755319283" sldId="359"/>
            <ac:grpSpMk id="17" creationId="{E457194B-1D4C-8DE5-FCC9-13A8FA2C93AC}"/>
          </ac:grpSpMkLst>
        </pc:grpChg>
        <pc:grpChg chg="del mod">
          <ac:chgData name="Leônidas Müller de Oliveira" userId="5af9566427f0cd7a" providerId="LiveId" clId="{72B3D9B0-916F-4F35-AD1A-C0D440E0B847}" dt="2025-06-01T22:06:09.906" v="497"/>
          <ac:grpSpMkLst>
            <pc:docMk/>
            <pc:sldMk cId="755319283" sldId="359"/>
            <ac:grpSpMk id="18" creationId="{51324B78-7EA2-0747-A3AB-B12752C57FA7}"/>
          </ac:grpSpMkLst>
        </pc:grpChg>
        <pc:grpChg chg="add del mod">
          <ac:chgData name="Leônidas Müller de Oliveira" userId="5af9566427f0cd7a" providerId="LiveId" clId="{72B3D9B0-916F-4F35-AD1A-C0D440E0B847}" dt="2025-06-06T17:14:19.015" v="568" actId="478"/>
          <ac:grpSpMkLst>
            <pc:docMk/>
            <pc:sldMk cId="755319283" sldId="359"/>
            <ac:grpSpMk id="19" creationId="{BBEFF252-9512-2C43-9F7A-958AEE88BCF2}"/>
          </ac:grpSpMkLst>
        </pc:grpChg>
        <pc:grpChg chg="mod">
          <ac:chgData name="Leônidas Müller de Oliveira" userId="5af9566427f0cd7a" providerId="LiveId" clId="{72B3D9B0-916F-4F35-AD1A-C0D440E0B847}" dt="2025-06-01T22:06:13.735" v="501"/>
          <ac:grpSpMkLst>
            <pc:docMk/>
            <pc:sldMk cId="755319283" sldId="359"/>
            <ac:grpSpMk id="21" creationId="{DEDD6F35-D3F2-F90A-6DD9-C5DB15AE05F2}"/>
          </ac:grpSpMkLst>
        </pc:grpChg>
        <pc:grpChg chg="del mod">
          <ac:chgData name="Leônidas Müller de Oliveira" userId="5af9566427f0cd7a" providerId="LiveId" clId="{72B3D9B0-916F-4F35-AD1A-C0D440E0B847}" dt="2025-06-01T22:06:23.257" v="506"/>
          <ac:grpSpMkLst>
            <pc:docMk/>
            <pc:sldMk cId="755319283" sldId="359"/>
            <ac:grpSpMk id="24" creationId="{A83229CC-210A-58CA-C70A-803719B3980C}"/>
          </ac:grpSpMkLst>
        </pc:grpChg>
        <pc:grpChg chg="del mod">
          <ac:chgData name="Leônidas Müller de Oliveira" userId="5af9566427f0cd7a" providerId="LiveId" clId="{72B3D9B0-916F-4F35-AD1A-C0D440E0B847}" dt="2025-06-01T22:06:26.619" v="508"/>
          <ac:grpSpMkLst>
            <pc:docMk/>
            <pc:sldMk cId="755319283" sldId="359"/>
            <ac:grpSpMk id="26" creationId="{F78D7E5D-3FA0-F1FF-8458-93D26AE7DE11}"/>
          </ac:grpSpMkLst>
        </pc:grpChg>
        <pc:grpChg chg="del mod">
          <ac:chgData name="Leônidas Müller de Oliveira" userId="5af9566427f0cd7a" providerId="LiveId" clId="{72B3D9B0-916F-4F35-AD1A-C0D440E0B847}" dt="2025-06-01T22:06:33.040" v="513"/>
          <ac:grpSpMkLst>
            <pc:docMk/>
            <pc:sldMk cId="755319283" sldId="359"/>
            <ac:grpSpMk id="28" creationId="{4459AB81-EB31-5DB3-56CB-77EB28E2D9A1}"/>
          </ac:grpSpMkLst>
        </pc:grpChg>
        <pc:grpChg chg="add del mod">
          <ac:chgData name="Leônidas Müller de Oliveira" userId="5af9566427f0cd7a" providerId="LiveId" clId="{72B3D9B0-916F-4F35-AD1A-C0D440E0B847}" dt="2025-06-06T17:14:19.015" v="568" actId="478"/>
          <ac:grpSpMkLst>
            <pc:docMk/>
            <pc:sldMk cId="755319283" sldId="359"/>
            <ac:grpSpMk id="33" creationId="{47A258A6-B0B8-AA87-1566-EA878427068B}"/>
          </ac:grpSpMkLst>
        </pc:grpChg>
        <pc:grpChg chg="add del mod">
          <ac:chgData name="Leônidas Müller de Oliveira" userId="5af9566427f0cd7a" providerId="LiveId" clId="{72B3D9B0-916F-4F35-AD1A-C0D440E0B847}" dt="2025-06-06T17:14:19.015" v="568" actId="478"/>
          <ac:grpSpMkLst>
            <pc:docMk/>
            <pc:sldMk cId="755319283" sldId="359"/>
            <ac:grpSpMk id="34" creationId="{AE2DF1AD-B16C-9110-3ED3-72B41EE118C7}"/>
          </ac:grpSpMkLst>
        </pc:grpChg>
        <pc:picChg chg="del">
          <ac:chgData name="Leônidas Müller de Oliveira" userId="5af9566427f0cd7a" providerId="LiveId" clId="{72B3D9B0-916F-4F35-AD1A-C0D440E0B847}" dt="2025-06-01T22:05:52.944" v="484" actId="478"/>
          <ac:picMkLst>
            <pc:docMk/>
            <pc:sldMk cId="755319283" sldId="359"/>
            <ac:picMk id="4" creationId="{0B840D3C-ED5A-AA42-8B5D-C1BDE1C062CE}"/>
          </ac:picMkLst>
        </pc:picChg>
        <pc:picChg chg="add mod">
          <ac:chgData name="Leônidas Müller de Oliveira" userId="5af9566427f0cd7a" providerId="LiveId" clId="{72B3D9B0-916F-4F35-AD1A-C0D440E0B847}" dt="2025-06-01T22:05:55.296" v="486" actId="1076"/>
          <ac:picMkLst>
            <pc:docMk/>
            <pc:sldMk cId="755319283" sldId="359"/>
            <ac:picMk id="5" creationId="{5EECF9FE-A31B-D570-2DEE-A31A0C1FA002}"/>
          </ac:picMkLst>
        </pc:pic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7" creationId="{BC7C96E2-A81D-F2E6-ACD4-E7D9F4E5A2E8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8" creationId="{93FDDCD7-0490-D8B2-E923-746B2D4DA93F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9" creationId="{E1138042-78FD-B41A-A494-A252553D8D99}"/>
          </ac:inkMkLst>
        </pc:inkChg>
        <pc:inkChg chg="add del mod topLvl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0" creationId="{22F846C4-0217-16DB-7310-2C83199C2043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1" creationId="{16FC1F21-702D-E27E-E92A-9F6E90FDDC61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2" creationId="{2C2316E1-833B-A696-ECCA-6F64B690F41D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3" creationId="{5A6A3BD7-4434-A42F-FD98-5A21E4CD98EB}"/>
          </ac:inkMkLst>
        </pc:inkChg>
        <pc:inkChg chg="add del mod topLvl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4" creationId="{9DE323A3-CA56-1A18-AEA3-4A3FDBFC0156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5" creationId="{5883C0AE-D689-31E3-87E6-56C1E3A59092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16" creationId="{3D918752-DFDA-03AD-50AF-9C8AFF113519}"/>
          </ac:inkMkLst>
        </pc:inkChg>
        <pc:inkChg chg="add del mod">
          <ac:chgData name="Leônidas Müller de Oliveira" userId="5af9566427f0cd7a" providerId="LiveId" clId="{72B3D9B0-916F-4F35-AD1A-C0D440E0B847}" dt="2025-06-01T22:06:13.735" v="501"/>
          <ac:inkMkLst>
            <pc:docMk/>
            <pc:sldMk cId="755319283" sldId="359"/>
            <ac:inkMk id="20" creationId="{526C2532-6D74-0095-AA3D-9015717F8DEB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22" creationId="{E3CBE999-9C76-CED0-B466-BD66BECC7D5A}"/>
          </ac:inkMkLst>
        </pc:inkChg>
        <pc:inkChg chg="add del mod topLvl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23" creationId="{B2FB4BED-0643-CFF2-D05A-D7918ECC34AF}"/>
          </ac:inkMkLst>
        </pc:inkChg>
        <pc:inkChg chg="add del mod topLvl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25" creationId="{22956B09-09C4-15EA-C5E4-B028A126D355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27" creationId="{DA30CC58-AD0F-1235-FBBB-DAE1B6402020}"/>
          </ac:inkMkLst>
        </pc:inkChg>
        <pc:inkChg chg="add del mod topLvl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29" creationId="{57404667-3155-CD15-C66C-9C038DAA9FB0}"/>
          </ac:inkMkLst>
        </pc:inkChg>
        <pc:inkChg chg="add del mod topLvl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30" creationId="{F8F3791E-90C5-54C3-682F-2483CF8809A3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31" creationId="{705B63B5-AD24-966E-0297-A12B583EB0B0}"/>
          </ac:inkMkLst>
        </pc:inkChg>
        <pc:inkChg chg="add del mod">
          <ac:chgData name="Leônidas Müller de Oliveira" userId="5af9566427f0cd7a" providerId="LiveId" clId="{72B3D9B0-916F-4F35-AD1A-C0D440E0B847}" dt="2025-06-06T17:14:19.015" v="568" actId="478"/>
          <ac:inkMkLst>
            <pc:docMk/>
            <pc:sldMk cId="755319283" sldId="359"/>
            <ac:inkMk id="32" creationId="{FBD2FD40-DB21-9683-A05F-AE5D121C7530}"/>
          </ac:inkMkLst>
        </pc:inkChg>
      </pc:sldChg>
      <pc:sldChg chg="addSp delSp modSp add mod">
        <pc:chgData name="Leônidas Müller de Oliveira" userId="5af9566427f0cd7a" providerId="LiveId" clId="{72B3D9B0-916F-4F35-AD1A-C0D440E0B847}" dt="2025-06-01T22:17:11.438" v="559"/>
        <pc:sldMkLst>
          <pc:docMk/>
          <pc:sldMk cId="1984341584" sldId="360"/>
        </pc:sldMkLst>
        <pc:grpChg chg="del">
          <ac:chgData name="Leônidas Müller de Oliveira" userId="5af9566427f0cd7a" providerId="LiveId" clId="{72B3D9B0-916F-4F35-AD1A-C0D440E0B847}" dt="2025-06-01T22:16:32.691" v="517" actId="478"/>
          <ac:grpSpMkLst>
            <pc:docMk/>
            <pc:sldMk cId="1984341584" sldId="360"/>
            <ac:grpSpMk id="19" creationId="{BBEFF252-9512-2C43-9F7A-958AEE88BCF2}"/>
          </ac:grpSpMkLst>
        </pc:grpChg>
        <pc:grpChg chg="mod">
          <ac:chgData name="Leônidas Müller de Oliveira" userId="5af9566427f0cd7a" providerId="LiveId" clId="{72B3D9B0-916F-4F35-AD1A-C0D440E0B847}" dt="2025-06-01T22:16:46.659" v="529"/>
          <ac:grpSpMkLst>
            <pc:docMk/>
            <pc:sldMk cId="1984341584" sldId="360"/>
            <ac:grpSpMk id="28" creationId="{6FB5B00F-EA52-F92C-5735-C13DCADF72A3}"/>
          </ac:grpSpMkLst>
        </pc:grpChg>
        <pc:grpChg chg="del">
          <ac:chgData name="Leônidas Müller de Oliveira" userId="5af9566427f0cd7a" providerId="LiveId" clId="{72B3D9B0-916F-4F35-AD1A-C0D440E0B847}" dt="2025-06-01T22:16:31.723" v="516" actId="478"/>
          <ac:grpSpMkLst>
            <pc:docMk/>
            <pc:sldMk cId="1984341584" sldId="360"/>
            <ac:grpSpMk id="33" creationId="{47A258A6-B0B8-AA87-1566-EA878427068B}"/>
          </ac:grpSpMkLst>
        </pc:grpChg>
        <pc:grpChg chg="del">
          <ac:chgData name="Leônidas Müller de Oliveira" userId="5af9566427f0cd7a" providerId="LiveId" clId="{72B3D9B0-916F-4F35-AD1A-C0D440E0B847}" dt="2025-06-01T22:16:36.211" v="521" actId="478"/>
          <ac:grpSpMkLst>
            <pc:docMk/>
            <pc:sldMk cId="1984341584" sldId="360"/>
            <ac:grpSpMk id="34" creationId="{AE2DF1AD-B16C-9110-3ED3-72B41EE118C7}"/>
          </ac:grpSpMkLst>
        </pc:grpChg>
        <pc:grpChg chg="del mod">
          <ac:chgData name="Leônidas Müller de Oliveira" userId="5af9566427f0cd7a" providerId="LiveId" clId="{72B3D9B0-916F-4F35-AD1A-C0D440E0B847}" dt="2025-06-01T22:17:11.438" v="559"/>
          <ac:grpSpMkLst>
            <pc:docMk/>
            <pc:sldMk cId="1984341584" sldId="360"/>
            <ac:grpSpMk id="38" creationId="{D05BCA6F-D086-537B-7ABE-F02B4BF6AFF2}"/>
          </ac:grpSpMkLst>
        </pc:grpChg>
        <pc:grpChg chg="mod">
          <ac:chgData name="Leônidas Müller de Oliveira" userId="5af9566427f0cd7a" providerId="LiveId" clId="{72B3D9B0-916F-4F35-AD1A-C0D440E0B847}" dt="2025-06-01T22:16:54.083" v="538"/>
          <ac:grpSpMkLst>
            <pc:docMk/>
            <pc:sldMk cId="1984341584" sldId="360"/>
            <ac:grpSpMk id="43" creationId="{C663DA77-1DBC-0BC3-9DCD-A3F601235DA5}"/>
          </ac:grpSpMkLst>
        </pc:grpChg>
        <pc:grpChg chg="mod">
          <ac:chgData name="Leônidas Müller de Oliveira" userId="5af9566427f0cd7a" providerId="LiveId" clId="{72B3D9B0-916F-4F35-AD1A-C0D440E0B847}" dt="2025-06-01T22:16:57.375" v="541"/>
          <ac:grpSpMkLst>
            <pc:docMk/>
            <pc:sldMk cId="1984341584" sldId="360"/>
            <ac:grpSpMk id="46" creationId="{3E96805E-8420-F206-8D8B-2AE4EAB365A6}"/>
          </ac:grpSpMkLst>
        </pc:grpChg>
        <pc:grpChg chg="mod">
          <ac:chgData name="Leônidas Müller de Oliveira" userId="5af9566427f0cd7a" providerId="LiveId" clId="{72B3D9B0-916F-4F35-AD1A-C0D440E0B847}" dt="2025-06-01T22:16:59.947" v="545"/>
          <ac:grpSpMkLst>
            <pc:docMk/>
            <pc:sldMk cId="1984341584" sldId="360"/>
            <ac:grpSpMk id="50" creationId="{74EE4BB1-2C6F-B732-6292-84D2DFD5198C}"/>
          </ac:grpSpMkLst>
        </pc:grpChg>
        <pc:grpChg chg="mod">
          <ac:chgData name="Leônidas Müller de Oliveira" userId="5af9566427f0cd7a" providerId="LiveId" clId="{72B3D9B0-916F-4F35-AD1A-C0D440E0B847}" dt="2025-06-01T22:17:05.801" v="550"/>
          <ac:grpSpMkLst>
            <pc:docMk/>
            <pc:sldMk cId="1984341584" sldId="360"/>
            <ac:grpSpMk id="55" creationId="{6D4EA000-85AC-B28F-48F3-DFF847D9CB31}"/>
          </ac:grpSpMkLst>
        </pc:grpChg>
        <pc:grpChg chg="mod">
          <ac:chgData name="Leônidas Müller de Oliveira" userId="5af9566427f0cd7a" providerId="LiveId" clId="{72B3D9B0-916F-4F35-AD1A-C0D440E0B847}" dt="2025-06-01T22:17:05.801" v="550"/>
          <ac:grpSpMkLst>
            <pc:docMk/>
            <pc:sldMk cId="1984341584" sldId="360"/>
            <ac:grpSpMk id="56" creationId="{725D16CC-6BE2-F85F-F30F-0D80E62EF466}"/>
          </ac:grpSpMkLst>
        </pc:grpChg>
        <pc:grpChg chg="mod">
          <ac:chgData name="Leônidas Müller de Oliveira" userId="5af9566427f0cd7a" providerId="LiveId" clId="{72B3D9B0-916F-4F35-AD1A-C0D440E0B847}" dt="2025-06-01T22:17:11.438" v="559"/>
          <ac:grpSpMkLst>
            <pc:docMk/>
            <pc:sldMk cId="1984341584" sldId="360"/>
            <ac:grpSpMk id="129" creationId="{0FEA9069-CAFC-16AB-89A6-0E92B7792BCB}"/>
          </ac:grpSpMkLst>
        </pc:grpChg>
        <pc:picChg chg="del">
          <ac:chgData name="Leônidas Müller de Oliveira" userId="5af9566427f0cd7a" providerId="LiveId" clId="{72B3D9B0-916F-4F35-AD1A-C0D440E0B847}" dt="2025-06-01T22:16:33.597" v="518" actId="478"/>
          <ac:picMkLst>
            <pc:docMk/>
            <pc:sldMk cId="1984341584" sldId="360"/>
            <ac:picMk id="5" creationId="{5EECF9FE-A31B-D570-2DEE-A31A0C1FA002}"/>
          </ac:picMkLst>
        </pc:picChg>
        <pc:picChg chg="add mod">
          <ac:chgData name="Leônidas Müller de Oliveira" userId="5af9566427f0cd7a" providerId="LiveId" clId="{72B3D9B0-916F-4F35-AD1A-C0D440E0B847}" dt="2025-06-01T22:16:38.629" v="523" actId="1076"/>
          <ac:picMkLst>
            <pc:docMk/>
            <pc:sldMk cId="1984341584" sldId="360"/>
            <ac:picMk id="17" creationId="{9D9F0B80-BCE3-240E-3412-E951C9B4C8BA}"/>
          </ac:picMkLst>
        </pc:picChg>
        <pc:inkChg chg="add del">
          <ac:chgData name="Leônidas Müller de Oliveira" userId="5af9566427f0cd7a" providerId="LiveId" clId="{72B3D9B0-916F-4F35-AD1A-C0D440E0B847}" dt="2025-06-01T22:16:35.419" v="520" actId="478"/>
          <ac:inkMkLst>
            <pc:docMk/>
            <pc:sldMk cId="1984341584" sldId="360"/>
            <ac:inkMk id="3" creationId="{6458175E-9E6D-1804-357F-70B801B4C10D}"/>
          </ac:inkMkLst>
        </pc:inkChg>
        <pc:inkChg chg="add mod">
          <ac:chgData name="Leônidas Müller de Oliveira" userId="5af9566427f0cd7a" providerId="LiveId" clId="{72B3D9B0-916F-4F35-AD1A-C0D440E0B847}" dt="2025-06-01T22:16:46.659" v="529"/>
          <ac:inkMkLst>
            <pc:docMk/>
            <pc:sldMk cId="1984341584" sldId="360"/>
            <ac:inkMk id="18" creationId="{544FFB35-D17E-55D1-5348-60A255A059B8}"/>
          </ac:inkMkLst>
        </pc:inkChg>
        <pc:inkChg chg="add mod">
          <ac:chgData name="Leônidas Müller de Oliveira" userId="5af9566427f0cd7a" providerId="LiveId" clId="{72B3D9B0-916F-4F35-AD1A-C0D440E0B847}" dt="2025-06-01T22:16:46.659" v="529"/>
          <ac:inkMkLst>
            <pc:docMk/>
            <pc:sldMk cId="1984341584" sldId="360"/>
            <ac:inkMk id="20" creationId="{E2F2EB01-A9CC-16BA-07BB-39A03F10916E}"/>
          </ac:inkMkLst>
        </pc:inkChg>
        <pc:inkChg chg="add mod">
          <ac:chgData name="Leônidas Müller de Oliveira" userId="5af9566427f0cd7a" providerId="LiveId" clId="{72B3D9B0-916F-4F35-AD1A-C0D440E0B847}" dt="2025-06-01T22:16:46.659" v="529"/>
          <ac:inkMkLst>
            <pc:docMk/>
            <pc:sldMk cId="1984341584" sldId="360"/>
            <ac:inkMk id="21" creationId="{63D0DADB-EB84-B807-43FF-5348EF256E46}"/>
          </ac:inkMkLst>
        </pc:inkChg>
        <pc:inkChg chg="add mod">
          <ac:chgData name="Leônidas Müller de Oliveira" userId="5af9566427f0cd7a" providerId="LiveId" clId="{72B3D9B0-916F-4F35-AD1A-C0D440E0B847}" dt="2025-06-01T22:16:46.659" v="529"/>
          <ac:inkMkLst>
            <pc:docMk/>
            <pc:sldMk cId="1984341584" sldId="360"/>
            <ac:inkMk id="24" creationId="{B33153CA-188E-BE5A-6C26-E14F08C78195}"/>
          </ac:inkMkLst>
        </pc:inkChg>
        <pc:inkChg chg="add mod">
          <ac:chgData name="Leônidas Müller de Oliveira" userId="5af9566427f0cd7a" providerId="LiveId" clId="{72B3D9B0-916F-4F35-AD1A-C0D440E0B847}" dt="2025-06-01T22:16:46.659" v="529"/>
          <ac:inkMkLst>
            <pc:docMk/>
            <pc:sldMk cId="1984341584" sldId="360"/>
            <ac:inkMk id="26" creationId="{ED64F785-5E41-AD3E-B0D6-606EC78BCE0B}"/>
          </ac:inkMkLst>
        </pc:inkChg>
        <pc:inkChg chg="del">
          <ac:chgData name="Leônidas Müller de Oliveira" userId="5af9566427f0cd7a" providerId="LiveId" clId="{72B3D9B0-916F-4F35-AD1A-C0D440E0B847}" dt="2025-06-01T22:16:34.563" v="519" actId="478"/>
          <ac:inkMkLst>
            <pc:docMk/>
            <pc:sldMk cId="1984341584" sldId="360"/>
            <ac:inkMk id="27" creationId="{DA30CC58-AD0F-1235-FBBB-DAE1B6402020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35" creationId="{52AA5D0A-9C37-C46F-4009-89B5C1B133AA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36" creationId="{D87DC104-3053-C5E1-6962-DC62B7A33A08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37" creationId="{D21D8C12-9A05-6D1E-0CBF-E579DF444782}"/>
          </ac:inkMkLst>
        </pc:inkChg>
        <pc:inkChg chg="add">
          <ac:chgData name="Leônidas Müller de Oliveira" userId="5af9566427f0cd7a" providerId="LiveId" clId="{72B3D9B0-916F-4F35-AD1A-C0D440E0B847}" dt="2025-06-01T22:16:49.668" v="534" actId="9405"/>
          <ac:inkMkLst>
            <pc:docMk/>
            <pc:sldMk cId="1984341584" sldId="360"/>
            <ac:inkMk id="39" creationId="{2E19FE4C-731C-8498-3D0D-287CAA1F04B7}"/>
          </ac:inkMkLst>
        </pc:inkChg>
        <pc:inkChg chg="add mod">
          <ac:chgData name="Leônidas Müller de Oliveira" userId="5af9566427f0cd7a" providerId="LiveId" clId="{72B3D9B0-916F-4F35-AD1A-C0D440E0B847}" dt="2025-06-01T22:16:54.083" v="538"/>
          <ac:inkMkLst>
            <pc:docMk/>
            <pc:sldMk cId="1984341584" sldId="360"/>
            <ac:inkMk id="40" creationId="{47204F70-8872-CAD7-62FD-BBE923D194EC}"/>
          </ac:inkMkLst>
        </pc:inkChg>
        <pc:inkChg chg="add mod">
          <ac:chgData name="Leônidas Müller de Oliveira" userId="5af9566427f0cd7a" providerId="LiveId" clId="{72B3D9B0-916F-4F35-AD1A-C0D440E0B847}" dt="2025-06-01T22:16:54.083" v="538"/>
          <ac:inkMkLst>
            <pc:docMk/>
            <pc:sldMk cId="1984341584" sldId="360"/>
            <ac:inkMk id="41" creationId="{2053E26C-B9F8-E7A5-0337-7050161F512A}"/>
          </ac:inkMkLst>
        </pc:inkChg>
        <pc:inkChg chg="add mod">
          <ac:chgData name="Leônidas Müller de Oliveira" userId="5af9566427f0cd7a" providerId="LiveId" clId="{72B3D9B0-916F-4F35-AD1A-C0D440E0B847}" dt="2025-06-01T22:16:54.083" v="538"/>
          <ac:inkMkLst>
            <pc:docMk/>
            <pc:sldMk cId="1984341584" sldId="360"/>
            <ac:inkMk id="42" creationId="{714E99DD-891A-45C3-5553-4657A5FA3265}"/>
          </ac:inkMkLst>
        </pc:inkChg>
        <pc:inkChg chg="add mod">
          <ac:chgData name="Leônidas Müller de Oliveira" userId="5af9566427f0cd7a" providerId="LiveId" clId="{72B3D9B0-916F-4F35-AD1A-C0D440E0B847}" dt="2025-06-01T22:16:57.375" v="541"/>
          <ac:inkMkLst>
            <pc:docMk/>
            <pc:sldMk cId="1984341584" sldId="360"/>
            <ac:inkMk id="44" creationId="{F9CE350C-D21A-1889-A74F-146106E42ABA}"/>
          </ac:inkMkLst>
        </pc:inkChg>
        <pc:inkChg chg="add mod">
          <ac:chgData name="Leônidas Müller de Oliveira" userId="5af9566427f0cd7a" providerId="LiveId" clId="{72B3D9B0-916F-4F35-AD1A-C0D440E0B847}" dt="2025-06-01T22:16:57.375" v="541"/>
          <ac:inkMkLst>
            <pc:docMk/>
            <pc:sldMk cId="1984341584" sldId="360"/>
            <ac:inkMk id="45" creationId="{B8C49732-4AC2-1122-FA54-641A9DC2E554}"/>
          </ac:inkMkLst>
        </pc:inkChg>
        <pc:inkChg chg="add mod">
          <ac:chgData name="Leônidas Müller de Oliveira" userId="5af9566427f0cd7a" providerId="LiveId" clId="{72B3D9B0-916F-4F35-AD1A-C0D440E0B847}" dt="2025-06-01T22:16:59.947" v="545"/>
          <ac:inkMkLst>
            <pc:docMk/>
            <pc:sldMk cId="1984341584" sldId="360"/>
            <ac:inkMk id="47" creationId="{B55F93E7-83ED-1631-AEB0-84A8F0F74B5B}"/>
          </ac:inkMkLst>
        </pc:inkChg>
        <pc:inkChg chg="add mod">
          <ac:chgData name="Leônidas Müller de Oliveira" userId="5af9566427f0cd7a" providerId="LiveId" clId="{72B3D9B0-916F-4F35-AD1A-C0D440E0B847}" dt="2025-06-01T22:16:59.947" v="545"/>
          <ac:inkMkLst>
            <pc:docMk/>
            <pc:sldMk cId="1984341584" sldId="360"/>
            <ac:inkMk id="48" creationId="{6E164E8B-599B-8491-423F-62B4D7FA4473}"/>
          </ac:inkMkLst>
        </pc:inkChg>
        <pc:inkChg chg="add mod">
          <ac:chgData name="Leônidas Müller de Oliveira" userId="5af9566427f0cd7a" providerId="LiveId" clId="{72B3D9B0-916F-4F35-AD1A-C0D440E0B847}" dt="2025-06-01T22:16:59.947" v="545"/>
          <ac:inkMkLst>
            <pc:docMk/>
            <pc:sldMk cId="1984341584" sldId="360"/>
            <ac:inkMk id="49" creationId="{4D906FDD-773B-6C0D-9EFC-EF06744D4660}"/>
          </ac:inkMkLst>
        </pc:inkChg>
        <pc:inkChg chg="add mod">
          <ac:chgData name="Leônidas Müller de Oliveira" userId="5af9566427f0cd7a" providerId="LiveId" clId="{72B3D9B0-916F-4F35-AD1A-C0D440E0B847}" dt="2025-06-01T22:17:05.801" v="550"/>
          <ac:inkMkLst>
            <pc:docMk/>
            <pc:sldMk cId="1984341584" sldId="360"/>
            <ac:inkMk id="51" creationId="{F0A265B9-2516-4186-DE1C-D7959B232CF3}"/>
          </ac:inkMkLst>
        </pc:inkChg>
        <pc:inkChg chg="add mod">
          <ac:chgData name="Leônidas Müller de Oliveira" userId="5af9566427f0cd7a" providerId="LiveId" clId="{72B3D9B0-916F-4F35-AD1A-C0D440E0B847}" dt="2025-06-01T22:17:05.801" v="550"/>
          <ac:inkMkLst>
            <pc:docMk/>
            <pc:sldMk cId="1984341584" sldId="360"/>
            <ac:inkMk id="52" creationId="{608C3AAB-299B-F769-8EE3-94F16FA1C6A2}"/>
          </ac:inkMkLst>
        </pc:inkChg>
        <pc:inkChg chg="add mod">
          <ac:chgData name="Leônidas Müller de Oliveira" userId="5af9566427f0cd7a" providerId="LiveId" clId="{72B3D9B0-916F-4F35-AD1A-C0D440E0B847}" dt="2025-06-01T22:17:05.801" v="550"/>
          <ac:inkMkLst>
            <pc:docMk/>
            <pc:sldMk cId="1984341584" sldId="360"/>
            <ac:inkMk id="53" creationId="{74DB30AE-0515-A7D9-16A7-DAC582D03B00}"/>
          </ac:inkMkLst>
        </pc:inkChg>
        <pc:inkChg chg="add mod">
          <ac:chgData name="Leônidas Müller de Oliveira" userId="5af9566427f0cd7a" providerId="LiveId" clId="{72B3D9B0-916F-4F35-AD1A-C0D440E0B847}" dt="2025-06-01T22:17:05.801" v="550"/>
          <ac:inkMkLst>
            <pc:docMk/>
            <pc:sldMk cId="1984341584" sldId="360"/>
            <ac:inkMk id="54" creationId="{B3ABD7DD-46CB-A7A7-E117-C8BEA45108A6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57" creationId="{709D3D47-7140-657A-DFC7-86ED041667E6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58" creationId="{D063B787-24CC-8CB0-B07E-30A2125CC9E4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59" creationId="{F971DADB-4F19-F754-F08F-E6F5A6B02533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60" creationId="{D7095F79-B3EF-6283-B0BB-C888161F752C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61" creationId="{3AC639D3-1003-507F-6DAA-2F04254FDC59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62" creationId="{B620F2EC-822C-D0BF-A553-54887CF39932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63" creationId="{07CD1CBB-F9DE-1035-6779-425556A84315}"/>
          </ac:inkMkLst>
        </pc:inkChg>
        <pc:inkChg chg="add mod">
          <ac:chgData name="Leônidas Müller de Oliveira" userId="5af9566427f0cd7a" providerId="LiveId" clId="{72B3D9B0-916F-4F35-AD1A-C0D440E0B847}" dt="2025-06-01T22:17:11.438" v="559"/>
          <ac:inkMkLst>
            <pc:docMk/>
            <pc:sldMk cId="1984341584" sldId="360"/>
            <ac:inkMk id="128" creationId="{971D1671-B082-0BB7-A909-A6ACCA0CB8BA}"/>
          </ac:inkMkLst>
        </pc:ink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9-01T18:24:52.608" v="944" actId="20577"/>
      <pc:docMkLst>
        <pc:docMk/>
      </pc:docMkLst>
      <pc:sldChg chg="modSp mod">
        <pc:chgData name="Leônidas Müller de Oliveira" userId="5af9566427f0cd7a" providerId="LiveId" clId="{9CEBAD42-B415-46AD-8527-E1F9C7EE6655}" dt="2022-09-01T18:24:52.608" v="944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9-01T18:24:52.608" v="944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del mod ord">
        <pc:chgData name="Leônidas Müller de Oliveira" userId="5af9566427f0cd7a" providerId="LiveId" clId="{9CEBAD42-B415-46AD-8527-E1F9C7EE6655}" dt="2022-08-30T13:45:19.041" v="870" actId="47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4:38:03.525" v="887" actId="20577"/>
        <pc:sldMkLst>
          <pc:docMk/>
          <pc:sldMk cId="1899186830" sldId="293"/>
        </pc:sldMkLst>
        <pc:spChg chg="mod">
          <ac:chgData name="Leônidas Müller de Oliveira" userId="5af9566427f0cd7a" providerId="LiveId" clId="{9CEBAD42-B415-46AD-8527-E1F9C7EE6655}" dt="2022-08-30T14:38:03.525" v="887" actId="20577"/>
          <ac:spMkLst>
            <pc:docMk/>
            <pc:sldMk cId="1899186830" sldId="293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4:37:58.888" v="876" actId="1076"/>
          <ac:picMkLst>
            <pc:docMk/>
            <pc:sldMk cId="1899186830" sldId="293"/>
            <ac:picMk id="3" creationId="{3AFD1E0F-8CA0-66BC-2438-12AFCB3DCCE5}"/>
          </ac:picMkLst>
        </pc:picChg>
        <pc:picChg chg="del">
          <ac:chgData name="Leônidas Müller de Oliveira" userId="5af9566427f0cd7a" providerId="LiveId" clId="{9CEBAD42-B415-46AD-8527-E1F9C7EE6655}" dt="2022-08-30T14:37:52.333" v="872" actId="478"/>
          <ac:picMkLst>
            <pc:docMk/>
            <pc:sldMk cId="1899186830" sldId="293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63C81AE7-AA3A-4E90-832C-409CB7F54A2D}"/>
    <pc:docChg chg="undo custSel addSld delSld modSld sldOrd">
      <pc:chgData name="Leônidas Müller de Oliveira" userId="5af9566427f0cd7a" providerId="LiveId" clId="{63C81AE7-AA3A-4E90-832C-409CB7F54A2D}" dt="2025-06-01T18:06:27.964" v="847"/>
      <pc:docMkLst>
        <pc:docMk/>
      </pc:docMkLst>
      <pc:sldChg chg="delSp modSp mod">
        <pc:chgData name="Leônidas Müller de Oliveira" userId="5af9566427f0cd7a" providerId="LiveId" clId="{63C81AE7-AA3A-4E90-832C-409CB7F54A2D}" dt="2025-05-31T23:25:17.660" v="1" actId="1076"/>
        <pc:sldMkLst>
          <pc:docMk/>
          <pc:sldMk cId="0" sldId="257"/>
        </pc:sldMkLst>
        <pc:spChg chg="del">
          <ac:chgData name="Leônidas Müller de Oliveira" userId="5af9566427f0cd7a" providerId="LiveId" clId="{63C81AE7-AA3A-4E90-832C-409CB7F54A2D}" dt="2025-05-31T23:25:13.905" v="0" actId="478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3C81AE7-AA3A-4E90-832C-409CB7F54A2D}" dt="2025-05-31T23:25:17.660" v="1" actId="1076"/>
          <ac:spMkLst>
            <pc:docMk/>
            <pc:sldMk cId="0" sldId="257"/>
            <ac:spMk id="67" creationId="{00000000-0000-0000-0000-000000000000}"/>
          </ac:spMkLst>
        </pc:spChg>
      </pc:sldChg>
      <pc:sldChg chg="addSp delSp mod">
        <pc:chgData name="Leônidas Müller de Oliveira" userId="5af9566427f0cd7a" providerId="LiveId" clId="{63C81AE7-AA3A-4E90-832C-409CB7F54A2D}" dt="2025-06-01T15:00:43.028" v="357" actId="9405"/>
        <pc:sldMkLst>
          <pc:docMk/>
          <pc:sldMk cId="44324316" sldId="297"/>
        </pc:sldMkLst>
        <pc:inkChg chg="add del">
          <ac:chgData name="Leônidas Müller de Oliveira" userId="5af9566427f0cd7a" providerId="LiveId" clId="{63C81AE7-AA3A-4E90-832C-409CB7F54A2D}" dt="2025-06-01T15:00:43.028" v="357" actId="9405"/>
          <ac:inkMkLst>
            <pc:docMk/>
            <pc:sldMk cId="44324316" sldId="297"/>
            <ac:inkMk id="2" creationId="{1216241D-6905-1E01-BEEA-3654807A8C96}"/>
          </ac:inkMkLst>
        </pc:inkChg>
      </pc:sldChg>
      <pc:sldChg chg="addSp delSp mod">
        <pc:chgData name="Leônidas Müller de Oliveira" userId="5af9566427f0cd7a" providerId="LiveId" clId="{63C81AE7-AA3A-4E90-832C-409CB7F54A2D}" dt="2025-06-01T15:10:12.419" v="591" actId="9405"/>
        <pc:sldMkLst>
          <pc:docMk/>
          <pc:sldMk cId="3166943117" sldId="319"/>
        </pc:sldMkLst>
        <pc:inkChg chg="add del">
          <ac:chgData name="Leônidas Müller de Oliveira" userId="5af9566427f0cd7a" providerId="LiveId" clId="{63C81AE7-AA3A-4E90-832C-409CB7F54A2D}" dt="2025-06-01T15:10:12.419" v="591" actId="9405"/>
          <ac:inkMkLst>
            <pc:docMk/>
            <pc:sldMk cId="3166943117" sldId="319"/>
            <ac:inkMk id="3" creationId="{94331544-4AFA-AA0B-F3DA-2A769B58492A}"/>
          </ac:inkMkLst>
        </pc:inkChg>
      </pc:sldChg>
      <pc:sldChg chg="addSp delSp modSp mod">
        <pc:chgData name="Leônidas Müller de Oliveira" userId="5af9566427f0cd7a" providerId="LiveId" clId="{63C81AE7-AA3A-4E90-832C-409CB7F54A2D}" dt="2025-06-01T15:11:15.221" v="603" actId="9405"/>
        <pc:sldMkLst>
          <pc:docMk/>
          <pc:sldMk cId="2756472928" sldId="321"/>
        </pc:sldMkLst>
        <pc:grpChg chg="mod">
          <ac:chgData name="Leônidas Müller de Oliveira" userId="5af9566427f0cd7a" providerId="LiveId" clId="{63C81AE7-AA3A-4E90-832C-409CB7F54A2D}" dt="2025-06-01T15:11:14.603" v="601"/>
          <ac:grpSpMkLst>
            <pc:docMk/>
            <pc:sldMk cId="2756472928" sldId="321"/>
            <ac:grpSpMk id="6" creationId="{2FEF410C-67A1-5EEF-EDDB-3F70E9A1A6BD}"/>
          </ac:grpSpMkLst>
        </pc:grpChg>
        <pc:inkChg chg="add del">
          <ac:chgData name="Leônidas Müller de Oliveira" userId="5af9566427f0cd7a" providerId="LiveId" clId="{63C81AE7-AA3A-4E90-832C-409CB7F54A2D}" dt="2025-06-01T15:11:15.221" v="603" actId="9405"/>
          <ac:inkMkLst>
            <pc:docMk/>
            <pc:sldMk cId="2756472928" sldId="321"/>
            <ac:inkMk id="3" creationId="{E2B81B11-342B-F7D9-0986-E36A7D992361}"/>
          </ac:inkMkLst>
        </pc:inkChg>
        <pc:inkChg chg="add del mod">
          <ac:chgData name="Leônidas Müller de Oliveira" userId="5af9566427f0cd7a" providerId="LiveId" clId="{63C81AE7-AA3A-4E90-832C-409CB7F54A2D}" dt="2025-06-01T15:11:14.899" v="602" actId="9405"/>
          <ac:inkMkLst>
            <pc:docMk/>
            <pc:sldMk cId="2756472928" sldId="321"/>
            <ac:inkMk id="4" creationId="{54BD84E6-DC51-4F06-F879-D156B4F9088F}"/>
          </ac:inkMkLst>
        </pc:inkChg>
        <pc:inkChg chg="add del mod">
          <ac:chgData name="Leônidas Müller de Oliveira" userId="5af9566427f0cd7a" providerId="LiveId" clId="{63C81AE7-AA3A-4E90-832C-409CB7F54A2D}" dt="2025-06-01T15:11:14.603" v="601"/>
          <ac:inkMkLst>
            <pc:docMk/>
            <pc:sldMk cId="2756472928" sldId="321"/>
            <ac:inkMk id="5" creationId="{41643758-23C5-43B3-799C-061571214828}"/>
          </ac:inkMkLst>
        </pc:inkChg>
      </pc:sldChg>
      <pc:sldChg chg="addSp delSp modSp mod">
        <pc:chgData name="Leônidas Müller de Oliveira" userId="5af9566427f0cd7a" providerId="LiveId" clId="{63C81AE7-AA3A-4E90-832C-409CB7F54A2D}" dt="2025-06-01T15:07:20.075" v="525"/>
        <pc:sldMkLst>
          <pc:docMk/>
          <pc:sldMk cId="3543305201" sldId="323"/>
        </pc:sldMkLst>
        <pc:grpChg chg="del mod">
          <ac:chgData name="Leônidas Müller de Oliveira" userId="5af9566427f0cd7a" providerId="LiveId" clId="{63C81AE7-AA3A-4E90-832C-409CB7F54A2D}" dt="2025-06-01T15:06:11.433" v="490"/>
          <ac:grpSpMkLst>
            <pc:docMk/>
            <pc:sldMk cId="3543305201" sldId="323"/>
            <ac:grpSpMk id="11" creationId="{F67AF5E3-3C66-DF82-69C5-CCBBDFACBC1B}"/>
          </ac:grpSpMkLst>
        </pc:grpChg>
        <pc:grpChg chg="del mod">
          <ac:chgData name="Leônidas Müller de Oliveira" userId="5af9566427f0cd7a" providerId="LiveId" clId="{63C81AE7-AA3A-4E90-832C-409CB7F54A2D}" dt="2025-06-01T15:06:23.990" v="498"/>
          <ac:grpSpMkLst>
            <pc:docMk/>
            <pc:sldMk cId="3543305201" sldId="323"/>
            <ac:grpSpMk id="17" creationId="{91B7535B-FC4B-8713-CD80-C435A3911153}"/>
          </ac:grpSpMkLst>
        </pc:grpChg>
        <pc:grpChg chg="del mod">
          <ac:chgData name="Leônidas Müller de Oliveira" userId="5af9566427f0cd7a" providerId="LiveId" clId="{63C81AE7-AA3A-4E90-832C-409CB7F54A2D}" dt="2025-06-01T15:06:29.300" v="501"/>
          <ac:grpSpMkLst>
            <pc:docMk/>
            <pc:sldMk cId="3543305201" sldId="323"/>
            <ac:grpSpMk id="25" creationId="{DB4C6492-7CD2-490B-8C0A-40CC1AEB5112}"/>
          </ac:grpSpMkLst>
        </pc:grpChg>
        <pc:grpChg chg="del mod">
          <ac:chgData name="Leônidas Müller de Oliveira" userId="5af9566427f0cd7a" providerId="LiveId" clId="{63C81AE7-AA3A-4E90-832C-409CB7F54A2D}" dt="2025-06-01T15:06:31.800" v="503"/>
          <ac:grpSpMkLst>
            <pc:docMk/>
            <pc:sldMk cId="3543305201" sldId="323"/>
            <ac:grpSpMk id="28" creationId="{7304F268-425D-E638-F692-F3DA6DAC20E1}"/>
          </ac:grpSpMkLst>
        </pc:grpChg>
        <pc:grpChg chg="del mod">
          <ac:chgData name="Leônidas Müller de Oliveira" userId="5af9566427f0cd7a" providerId="LiveId" clId="{63C81AE7-AA3A-4E90-832C-409CB7F54A2D}" dt="2025-06-01T15:06:40.372" v="505"/>
          <ac:grpSpMkLst>
            <pc:docMk/>
            <pc:sldMk cId="3543305201" sldId="323"/>
            <ac:grpSpMk id="30" creationId="{59BD37CB-E63A-0B0B-D3F8-4EFD573BF036}"/>
          </ac:grpSpMkLst>
        </pc:grpChg>
        <pc:grpChg chg="del mod">
          <ac:chgData name="Leônidas Müller de Oliveira" userId="5af9566427f0cd7a" providerId="LiveId" clId="{63C81AE7-AA3A-4E90-832C-409CB7F54A2D}" dt="2025-06-01T15:07:20.075" v="525"/>
          <ac:grpSpMkLst>
            <pc:docMk/>
            <pc:sldMk cId="3543305201" sldId="323"/>
            <ac:grpSpMk id="32" creationId="{FBC929E0-A1E6-F9D2-0F5E-57E1DADD07F5}"/>
          </ac:grpSpMkLst>
        </pc:grpChg>
        <pc:grpChg chg="del mod">
          <ac:chgData name="Leônidas Müller de Oliveira" userId="5af9566427f0cd7a" providerId="LiveId" clId="{63C81AE7-AA3A-4E90-832C-409CB7F54A2D}" dt="2025-06-01T15:06:51.443" v="512"/>
          <ac:grpSpMkLst>
            <pc:docMk/>
            <pc:sldMk cId="3543305201" sldId="323"/>
            <ac:grpSpMk id="36" creationId="{13DA2865-8B19-F74D-CA05-7131CD31168C}"/>
          </ac:grpSpMkLst>
        </pc:grpChg>
        <pc:grpChg chg="del mod">
          <ac:chgData name="Leônidas Müller de Oliveira" userId="5af9566427f0cd7a" providerId="LiveId" clId="{63C81AE7-AA3A-4E90-832C-409CB7F54A2D}" dt="2025-06-01T15:07:20.075" v="525"/>
          <ac:grpSpMkLst>
            <pc:docMk/>
            <pc:sldMk cId="3543305201" sldId="323"/>
            <ac:grpSpMk id="39" creationId="{2663CA91-76B9-D408-F229-B491A37AA7D6}"/>
          </ac:grpSpMkLst>
        </pc:grpChg>
        <pc:grpChg chg="mod">
          <ac:chgData name="Leônidas Müller de Oliveira" userId="5af9566427f0cd7a" providerId="LiveId" clId="{63C81AE7-AA3A-4E90-832C-409CB7F54A2D}" dt="2025-06-01T15:07:20.075" v="525"/>
          <ac:grpSpMkLst>
            <pc:docMk/>
            <pc:sldMk cId="3543305201" sldId="323"/>
            <ac:grpSpMk id="52" creationId="{38F5F057-FC3B-2C55-D6A6-B9BB193EED8E}"/>
          </ac:grpSpMkLst>
        </pc:grp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" creationId="{7A103B99-E27A-8FD5-01D8-82FE012F4996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" creationId="{FDDE79D3-0F31-8966-4422-306E75A46848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5" creationId="{A4ADF23F-9AEC-ECC7-B46A-8B2378446BC3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7" creationId="{0566FC57-0289-B30A-345A-88574788FB28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12" creationId="{4401C999-9259-7C00-1A00-96D2700C84E7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13" creationId="{11709BA9-1C4E-5806-BCEA-BF5CD9C41DBB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14" creationId="{23606F6B-9F88-FF67-C713-CFEA4C8ABD11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15" creationId="{1D9302BD-2F79-E170-2F2C-1DD675D88524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16" creationId="{83140151-CB01-494E-83C5-5426676CCEFA}"/>
          </ac:inkMkLst>
        </pc:inkChg>
        <pc:inkChg chg="add">
          <ac:chgData name="Leônidas Müller de Oliveira" userId="5af9566427f0cd7a" providerId="LiveId" clId="{63C81AE7-AA3A-4E90-832C-409CB7F54A2D}" dt="2025-06-01T15:06:19.115" v="491" actId="9405"/>
          <ac:inkMkLst>
            <pc:docMk/>
            <pc:sldMk cId="3543305201" sldId="323"/>
            <ac:inkMk id="18" creationId="{529210CC-9397-27E1-39E9-F6FEBD7344F2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19" creationId="{3F249FBD-59A4-5459-C36C-1856B2061B42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0" creationId="{6DB876B5-5B92-88A1-B45F-F69046B4CF38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1" creationId="{19209A82-83A7-474A-AF2C-2751395184C3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2" creationId="{8824892B-8D73-065E-B23D-2BFF25E40735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3" creationId="{BB3D774B-5666-6A42-9539-11FA11F4EB6C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4" creationId="{C3EFC9DA-CB81-B3A7-021F-CF1CADE9F6DC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6" creationId="{DB4E4DEF-7FB3-9F93-D8F1-5FB49447CBB5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7" creationId="{5506FAA6-DE38-599D-75FC-98AE37C45FEE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29" creationId="{640A7CF2-A452-6B69-474D-60AF6720AF08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1" creationId="{95F2B84A-B114-8B95-90B0-182FF2ABB738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3" creationId="{EDBE0A00-D1D3-619D-363B-364BE087F75F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4" creationId="{BBB6287B-D108-38A3-4482-217825CEB526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5" creationId="{0F97C058-AD2B-1E0D-2EDC-8760EB7784A9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7" creationId="{EDCA072C-BE16-A069-BEFE-5CC59B886633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38" creationId="{EF9374CC-34C2-D68A-A77A-E27B525B4ECC}"/>
          </ac:inkMkLst>
        </pc:inkChg>
        <pc:inkChg chg="add">
          <ac:chgData name="Leônidas Müller de Oliveira" userId="5af9566427f0cd7a" providerId="LiveId" clId="{63C81AE7-AA3A-4E90-832C-409CB7F54A2D}" dt="2025-06-01T15:06:59.120" v="513" actId="9405"/>
          <ac:inkMkLst>
            <pc:docMk/>
            <pc:sldMk cId="3543305201" sldId="323"/>
            <ac:inkMk id="40" creationId="{A651E08E-33DE-D1BD-3742-2107F8379B7F}"/>
          </ac:inkMkLst>
        </pc:inkChg>
        <pc:inkChg chg="add">
          <ac:chgData name="Leônidas Müller de Oliveira" userId="5af9566427f0cd7a" providerId="LiveId" clId="{63C81AE7-AA3A-4E90-832C-409CB7F54A2D}" dt="2025-06-01T15:07:05.054" v="514" actId="9405"/>
          <ac:inkMkLst>
            <pc:docMk/>
            <pc:sldMk cId="3543305201" sldId="323"/>
            <ac:inkMk id="41" creationId="{BDCD8D95-798D-01B4-E21F-D269FF6E24F3}"/>
          </ac:inkMkLst>
        </pc:inkChg>
        <pc:inkChg chg="add">
          <ac:chgData name="Leônidas Müller de Oliveira" userId="5af9566427f0cd7a" providerId="LiveId" clId="{63C81AE7-AA3A-4E90-832C-409CB7F54A2D}" dt="2025-06-01T15:07:06.838" v="515" actId="9405"/>
          <ac:inkMkLst>
            <pc:docMk/>
            <pc:sldMk cId="3543305201" sldId="323"/>
            <ac:inkMk id="42" creationId="{FD95F500-5452-7D7E-F851-EC4B5043AC21}"/>
          </ac:inkMkLst>
        </pc:inkChg>
        <pc:inkChg chg="add">
          <ac:chgData name="Leônidas Müller de Oliveira" userId="5af9566427f0cd7a" providerId="LiveId" clId="{63C81AE7-AA3A-4E90-832C-409CB7F54A2D}" dt="2025-06-01T15:07:11.954" v="516" actId="9405"/>
          <ac:inkMkLst>
            <pc:docMk/>
            <pc:sldMk cId="3543305201" sldId="323"/>
            <ac:inkMk id="43" creationId="{4E3AA341-E61D-DC66-239F-4615F19F26FA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4" creationId="{73A64A0E-F8F6-C942-C3AD-0B0932B4D80E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5" creationId="{191EA87B-4141-3247-998E-76ACD9DC6F22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6" creationId="{CE8D738C-90A5-B555-19C5-4A1D05E66E3B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7" creationId="{0D4DFC19-5605-F25F-E8D5-A29666F7F2B1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8" creationId="{46297B80-83B6-B461-F713-8247620B5CBF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49" creationId="{AB867779-8B67-A36B-226E-DD07FFEA6A79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50" creationId="{F2F2BF55-5901-80ED-EDD4-E7E575CC1BED}"/>
          </ac:inkMkLst>
        </pc:inkChg>
        <pc:inkChg chg="add mod">
          <ac:chgData name="Leônidas Müller de Oliveira" userId="5af9566427f0cd7a" providerId="LiveId" clId="{63C81AE7-AA3A-4E90-832C-409CB7F54A2D}" dt="2025-06-01T15:07:20.075" v="525"/>
          <ac:inkMkLst>
            <pc:docMk/>
            <pc:sldMk cId="3543305201" sldId="323"/>
            <ac:inkMk id="51" creationId="{5C4B33FB-DD45-2EE4-AC8F-5FD8CBF8362B}"/>
          </ac:inkMkLst>
        </pc:inkChg>
      </pc:sldChg>
      <pc:sldChg chg="addSp delSp modSp mod">
        <pc:chgData name="Leônidas Müller de Oliveira" userId="5af9566427f0cd7a" providerId="LiveId" clId="{63C81AE7-AA3A-4E90-832C-409CB7F54A2D}" dt="2025-06-01T15:07:53.669" v="535" actId="478"/>
        <pc:sldMkLst>
          <pc:docMk/>
          <pc:sldMk cId="1496846400" sldId="324"/>
        </pc:sldMkLst>
        <pc:grpChg chg="del mod">
          <ac:chgData name="Leônidas Müller de Oliveira" userId="5af9566427f0cd7a" providerId="LiveId" clId="{63C81AE7-AA3A-4E90-832C-409CB7F54A2D}" dt="2025-06-01T15:07:53.669" v="535" actId="478"/>
          <ac:grpSpMkLst>
            <pc:docMk/>
            <pc:sldMk cId="1496846400" sldId="324"/>
            <ac:grpSpMk id="5" creationId="{7045E8F5-FCE3-ECDD-DF8B-D0BA52471DE6}"/>
          </ac:grpSpMkLst>
        </pc:grpChg>
        <pc:grpChg chg="del mod">
          <ac:chgData name="Leônidas Müller de Oliveira" userId="5af9566427f0cd7a" providerId="LiveId" clId="{63C81AE7-AA3A-4E90-832C-409CB7F54A2D}" dt="2025-06-01T15:07:47.467" v="533"/>
          <ac:grpSpMkLst>
            <pc:docMk/>
            <pc:sldMk cId="1496846400" sldId="324"/>
            <ac:grpSpMk id="11" creationId="{3FDDFE3D-111A-56F2-8996-05D7BD202A07}"/>
          </ac:grpSpMkLst>
        </pc:grpChg>
        <pc:grpChg chg="del mod">
          <ac:chgData name="Leônidas Müller de Oliveira" userId="5af9566427f0cd7a" providerId="LiveId" clId="{63C81AE7-AA3A-4E90-832C-409CB7F54A2D}" dt="2025-06-01T15:07:53.669" v="535" actId="478"/>
          <ac:grpSpMkLst>
            <pc:docMk/>
            <pc:sldMk cId="1496846400" sldId="324"/>
            <ac:grpSpMk id="13" creationId="{731CE7CB-C032-74CD-22A6-AAEDEF150785}"/>
          </ac:grpSpMkLst>
        </pc:grpChg>
        <pc:inkChg chg="add del mod topLvl">
          <ac:chgData name="Leônidas Müller de Oliveira" userId="5af9566427f0cd7a" providerId="LiveId" clId="{63C81AE7-AA3A-4E90-832C-409CB7F54A2D}" dt="2025-06-01T15:07:53.669" v="535" actId="478"/>
          <ac:inkMkLst>
            <pc:docMk/>
            <pc:sldMk cId="1496846400" sldId="324"/>
            <ac:inkMk id="3" creationId="{273227FD-262E-B52A-6554-36225A86627A}"/>
          </ac:inkMkLst>
        </pc:inkChg>
        <pc:inkChg chg="add del mod topLvl">
          <ac:chgData name="Leônidas Müller de Oliveira" userId="5af9566427f0cd7a" providerId="LiveId" clId="{63C81AE7-AA3A-4E90-832C-409CB7F54A2D}" dt="2025-06-01T15:07:53.669" v="535" actId="478"/>
          <ac:inkMkLst>
            <pc:docMk/>
            <pc:sldMk cId="1496846400" sldId="324"/>
            <ac:inkMk id="4" creationId="{16E34F77-443C-EE8F-B6E2-A19FBB31FF94}"/>
          </ac:inkMkLst>
        </pc:inkChg>
        <pc:inkChg chg="add del mod topLvl">
          <ac:chgData name="Leônidas Müller de Oliveira" userId="5af9566427f0cd7a" providerId="LiveId" clId="{63C81AE7-AA3A-4E90-832C-409CB7F54A2D}" dt="2025-06-01T15:07:53.669" v="535" actId="478"/>
          <ac:inkMkLst>
            <pc:docMk/>
            <pc:sldMk cId="1496846400" sldId="324"/>
            <ac:inkMk id="6" creationId="{91B739EE-7B4C-7151-AD19-6219E1A7A9AF}"/>
          </ac:inkMkLst>
        </pc:inkChg>
        <pc:inkChg chg="add del mod topLvl">
          <ac:chgData name="Leônidas Müller de Oliveira" userId="5af9566427f0cd7a" providerId="LiveId" clId="{63C81AE7-AA3A-4E90-832C-409CB7F54A2D}" dt="2025-06-01T15:07:53.669" v="535" actId="478"/>
          <ac:inkMkLst>
            <pc:docMk/>
            <pc:sldMk cId="1496846400" sldId="324"/>
            <ac:inkMk id="8" creationId="{FD728A8E-5EC2-2698-5C66-54CAD396BE22}"/>
          </ac:inkMkLst>
        </pc:inkChg>
        <pc:inkChg chg="add del mod">
          <ac:chgData name="Leônidas Müller de Oliveira" userId="5af9566427f0cd7a" providerId="LiveId" clId="{63C81AE7-AA3A-4E90-832C-409CB7F54A2D}" dt="2025-06-01T15:07:53.669" v="535" actId="478"/>
          <ac:inkMkLst>
            <pc:docMk/>
            <pc:sldMk cId="1496846400" sldId="324"/>
            <ac:inkMk id="12" creationId="{8231913E-199C-4E30-75C3-145367B2AFEE}"/>
          </ac:inkMkLst>
        </pc:inkChg>
      </pc:sldChg>
      <pc:sldChg chg="addSp modSp mod ord">
        <pc:chgData name="Leônidas Müller de Oliveira" userId="5af9566427f0cd7a" providerId="LiveId" clId="{63C81AE7-AA3A-4E90-832C-409CB7F54A2D}" dt="2025-06-01T14:53:41.964" v="245"/>
        <pc:sldMkLst>
          <pc:docMk/>
          <pc:sldMk cId="3400539176" sldId="326"/>
        </pc:sldMkLst>
        <pc:spChg chg="mod">
          <ac:chgData name="Leônidas Müller de Oliveira" userId="5af9566427f0cd7a" providerId="LiveId" clId="{63C81AE7-AA3A-4E90-832C-409CB7F54A2D}" dt="2025-06-01T14:35:21.425" v="40" actId="20577"/>
          <ac:spMkLst>
            <pc:docMk/>
            <pc:sldMk cId="3400539176" sldId="326"/>
            <ac:spMk id="10" creationId="{D7001BA3-CB80-4627-9BF8-F969EC7D3809}"/>
          </ac:spMkLst>
        </pc:spChg>
        <pc:grpChg chg="mod">
          <ac:chgData name="Leônidas Müller de Oliveira" userId="5af9566427f0cd7a" providerId="LiveId" clId="{63C81AE7-AA3A-4E90-832C-409CB7F54A2D}" dt="2025-06-01T14:53:39.744" v="241"/>
          <ac:grpSpMkLst>
            <pc:docMk/>
            <pc:sldMk cId="3400539176" sldId="326"/>
            <ac:grpSpMk id="9" creationId="{9EF7C883-42EE-73F1-1188-F7A5BD0EA7A4}"/>
          </ac:grpSpMkLst>
        </pc:grpChg>
        <pc:grpChg chg="mod">
          <ac:chgData name="Leônidas Müller de Oliveira" userId="5af9566427f0cd7a" providerId="LiveId" clId="{63C81AE7-AA3A-4E90-832C-409CB7F54A2D}" dt="2025-06-01T14:53:41.964" v="245"/>
          <ac:grpSpMkLst>
            <pc:docMk/>
            <pc:sldMk cId="3400539176" sldId="326"/>
            <ac:grpSpMk id="14" creationId="{4F2E8442-8665-5953-5E10-C34C5FFB1161}"/>
          </ac:grpSpMkLst>
        </pc:grpChg>
        <pc:picChg chg="mod">
          <ac:chgData name="Leônidas Müller de Oliveira" userId="5af9566427f0cd7a" providerId="LiveId" clId="{63C81AE7-AA3A-4E90-832C-409CB7F54A2D}" dt="2025-06-01T14:33:43.142" v="16" actId="1076"/>
          <ac:picMkLst>
            <pc:docMk/>
            <pc:sldMk cId="3400539176" sldId="326"/>
            <ac:picMk id="4" creationId="{49C05D26-89AD-EE78-A2FB-86B5AE25FA73}"/>
          </ac:picMkLst>
        </pc:picChg>
        <pc:inkChg chg="add">
          <ac:chgData name="Leônidas Müller de Oliveira" userId="5af9566427f0cd7a" providerId="LiveId" clId="{63C81AE7-AA3A-4E90-832C-409CB7F54A2D}" dt="2025-06-01T14:46:53.036" v="119" actId="9405"/>
          <ac:inkMkLst>
            <pc:docMk/>
            <pc:sldMk cId="3400539176" sldId="326"/>
            <ac:inkMk id="3" creationId="{540F5B4F-E580-8325-44FA-63044CAA022A}"/>
          </ac:inkMkLst>
        </pc:inkChg>
        <pc:inkChg chg="add">
          <ac:chgData name="Leônidas Müller de Oliveira" userId="5af9566427f0cd7a" providerId="LiveId" clId="{63C81AE7-AA3A-4E90-832C-409CB7F54A2D}" dt="2025-06-01T14:46:56.005" v="120" actId="9405"/>
          <ac:inkMkLst>
            <pc:docMk/>
            <pc:sldMk cId="3400539176" sldId="326"/>
            <ac:inkMk id="5" creationId="{E4860291-5F55-AFAD-099C-0E77DC25259A}"/>
          </ac:inkMkLst>
        </pc:inkChg>
        <pc:inkChg chg="add mod">
          <ac:chgData name="Leônidas Müller de Oliveira" userId="5af9566427f0cd7a" providerId="LiveId" clId="{63C81AE7-AA3A-4E90-832C-409CB7F54A2D}" dt="2025-06-01T14:53:39.744" v="241"/>
          <ac:inkMkLst>
            <pc:docMk/>
            <pc:sldMk cId="3400539176" sldId="326"/>
            <ac:inkMk id="6" creationId="{E43C80F1-A455-B6CE-A5AB-F20F70435712}"/>
          </ac:inkMkLst>
        </pc:inkChg>
        <pc:inkChg chg="add mod">
          <ac:chgData name="Leônidas Müller de Oliveira" userId="5af9566427f0cd7a" providerId="LiveId" clId="{63C81AE7-AA3A-4E90-832C-409CB7F54A2D}" dt="2025-06-01T14:53:39.744" v="241"/>
          <ac:inkMkLst>
            <pc:docMk/>
            <pc:sldMk cId="3400539176" sldId="326"/>
            <ac:inkMk id="7" creationId="{F2B52B41-9B86-72E7-B350-5C9B1180DEBB}"/>
          </ac:inkMkLst>
        </pc:inkChg>
        <pc:inkChg chg="add mod">
          <ac:chgData name="Leônidas Müller de Oliveira" userId="5af9566427f0cd7a" providerId="LiveId" clId="{63C81AE7-AA3A-4E90-832C-409CB7F54A2D}" dt="2025-06-01T14:53:39.744" v="241"/>
          <ac:inkMkLst>
            <pc:docMk/>
            <pc:sldMk cId="3400539176" sldId="326"/>
            <ac:inkMk id="8" creationId="{5BECF82C-C868-1A25-6B56-D7F087486452}"/>
          </ac:inkMkLst>
        </pc:inkChg>
        <pc:inkChg chg="add mod">
          <ac:chgData name="Leônidas Müller de Oliveira" userId="5af9566427f0cd7a" providerId="LiveId" clId="{63C81AE7-AA3A-4E90-832C-409CB7F54A2D}" dt="2025-06-01T14:53:41.964" v="245"/>
          <ac:inkMkLst>
            <pc:docMk/>
            <pc:sldMk cId="3400539176" sldId="326"/>
            <ac:inkMk id="11" creationId="{13FC5742-68E8-328E-25F9-9D2457E3DC8A}"/>
          </ac:inkMkLst>
        </pc:inkChg>
        <pc:inkChg chg="add mod">
          <ac:chgData name="Leônidas Müller de Oliveira" userId="5af9566427f0cd7a" providerId="LiveId" clId="{63C81AE7-AA3A-4E90-832C-409CB7F54A2D}" dt="2025-06-01T14:53:41.964" v="245"/>
          <ac:inkMkLst>
            <pc:docMk/>
            <pc:sldMk cId="3400539176" sldId="326"/>
            <ac:inkMk id="12" creationId="{2B546A48-1CF8-6F46-D1FF-909846D026A3}"/>
          </ac:inkMkLst>
        </pc:inkChg>
        <pc:inkChg chg="add mod">
          <ac:chgData name="Leônidas Müller de Oliveira" userId="5af9566427f0cd7a" providerId="LiveId" clId="{63C81AE7-AA3A-4E90-832C-409CB7F54A2D}" dt="2025-06-01T14:53:41.964" v="245"/>
          <ac:inkMkLst>
            <pc:docMk/>
            <pc:sldMk cId="3400539176" sldId="326"/>
            <ac:inkMk id="13" creationId="{93C9CB81-7990-427B-BF0E-25FEAA5693C5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4:49:06.133" v="142" actId="9405"/>
        <pc:sldMkLst>
          <pc:docMk/>
          <pc:sldMk cId="3915930949" sldId="327"/>
        </pc:sldMkLst>
        <pc:spChg chg="add mod">
          <ac:chgData name="Leônidas Müller de Oliveira" userId="5af9566427f0cd7a" providerId="LiveId" clId="{63C81AE7-AA3A-4E90-832C-409CB7F54A2D}" dt="2025-06-01T14:37:55.965" v="64"/>
          <ac:spMkLst>
            <pc:docMk/>
            <pc:sldMk cId="3915930949" sldId="327"/>
            <ac:spMk id="6" creationId="{2B787A5D-D66C-01E6-41AC-69A5CCE3406F}"/>
          </ac:spMkLst>
        </pc:spChg>
        <pc:spChg chg="del mod">
          <ac:chgData name="Leônidas Müller de Oliveira" userId="5af9566427f0cd7a" providerId="LiveId" clId="{63C81AE7-AA3A-4E90-832C-409CB7F54A2D}" dt="2025-06-01T14:37:55.672" v="63" actId="478"/>
          <ac:spMkLst>
            <pc:docMk/>
            <pc:sldMk cId="3915930949" sldId="327"/>
            <ac:spMk id="10" creationId="{D7001BA3-CB80-4627-9BF8-F969EC7D3809}"/>
          </ac:spMkLst>
        </pc:spChg>
        <pc:grpChg chg="del mod">
          <ac:chgData name="Leônidas Müller de Oliveira" userId="5af9566427f0cd7a" providerId="LiveId" clId="{63C81AE7-AA3A-4E90-832C-409CB7F54A2D}" dt="2025-06-01T14:46:18.359" v="105"/>
          <ac:grpSpMkLst>
            <pc:docMk/>
            <pc:sldMk cId="3915930949" sldId="327"/>
            <ac:grpSpMk id="14" creationId="{518D4009-BECE-A8B2-8A7B-E601062558BD}"/>
          </ac:grpSpMkLst>
        </pc:grpChg>
        <pc:grpChg chg="del mod">
          <ac:chgData name="Leônidas Müller de Oliveira" userId="5af9566427f0cd7a" providerId="LiveId" clId="{63C81AE7-AA3A-4E90-832C-409CB7F54A2D}" dt="2025-06-01T14:46:21.278" v="109"/>
          <ac:grpSpMkLst>
            <pc:docMk/>
            <pc:sldMk cId="3915930949" sldId="327"/>
            <ac:grpSpMk id="16" creationId="{900B4245-BB84-383B-02A4-B744AC16C909}"/>
          </ac:grpSpMkLst>
        </pc:grpChg>
        <pc:grpChg chg="mod">
          <ac:chgData name="Leônidas Müller de Oliveira" userId="5af9566427f0cd7a" providerId="LiveId" clId="{63C81AE7-AA3A-4E90-832C-409CB7F54A2D}" dt="2025-06-01T14:46:21.278" v="109"/>
          <ac:grpSpMkLst>
            <pc:docMk/>
            <pc:sldMk cId="3915930949" sldId="327"/>
            <ac:grpSpMk id="20" creationId="{045CCE4D-6178-8EC8-997D-D16E0D2634EA}"/>
          </ac:grpSpMkLst>
        </pc:grpChg>
        <pc:grpChg chg="del mod">
          <ac:chgData name="Leônidas Müller de Oliveira" userId="5af9566427f0cd7a" providerId="LiveId" clId="{63C81AE7-AA3A-4E90-832C-409CB7F54A2D}" dt="2025-06-01T14:46:40.566" v="116"/>
          <ac:grpSpMkLst>
            <pc:docMk/>
            <pc:sldMk cId="3915930949" sldId="327"/>
            <ac:grpSpMk id="25" creationId="{51F5943D-EB97-42F4-9D3B-B1A806E1FCF8}"/>
          </ac:grpSpMkLst>
        </pc:grpChg>
        <pc:grpChg chg="del mod">
          <ac:chgData name="Leônidas Müller de Oliveira" userId="5af9566427f0cd7a" providerId="LiveId" clId="{63C81AE7-AA3A-4E90-832C-409CB7F54A2D}" dt="2025-06-01T14:46:41.543" v="118"/>
          <ac:grpSpMkLst>
            <pc:docMk/>
            <pc:sldMk cId="3915930949" sldId="327"/>
            <ac:grpSpMk id="27" creationId="{E5E4ED06-6F96-32C2-FAEA-7D14BD80B244}"/>
          </ac:grpSpMkLst>
        </pc:grpChg>
        <pc:grpChg chg="del mod">
          <ac:chgData name="Leônidas Müller de Oliveira" userId="5af9566427f0cd7a" providerId="LiveId" clId="{63C81AE7-AA3A-4E90-832C-409CB7F54A2D}" dt="2025-06-01T14:47:43.788" v="122"/>
          <ac:grpSpMkLst>
            <pc:docMk/>
            <pc:sldMk cId="3915930949" sldId="327"/>
            <ac:grpSpMk id="29" creationId="{DC6E0A4C-1DB5-93EA-B92B-5A5AAED6DBA3}"/>
          </ac:grpSpMkLst>
        </pc:grpChg>
        <pc:grpChg chg="mod">
          <ac:chgData name="Leônidas Müller de Oliveira" userId="5af9566427f0cd7a" providerId="LiveId" clId="{63C81AE7-AA3A-4E90-832C-409CB7F54A2D}" dt="2025-06-01T14:47:43.788" v="122"/>
          <ac:grpSpMkLst>
            <pc:docMk/>
            <pc:sldMk cId="3915930949" sldId="327"/>
            <ac:grpSpMk id="31" creationId="{35A122CD-22AA-C5E7-EFA3-F8EABF14BF70}"/>
          </ac:grpSpMkLst>
        </pc:grpChg>
        <pc:grpChg chg="del mod">
          <ac:chgData name="Leônidas Müller de Oliveira" userId="5af9566427f0cd7a" providerId="LiveId" clId="{63C81AE7-AA3A-4E90-832C-409CB7F54A2D}" dt="2025-06-01T14:48:07.971" v="138"/>
          <ac:grpSpMkLst>
            <pc:docMk/>
            <pc:sldMk cId="3915930949" sldId="327"/>
            <ac:grpSpMk id="36" creationId="{AE812105-2D75-22A1-22F5-F20F2CA3EA90}"/>
          </ac:grpSpMkLst>
        </pc:grpChg>
        <pc:grpChg chg="del mod">
          <ac:chgData name="Leônidas Müller de Oliveira" userId="5af9566427f0cd7a" providerId="LiveId" clId="{63C81AE7-AA3A-4E90-832C-409CB7F54A2D}" dt="2025-06-01T14:48:01.390" v="134"/>
          <ac:grpSpMkLst>
            <pc:docMk/>
            <pc:sldMk cId="3915930949" sldId="327"/>
            <ac:grpSpMk id="43" creationId="{CCDE3130-8316-18EC-AFF6-D024939A7C31}"/>
          </ac:grpSpMkLst>
        </pc:grpChg>
        <pc:grpChg chg="mod">
          <ac:chgData name="Leônidas Müller de Oliveira" userId="5af9566427f0cd7a" providerId="LiveId" clId="{63C81AE7-AA3A-4E90-832C-409CB7F54A2D}" dt="2025-06-01T14:48:01.390" v="134"/>
          <ac:grpSpMkLst>
            <pc:docMk/>
            <pc:sldMk cId="3915930949" sldId="327"/>
            <ac:grpSpMk id="44" creationId="{90B6CA02-85D8-5A02-7AA0-C8E891576385}"/>
          </ac:grpSpMkLst>
        </pc:grpChg>
        <pc:grpChg chg="del mod">
          <ac:chgData name="Leônidas Müller de Oliveira" userId="5af9566427f0cd7a" providerId="LiveId" clId="{63C81AE7-AA3A-4E90-832C-409CB7F54A2D}" dt="2025-06-01T14:48:32.327" v="141"/>
          <ac:grpSpMkLst>
            <pc:docMk/>
            <pc:sldMk cId="3915930949" sldId="327"/>
            <ac:grpSpMk id="48" creationId="{DA967AE1-A226-1505-952C-3457E1C68C56}"/>
          </ac:grpSpMkLst>
        </pc:grpChg>
        <pc:grpChg chg="mod">
          <ac:chgData name="Leônidas Müller de Oliveira" userId="5af9566427f0cd7a" providerId="LiveId" clId="{63C81AE7-AA3A-4E90-832C-409CB7F54A2D}" dt="2025-06-01T14:48:32.327" v="141"/>
          <ac:grpSpMkLst>
            <pc:docMk/>
            <pc:sldMk cId="3915930949" sldId="327"/>
            <ac:grpSpMk id="51" creationId="{6C7153FF-919F-42DE-A022-8EB7139F3655}"/>
          </ac:grpSpMkLst>
        </pc:grpChg>
        <pc:picChg chg="del">
          <ac:chgData name="Leônidas Müller de Oliveira" userId="5af9566427f0cd7a" providerId="LiveId" clId="{63C81AE7-AA3A-4E90-832C-409CB7F54A2D}" dt="2025-06-01T14:36:34.690" v="50" actId="478"/>
          <ac:picMkLst>
            <pc:docMk/>
            <pc:sldMk cId="3915930949" sldId="327"/>
            <ac:picMk id="4" creationId="{49C05D26-89AD-EE78-A2FB-86B5AE25FA73}"/>
          </ac:picMkLst>
        </pc:picChg>
        <pc:picChg chg="add mod">
          <ac:chgData name="Leônidas Müller de Oliveira" userId="5af9566427f0cd7a" providerId="LiveId" clId="{63C81AE7-AA3A-4E90-832C-409CB7F54A2D}" dt="2025-06-01T14:36:40.532" v="53" actId="1076"/>
          <ac:picMkLst>
            <pc:docMk/>
            <pc:sldMk cId="3915930949" sldId="327"/>
            <ac:picMk id="5" creationId="{29AAE48A-2F75-E363-B3C6-3C85FB3A559F}"/>
          </ac:picMkLst>
        </pc:picChg>
        <pc:inkChg chg="add">
          <ac:chgData name="Leônidas Müller de Oliveira" userId="5af9566427f0cd7a" providerId="LiveId" clId="{63C81AE7-AA3A-4E90-832C-409CB7F54A2D}" dt="2025-06-01T14:45:59.659" v="97" actId="9405"/>
          <ac:inkMkLst>
            <pc:docMk/>
            <pc:sldMk cId="3915930949" sldId="327"/>
            <ac:inkMk id="7" creationId="{72E742AA-817D-5CB8-3A8A-E748F99C1A0E}"/>
          </ac:inkMkLst>
        </pc:inkChg>
        <pc:inkChg chg="add">
          <ac:chgData name="Leônidas Müller de Oliveira" userId="5af9566427f0cd7a" providerId="LiveId" clId="{63C81AE7-AA3A-4E90-832C-409CB7F54A2D}" dt="2025-06-01T14:46:07.896" v="98" actId="9405"/>
          <ac:inkMkLst>
            <pc:docMk/>
            <pc:sldMk cId="3915930949" sldId="327"/>
            <ac:inkMk id="8" creationId="{BB9CECCB-FCC7-0CB1-9CAD-B80057BFA1D9}"/>
          </ac:inkMkLst>
        </pc:inkChg>
        <pc:inkChg chg="add">
          <ac:chgData name="Leônidas Müller de Oliveira" userId="5af9566427f0cd7a" providerId="LiveId" clId="{63C81AE7-AA3A-4E90-832C-409CB7F54A2D}" dt="2025-06-01T14:46:11.738" v="99" actId="9405"/>
          <ac:inkMkLst>
            <pc:docMk/>
            <pc:sldMk cId="3915930949" sldId="327"/>
            <ac:inkMk id="9" creationId="{68C61838-0577-760D-3D52-A52CFE936641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1" creationId="{589D4089-84D6-1094-1234-5460C0893EC9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2" creationId="{21FC1498-EE9A-6975-A26E-6A13E1CEA729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3" creationId="{8CDF20C6-BC90-DBB5-F097-0BBF428DFDD7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5" creationId="{3FF327CD-40B3-8208-EFD9-FCEEDFF05AF2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7" creationId="{BBA6026B-8442-A367-431C-9DFAD0AD600E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8" creationId="{DCFC7B52-B338-A8CB-6129-0D056E18A768}"/>
          </ac:inkMkLst>
        </pc:inkChg>
        <pc:inkChg chg="add mod">
          <ac:chgData name="Leônidas Müller de Oliveira" userId="5af9566427f0cd7a" providerId="LiveId" clId="{63C81AE7-AA3A-4E90-832C-409CB7F54A2D}" dt="2025-06-01T14:46:21.278" v="109"/>
          <ac:inkMkLst>
            <pc:docMk/>
            <pc:sldMk cId="3915930949" sldId="327"/>
            <ac:inkMk id="19" creationId="{E59D0081-D6CF-78D7-15B0-B542C5F49598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21" creationId="{0293DA96-8F65-0CEB-667D-6DCACB161623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22" creationId="{3E0CFC72-0562-C814-D173-F0C86CD60DE9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23" creationId="{ACF4761B-7132-E20D-8A5E-40C24098F88E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24" creationId="{388949FF-50B2-CC65-A367-76ED070B4FB4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26" creationId="{6B991945-B5C7-1FF8-EFB0-D4A85A454009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28" creationId="{9A7A0773-31E1-2F98-3A19-85DDBEA7DFCB}"/>
          </ac:inkMkLst>
        </pc:inkChg>
        <pc:inkChg chg="add mod">
          <ac:chgData name="Leônidas Müller de Oliveira" userId="5af9566427f0cd7a" providerId="LiveId" clId="{63C81AE7-AA3A-4E90-832C-409CB7F54A2D}" dt="2025-06-01T14:47:43.788" v="122"/>
          <ac:inkMkLst>
            <pc:docMk/>
            <pc:sldMk cId="3915930949" sldId="327"/>
            <ac:inkMk id="30" creationId="{814D4DA1-DF40-556A-0D52-F9B5E20EEA9B}"/>
          </ac:inkMkLst>
        </pc:inkChg>
        <pc:inkChg chg="add">
          <ac:chgData name="Leônidas Müller de Oliveira" userId="5af9566427f0cd7a" providerId="LiveId" clId="{63C81AE7-AA3A-4E90-832C-409CB7F54A2D}" dt="2025-06-01T14:47:47.552" v="123" actId="9405"/>
          <ac:inkMkLst>
            <pc:docMk/>
            <pc:sldMk cId="3915930949" sldId="327"/>
            <ac:inkMk id="32" creationId="{93D7ECDA-FAEB-420D-07E2-39E7C701CCD2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33" creationId="{92D51FF1-8423-7F78-7BA9-2C0346FC37CF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34" creationId="{E601D43D-62A1-E630-284B-56D1502E3164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35" creationId="{91A1FB97-6ABD-E451-4E46-08D9938DD1BF}"/>
          </ac:inkMkLst>
        </pc:inkChg>
        <pc:inkChg chg="add mod">
          <ac:chgData name="Leônidas Müller de Oliveira" userId="5af9566427f0cd7a" providerId="LiveId" clId="{63C81AE7-AA3A-4E90-832C-409CB7F54A2D}" dt="2025-06-01T14:48:01.390" v="134"/>
          <ac:inkMkLst>
            <pc:docMk/>
            <pc:sldMk cId="3915930949" sldId="327"/>
            <ac:inkMk id="37" creationId="{86E081F7-2D8C-CD81-2BAC-60223758B213}"/>
          </ac:inkMkLst>
        </pc:inkChg>
        <pc:inkChg chg="add mod">
          <ac:chgData name="Leônidas Müller de Oliveira" userId="5af9566427f0cd7a" providerId="LiveId" clId="{63C81AE7-AA3A-4E90-832C-409CB7F54A2D}" dt="2025-06-01T14:48:01.390" v="134"/>
          <ac:inkMkLst>
            <pc:docMk/>
            <pc:sldMk cId="3915930949" sldId="327"/>
            <ac:inkMk id="38" creationId="{087C75C4-2E3B-3AFB-85B5-7CD99EF69022}"/>
          </ac:inkMkLst>
        </pc:inkChg>
        <pc:inkChg chg="add mod">
          <ac:chgData name="Leônidas Müller de Oliveira" userId="5af9566427f0cd7a" providerId="LiveId" clId="{63C81AE7-AA3A-4E90-832C-409CB7F54A2D}" dt="2025-06-01T14:48:01.390" v="134"/>
          <ac:inkMkLst>
            <pc:docMk/>
            <pc:sldMk cId="3915930949" sldId="327"/>
            <ac:inkMk id="39" creationId="{10969D4F-2DD8-0F9F-4C82-B9A29784D3E4}"/>
          </ac:inkMkLst>
        </pc:inkChg>
        <pc:inkChg chg="add mod">
          <ac:chgData name="Leônidas Müller de Oliveira" userId="5af9566427f0cd7a" providerId="LiveId" clId="{63C81AE7-AA3A-4E90-832C-409CB7F54A2D}" dt="2025-06-01T14:48:01.390" v="134"/>
          <ac:inkMkLst>
            <pc:docMk/>
            <pc:sldMk cId="3915930949" sldId="327"/>
            <ac:inkMk id="40" creationId="{DAE88CB2-FD11-84BE-0F56-09D9F5CAB543}"/>
          </ac:inkMkLst>
        </pc:inkChg>
        <pc:inkChg chg="add mod">
          <ac:chgData name="Leônidas Müller de Oliveira" userId="5af9566427f0cd7a" providerId="LiveId" clId="{63C81AE7-AA3A-4E90-832C-409CB7F54A2D}" dt="2025-06-01T14:48:01.390" v="134"/>
          <ac:inkMkLst>
            <pc:docMk/>
            <pc:sldMk cId="3915930949" sldId="327"/>
            <ac:inkMk id="41" creationId="{AE016E44-E840-6CA7-C419-09F89F414A57}"/>
          </ac:inkMkLst>
        </pc:inkChg>
        <pc:inkChg chg="add mod">
          <ac:chgData name="Leônidas Müller de Oliveira" userId="5af9566427f0cd7a" providerId="LiveId" clId="{63C81AE7-AA3A-4E90-832C-409CB7F54A2D}" dt="2025-06-01T14:48:01.390" v="134"/>
          <ac:inkMkLst>
            <pc:docMk/>
            <pc:sldMk cId="3915930949" sldId="327"/>
            <ac:inkMk id="42" creationId="{F8E4EE8E-3C38-2D96-6760-10C2C0DE9AC2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45" creationId="{0097EE4F-EC48-5999-29BC-495654620B00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46" creationId="{811E66A7-600B-D591-8747-BCBE983AD10C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47" creationId="{B27BF8CC-B35A-4E1C-CCBC-401CF71F47AD}"/>
          </ac:inkMkLst>
        </pc:inkChg>
        <pc:inkChg chg="add">
          <ac:chgData name="Leônidas Müller de Oliveira" userId="5af9566427f0cd7a" providerId="LiveId" clId="{63C81AE7-AA3A-4E90-832C-409CB7F54A2D}" dt="2025-06-01T14:48:19.544" v="139" actId="9405"/>
          <ac:inkMkLst>
            <pc:docMk/>
            <pc:sldMk cId="3915930949" sldId="327"/>
            <ac:inkMk id="49" creationId="{6F08630E-1B08-3366-3A03-EA5AF78544E5}"/>
          </ac:inkMkLst>
        </pc:inkChg>
        <pc:inkChg chg="add mod">
          <ac:chgData name="Leônidas Müller de Oliveira" userId="5af9566427f0cd7a" providerId="LiveId" clId="{63C81AE7-AA3A-4E90-832C-409CB7F54A2D}" dt="2025-06-01T14:48:32.327" v="141"/>
          <ac:inkMkLst>
            <pc:docMk/>
            <pc:sldMk cId="3915930949" sldId="327"/>
            <ac:inkMk id="50" creationId="{B01B7B71-90A2-13F4-63A1-2C002A1E853B}"/>
          </ac:inkMkLst>
        </pc:inkChg>
        <pc:inkChg chg="add">
          <ac:chgData name="Leônidas Müller de Oliveira" userId="5af9566427f0cd7a" providerId="LiveId" clId="{63C81AE7-AA3A-4E90-832C-409CB7F54A2D}" dt="2025-06-01T14:49:06.133" v="142" actId="9405"/>
          <ac:inkMkLst>
            <pc:docMk/>
            <pc:sldMk cId="3915930949" sldId="327"/>
            <ac:inkMk id="52" creationId="{EDD896E5-CE70-0F99-F642-455DAAEAE1C4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7:40:07.005" v="721"/>
        <pc:sldMkLst>
          <pc:docMk/>
          <pc:sldMk cId="2492809242" sldId="328"/>
        </pc:sldMkLst>
        <pc:spChg chg="add mod">
          <ac:chgData name="Leônidas Müller de Oliveira" userId="5af9566427f0cd7a" providerId="LiveId" clId="{63C81AE7-AA3A-4E90-832C-409CB7F54A2D}" dt="2025-06-01T14:37:59.469" v="66"/>
          <ac:spMkLst>
            <pc:docMk/>
            <pc:sldMk cId="2492809242" sldId="328"/>
            <ac:spMk id="6" creationId="{80676B98-171F-3450-79C5-39D78EDB16D0}"/>
          </ac:spMkLst>
        </pc:spChg>
        <pc:spChg chg="del">
          <ac:chgData name="Leônidas Müller de Oliveira" userId="5af9566427f0cd7a" providerId="LiveId" clId="{63C81AE7-AA3A-4E90-832C-409CB7F54A2D}" dt="2025-06-01T14:37:59.251" v="65" actId="478"/>
          <ac:spMkLst>
            <pc:docMk/>
            <pc:sldMk cId="2492809242" sldId="328"/>
            <ac:spMk id="10" creationId="{D7001BA3-CB80-4627-9BF8-F969EC7D3809}"/>
          </ac:spMkLst>
        </pc:spChg>
        <pc:grpChg chg="del mod">
          <ac:chgData name="Leônidas Müller de Oliveira" userId="5af9566427f0cd7a" providerId="LiveId" clId="{63C81AE7-AA3A-4E90-832C-409CB7F54A2D}" dt="2025-06-01T14:51:22.626" v="204"/>
          <ac:grpSpMkLst>
            <pc:docMk/>
            <pc:sldMk cId="2492809242" sldId="328"/>
            <ac:grpSpMk id="11" creationId="{418A0E74-041B-BF1F-A8D1-F59CE73862B1}"/>
          </ac:grpSpMkLst>
        </pc:grpChg>
        <pc:grpChg chg="del mod">
          <ac:chgData name="Leônidas Müller de Oliveira" userId="5af9566427f0cd7a" providerId="LiveId" clId="{63C81AE7-AA3A-4E90-832C-409CB7F54A2D}" dt="2025-06-01T14:49:59.493" v="157"/>
          <ac:grpSpMkLst>
            <pc:docMk/>
            <pc:sldMk cId="2492809242" sldId="328"/>
            <ac:grpSpMk id="15" creationId="{6FA74966-FB74-20DD-8442-F530B4CE43B4}"/>
          </ac:grpSpMkLst>
        </pc:grpChg>
        <pc:grpChg chg="del mod">
          <ac:chgData name="Leônidas Müller de Oliveira" userId="5af9566427f0cd7a" providerId="LiveId" clId="{63C81AE7-AA3A-4E90-832C-409CB7F54A2D}" dt="2025-06-01T14:51:22.626" v="204"/>
          <ac:grpSpMkLst>
            <pc:docMk/>
            <pc:sldMk cId="2492809242" sldId="328"/>
            <ac:grpSpMk id="22" creationId="{A8F675A2-A59E-4552-144A-78E9B148CA5C}"/>
          </ac:grpSpMkLst>
        </pc:grpChg>
        <pc:grpChg chg="del mod">
          <ac:chgData name="Leônidas Müller de Oliveira" userId="5af9566427f0cd7a" providerId="LiveId" clId="{63C81AE7-AA3A-4E90-832C-409CB7F54A2D}" dt="2025-06-01T14:50:49.114" v="184"/>
          <ac:grpSpMkLst>
            <pc:docMk/>
            <pc:sldMk cId="2492809242" sldId="328"/>
            <ac:grpSpMk id="27" creationId="{09F96D6D-0D74-3DFE-05F6-51333A285179}"/>
          </ac:grpSpMkLst>
        </pc:grpChg>
        <pc:grpChg chg="del mod">
          <ac:chgData name="Leônidas Müller de Oliveira" userId="5af9566427f0cd7a" providerId="LiveId" clId="{63C81AE7-AA3A-4E90-832C-409CB7F54A2D}" dt="2025-06-01T14:50:49.114" v="184"/>
          <ac:grpSpMkLst>
            <pc:docMk/>
            <pc:sldMk cId="2492809242" sldId="328"/>
            <ac:grpSpMk id="36" creationId="{F09F7433-C838-4AC1-B452-A45992233A33}"/>
          </ac:grpSpMkLst>
        </pc:grpChg>
        <pc:grpChg chg="del mod">
          <ac:chgData name="Leônidas Müller de Oliveira" userId="5af9566427f0cd7a" providerId="LiveId" clId="{63C81AE7-AA3A-4E90-832C-409CB7F54A2D}" dt="2025-06-01T14:51:05.652" v="187"/>
          <ac:grpSpMkLst>
            <pc:docMk/>
            <pc:sldMk cId="2492809242" sldId="328"/>
            <ac:grpSpMk id="49" creationId="{6BD48050-BC8F-2434-E520-51540343A21E}"/>
          </ac:grpSpMkLst>
        </pc:grpChg>
        <pc:grpChg chg="del mod">
          <ac:chgData name="Leônidas Müller de Oliveira" userId="5af9566427f0cd7a" providerId="LiveId" clId="{63C81AE7-AA3A-4E90-832C-409CB7F54A2D}" dt="2025-06-01T14:51:22.626" v="204"/>
          <ac:grpSpMkLst>
            <pc:docMk/>
            <pc:sldMk cId="2492809242" sldId="328"/>
            <ac:grpSpMk id="52" creationId="{4F8777F9-73F3-AFAB-744C-6280BAEF6A07}"/>
          </ac:grpSpMkLst>
        </pc:grpChg>
        <pc:grpChg chg="del mod">
          <ac:chgData name="Leônidas Müller de Oliveira" userId="5af9566427f0cd7a" providerId="LiveId" clId="{63C81AE7-AA3A-4E90-832C-409CB7F54A2D}" dt="2025-06-01T14:51:22.626" v="204"/>
          <ac:grpSpMkLst>
            <pc:docMk/>
            <pc:sldMk cId="2492809242" sldId="328"/>
            <ac:grpSpMk id="58" creationId="{21005088-FFC4-EF01-5413-E7F2ECB9D6B1}"/>
          </ac:grpSpMkLst>
        </pc:grpChg>
        <pc:grpChg chg="del mod">
          <ac:chgData name="Leônidas Müller de Oliveira" userId="5af9566427f0cd7a" providerId="LiveId" clId="{63C81AE7-AA3A-4E90-832C-409CB7F54A2D}" dt="2025-06-01T14:51:22.626" v="204"/>
          <ac:grpSpMkLst>
            <pc:docMk/>
            <pc:sldMk cId="2492809242" sldId="328"/>
            <ac:grpSpMk id="130" creationId="{A3F71E72-B540-11B9-510D-B3E4558240F0}"/>
          </ac:grpSpMkLst>
        </pc:grpChg>
        <pc:grpChg chg="del mod">
          <ac:chgData name="Leônidas Müller de Oliveira" userId="5af9566427f0cd7a" providerId="LiveId" clId="{63C81AE7-AA3A-4E90-832C-409CB7F54A2D}" dt="2025-06-01T14:51:26.204" v="207"/>
          <ac:grpSpMkLst>
            <pc:docMk/>
            <pc:sldMk cId="2492809242" sldId="328"/>
            <ac:grpSpMk id="133" creationId="{87C953AB-6432-E41E-23F3-FF3C5E10A61E}"/>
          </ac:grpSpMkLst>
        </pc:grpChg>
        <pc:grpChg chg="del mod">
          <ac:chgData name="Leônidas Müller de Oliveira" userId="5af9566427f0cd7a" providerId="LiveId" clId="{63C81AE7-AA3A-4E90-832C-409CB7F54A2D}" dt="2025-06-01T14:51:37.638" v="211"/>
          <ac:grpSpMkLst>
            <pc:docMk/>
            <pc:sldMk cId="2492809242" sldId="328"/>
            <ac:grpSpMk id="136" creationId="{7E6C9BE5-5542-8F7B-2587-660B29AC0F82}"/>
          </ac:grpSpMkLst>
        </pc:grpChg>
        <pc:grpChg chg="del mod">
          <ac:chgData name="Leônidas Müller de Oliveira" userId="5af9566427f0cd7a" providerId="LiveId" clId="{63C81AE7-AA3A-4E90-832C-409CB7F54A2D}" dt="2025-06-01T14:51:42.133" v="215"/>
          <ac:grpSpMkLst>
            <pc:docMk/>
            <pc:sldMk cId="2492809242" sldId="328"/>
            <ac:grpSpMk id="141" creationId="{6BB77C0D-D96A-1C5A-E2F4-8FEFFC0BE5C2}"/>
          </ac:grpSpMkLst>
        </pc:grpChg>
        <pc:grpChg chg="del mod">
          <ac:chgData name="Leônidas Müller de Oliveira" userId="5af9566427f0cd7a" providerId="LiveId" clId="{63C81AE7-AA3A-4E90-832C-409CB7F54A2D}" dt="2025-06-01T17:39:37.568" v="687"/>
          <ac:grpSpMkLst>
            <pc:docMk/>
            <pc:sldMk cId="2492809242" sldId="328"/>
            <ac:grpSpMk id="145" creationId="{938B1F8B-4BA6-C2DA-9E9F-65FECF31C723}"/>
          </ac:grpSpMkLst>
        </pc:grpChg>
        <pc:grpChg chg="del mod">
          <ac:chgData name="Leônidas Müller de Oliveira" userId="5af9566427f0cd7a" providerId="LiveId" clId="{63C81AE7-AA3A-4E90-832C-409CB7F54A2D}" dt="2025-06-01T17:39:43.157" v="689"/>
          <ac:grpSpMkLst>
            <pc:docMk/>
            <pc:sldMk cId="2492809242" sldId="328"/>
            <ac:grpSpMk id="147" creationId="{2B025A88-5021-8221-E3C1-891D54F1E0AA}"/>
          </ac:grpSpMkLst>
        </pc:grpChg>
        <pc:grpChg chg="mod">
          <ac:chgData name="Leônidas Müller de Oliveira" userId="5af9566427f0cd7a" providerId="LiveId" clId="{63C81AE7-AA3A-4E90-832C-409CB7F54A2D}" dt="2025-06-01T17:39:43.157" v="689"/>
          <ac:grpSpMkLst>
            <pc:docMk/>
            <pc:sldMk cId="2492809242" sldId="328"/>
            <ac:grpSpMk id="149" creationId="{3977BF57-FD3D-26A1-5461-7573C6BE9B8B}"/>
          </ac:grpSpMkLst>
        </pc:grpChg>
        <pc:grpChg chg="mod">
          <ac:chgData name="Leônidas Müller de Oliveira" userId="5af9566427f0cd7a" providerId="LiveId" clId="{63C81AE7-AA3A-4E90-832C-409CB7F54A2D}" dt="2025-06-01T17:39:48.454" v="699"/>
          <ac:grpSpMkLst>
            <pc:docMk/>
            <pc:sldMk cId="2492809242" sldId="328"/>
            <ac:grpSpMk id="159" creationId="{817863AA-99A3-DA3A-9A8C-DC91DD535D63}"/>
          </ac:grpSpMkLst>
        </pc:grpChg>
        <pc:grpChg chg="del mod">
          <ac:chgData name="Leônidas Müller de Oliveira" userId="5af9566427f0cd7a" providerId="LiveId" clId="{63C81AE7-AA3A-4E90-832C-409CB7F54A2D}" dt="2025-06-01T17:40:03.735" v="714"/>
          <ac:grpSpMkLst>
            <pc:docMk/>
            <pc:sldMk cId="2492809242" sldId="328"/>
            <ac:grpSpMk id="164" creationId="{015A256B-4D9E-E7A9-DBB3-7A4486FB14CD}"/>
          </ac:grpSpMkLst>
        </pc:grpChg>
        <pc:grpChg chg="del mod">
          <ac:chgData name="Leônidas Müller de Oliveira" userId="5af9566427f0cd7a" providerId="LiveId" clId="{63C81AE7-AA3A-4E90-832C-409CB7F54A2D}" dt="2025-06-01T17:40:03.735" v="714"/>
          <ac:grpSpMkLst>
            <pc:docMk/>
            <pc:sldMk cId="2492809242" sldId="328"/>
            <ac:grpSpMk id="165" creationId="{87C9DF60-85F1-A93F-88B6-8AD1DDB71683}"/>
          </ac:grpSpMkLst>
        </pc:grpChg>
        <pc:grpChg chg="del mod">
          <ac:chgData name="Leônidas Müller de Oliveira" userId="5af9566427f0cd7a" providerId="LiveId" clId="{63C81AE7-AA3A-4E90-832C-409CB7F54A2D}" dt="2025-06-01T17:40:07.005" v="721"/>
          <ac:grpSpMkLst>
            <pc:docMk/>
            <pc:sldMk cId="2492809242" sldId="328"/>
            <ac:grpSpMk id="175" creationId="{B13E9F97-74BC-B3F2-79C7-1D3CF9AEBA73}"/>
          </ac:grpSpMkLst>
        </pc:grpChg>
        <pc:grpChg chg="mod">
          <ac:chgData name="Leônidas Müller de Oliveira" userId="5af9566427f0cd7a" providerId="LiveId" clId="{63C81AE7-AA3A-4E90-832C-409CB7F54A2D}" dt="2025-06-01T17:40:07.005" v="721"/>
          <ac:grpSpMkLst>
            <pc:docMk/>
            <pc:sldMk cId="2492809242" sldId="328"/>
            <ac:grpSpMk id="182" creationId="{71EA7B4A-3660-ECA9-DF2E-A4A9B0A961D5}"/>
          </ac:grpSpMkLst>
        </pc:grpChg>
        <pc:picChg chg="add mod modCrop">
          <ac:chgData name="Leônidas Müller de Oliveira" userId="5af9566427f0cd7a" providerId="LiveId" clId="{63C81AE7-AA3A-4E90-832C-409CB7F54A2D}" dt="2025-06-01T14:37:47.661" v="62" actId="1076"/>
          <ac:picMkLst>
            <pc:docMk/>
            <pc:sldMk cId="2492809242" sldId="328"/>
            <ac:picMk id="4" creationId="{2EC98661-9E7D-D0DD-F4B9-297DA55FC0F4}"/>
          </ac:picMkLst>
        </pc:picChg>
        <pc:picChg chg="del">
          <ac:chgData name="Leônidas Müller de Oliveira" userId="5af9566427f0cd7a" providerId="LiveId" clId="{63C81AE7-AA3A-4E90-832C-409CB7F54A2D}" dt="2025-06-01T14:37:33.800" v="55" actId="478"/>
          <ac:picMkLst>
            <pc:docMk/>
            <pc:sldMk cId="2492809242" sldId="328"/>
            <ac:picMk id="5" creationId="{29AAE48A-2F75-E363-B3C6-3C85FB3A559F}"/>
          </ac:picMkLst>
        </pc:pic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7" creationId="{AC6C37A4-FA2B-F401-E86E-683EB0C7D53C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8" creationId="{3A50DAED-6192-931A-C345-520649DA8CF0}"/>
          </ac:inkMkLst>
        </pc:inkChg>
        <pc:inkChg chg="add mod">
          <ac:chgData name="Leônidas Müller de Oliveira" userId="5af9566427f0cd7a" providerId="LiveId" clId="{63C81AE7-AA3A-4E90-832C-409CB7F54A2D}" dt="2025-06-01T14:51:22.626" v="204"/>
          <ac:inkMkLst>
            <pc:docMk/>
            <pc:sldMk cId="2492809242" sldId="328"/>
            <ac:inkMk id="9" creationId="{6DB3A99B-CAFD-D32D-182A-E9A019F46533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2" creationId="{A0921591-DFAE-2508-D19A-4E6AC1C8F272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" creationId="{81E3A010-BA12-21B9-9784-CE595EEEBBF6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4" creationId="{8E1DCD64-20E7-E4FD-1FC6-26AA4F841A92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6" creationId="{9E0DA662-2278-A768-7035-330ED98C13A2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7" creationId="{6D6AEB5E-D52A-2275-DBD8-BF83B82E084C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8" creationId="{8FD499D9-ACA7-A4BE-2E53-03EA3C08F038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9" creationId="{A8328DD5-7E17-6067-A91D-2EA38D9E0BFE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0" creationId="{0A2894E1-B075-CB36-D199-64AA8E3E7619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1" creationId="{FF84A574-31B3-D445-207D-56478A52E928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3" creationId="{DABD97DC-00A1-7D51-067F-1A347F5066FF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4" creationId="{82DB1341-31AD-F00D-526F-2467EA8EE234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5" creationId="{95E9BA1C-ED91-5C1F-056E-9431324AE485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6" creationId="{DC4BAA84-65FD-FB36-FFE8-584250AA6188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8" creationId="{52CF6109-4BEE-0B54-5F93-FBF3F79D4D16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29" creationId="{5AA5BEEF-9856-5D83-970F-8441D6DD05C8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0" creationId="{E33B622E-359F-B3D1-A599-5FA390F15882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1" creationId="{E9863051-D07C-0C42-73E3-841FD0782D80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2" creationId="{8E08D232-C561-F194-891F-52ACB02B8BC3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3" creationId="{F998D95C-FFAD-DED7-9240-FA16748E9731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4" creationId="{89BE08B8-A14E-DEA9-D063-A08281F63E61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5" creationId="{C105254B-B037-8652-E6EF-241AFA6314EE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7" creationId="{D01B3742-FF59-7D5A-839B-98A9A31511DE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8" creationId="{AB5D1FD5-B415-8239-7795-D1ABA164DF9A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39" creationId="{55298B28-5909-C00B-B175-41D1745E1CB7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0" creationId="{AABCD46D-66C4-A06D-E070-AE094468F998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1" creationId="{E751FE93-942A-A6AC-5F22-FFA74DB361F9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2" creationId="{DF389F36-79DB-F76A-5695-7BC70337509E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3" creationId="{86CF4E88-3869-938C-7913-012BAAF6AB2E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4" creationId="{2D98DA6B-98F9-DAF6-32A0-547B5500D645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5" creationId="{726721DB-3FDD-0934-127E-42A684472271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6" creationId="{A1177099-E4C7-D296-9229-1F2E776B61E1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7" creationId="{DB14DB58-8D92-BE27-4E63-F0D190E444AC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48" creationId="{97FDEDF2-733A-2864-E570-9738167D4477}"/>
          </ac:inkMkLst>
        </pc:inkChg>
        <pc:inkChg chg="add">
          <ac:chgData name="Leônidas Müller de Oliveira" userId="5af9566427f0cd7a" providerId="LiveId" clId="{63C81AE7-AA3A-4E90-832C-409CB7F54A2D}" dt="2025-06-01T14:50:52.648" v="185" actId="9405"/>
          <ac:inkMkLst>
            <pc:docMk/>
            <pc:sldMk cId="2492809242" sldId="328"/>
            <ac:inkMk id="50" creationId="{1E81A6DA-4586-98B7-475D-DD6EE5BD768D}"/>
          </ac:inkMkLst>
        </pc:inkChg>
        <pc:inkChg chg="add mod">
          <ac:chgData name="Leônidas Müller de Oliveira" userId="5af9566427f0cd7a" providerId="LiveId" clId="{63C81AE7-AA3A-4E90-832C-409CB7F54A2D}" dt="2025-06-01T14:51:22.626" v="204"/>
          <ac:inkMkLst>
            <pc:docMk/>
            <pc:sldMk cId="2492809242" sldId="328"/>
            <ac:inkMk id="51" creationId="{887DEECB-BE85-EE55-8711-7076490A9C19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53" creationId="{BE3B42C8-96A2-0E44-E43E-D728B1FFE955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54" creationId="{A33E66A4-0B19-2CDA-E21E-8879B87D6B7E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55" creationId="{D95C33C7-018C-F936-0ABB-E263DE972355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56" creationId="{4504FB66-FE71-DC67-66D5-1E018E7C6C06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57" creationId="{351BF5FA-BDE1-4EB9-88DC-C14CCC3C0480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59" creationId="{7596B996-8B68-10D0-B66D-916B46616A7D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60" creationId="{9FCA9E58-58B2-ACB1-585B-1DA50C04F449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61" creationId="{68F31A82-3F45-EE9C-AF68-9AE79143B4DC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62" creationId="{8AE770BF-49B5-6EF6-7050-D0E43D33191F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63" creationId="{E89B699F-5CCD-9A50-3A9A-1003882BC287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28" creationId="{AF6D8817-357E-A5AE-F3C2-4527AB8B09B6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29" creationId="{897D49E6-19C3-42D7-7775-2FE74C8A320F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1" creationId="{18FA1AFF-FA2F-4EBB-04D5-3A0CE02615D1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2" creationId="{35735BB1-5DD1-1F49-CEE3-C23841F8891D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4" creationId="{28B3EFCF-8F98-9739-E6C4-36FF41CEE484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5" creationId="{0B54A25A-EAF6-59F8-CC73-98B66E9DCC54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7" creationId="{1AEB28B5-C9F9-61F7-D094-B47EEEA66E29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8" creationId="{3FFBAF1C-0828-F835-B880-17BCDE2A6E86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39" creationId="{BD21CDA4-4AF7-8328-877F-E404C58AA333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42" creationId="{CF9FBE9C-C122-4EAF-4E8A-4D3B2F2CD09B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43" creationId="{7241ACCE-039B-98EF-74FE-B610A855FD7B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44" creationId="{4CFD9CD5-10DC-1301-C8A0-55DE546516F5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46" creationId="{E05BBDD0-37F8-0F32-6BA0-B84BB3F6DD35}"/>
          </ac:inkMkLst>
        </pc:inkChg>
        <pc:inkChg chg="add mod">
          <ac:chgData name="Leônidas Müller de Oliveira" userId="5af9566427f0cd7a" providerId="LiveId" clId="{63C81AE7-AA3A-4E90-832C-409CB7F54A2D}" dt="2025-06-01T17:39:43.157" v="689"/>
          <ac:inkMkLst>
            <pc:docMk/>
            <pc:sldMk cId="2492809242" sldId="328"/>
            <ac:inkMk id="148" creationId="{5D79AD6E-05EC-3E60-51D3-3ED1115808D8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0" creationId="{8B1599FC-F433-4B01-BD7D-68714C9E4ADF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1" creationId="{D2B206CA-E2CE-D730-E7B3-AFD2B83E2E27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2" creationId="{3A027BC1-B2ED-D72A-C4BE-F9B8875C4041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3" creationId="{7C875098-37AD-C6F4-E8E2-85B907D88BB6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4" creationId="{47B47B12-00AB-05B5-8FB8-84D5C742A81B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5" creationId="{29D10511-97EF-24AB-4901-C5DDC3A04E3F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6" creationId="{43E408A3-EA6B-1132-3AC1-2D7C671F9232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7" creationId="{C41DED4C-BC5A-7374-16D3-C25D4C437CC9}"/>
          </ac:inkMkLst>
        </pc:inkChg>
        <pc:inkChg chg="add mod">
          <ac:chgData name="Leônidas Müller de Oliveira" userId="5af9566427f0cd7a" providerId="LiveId" clId="{63C81AE7-AA3A-4E90-832C-409CB7F54A2D}" dt="2025-06-01T17:39:48.454" v="699"/>
          <ac:inkMkLst>
            <pc:docMk/>
            <pc:sldMk cId="2492809242" sldId="328"/>
            <ac:inkMk id="158" creationId="{C4DCECFC-BD06-2FF8-0D6A-1ED88F16D3D6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0" creationId="{91A3ADA4-71CC-929D-0909-33510CF51D20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1" creationId="{99B8BB04-1B3C-C798-2BBC-7F44B6B6AB62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2" creationId="{1CF9E6E5-3011-7C13-6524-4ABFBF49A232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3" creationId="{C058637A-CCF0-E465-68F7-D185A5BC0878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6" creationId="{589085DA-2A14-A16F-EDFC-A86FDE32C2FF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7" creationId="{B354BFA9-158A-A38F-A1DC-6D29792855AD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8" creationId="{55E850A0-5AA7-4137-5042-F522810AE2D5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69" creationId="{519D229F-E794-E520-33F8-8714AFC4D313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0" creationId="{E9FC436E-FCAF-B4BB-FB99-1805EDD9798E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1" creationId="{BEEB6957-762D-CBFB-CF7F-867675FD1CA5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2" creationId="{86B0A167-AD2C-A91C-0221-6357558B6FA3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3" creationId="{23D42468-295B-4B72-8129-F18DFF2757AD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4" creationId="{ED6457BC-6CB1-583D-17E7-68E6D33F3A33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6" creationId="{6F5AF10B-5B4B-0EFC-0278-46808B0BF87C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7" creationId="{7EC1226B-0B4F-0332-5B5D-0B54647FF194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8" creationId="{32368BBC-4996-BDFE-9095-BFDB9D5CF47A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79" creationId="{9E08A8A7-4626-DC3C-8821-A3882943CB6E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80" creationId="{224BC539-E385-4DF6-48EF-FB587102D311}"/>
          </ac:inkMkLst>
        </pc:inkChg>
        <pc:inkChg chg="add mod">
          <ac:chgData name="Leônidas Müller de Oliveira" userId="5af9566427f0cd7a" providerId="LiveId" clId="{63C81AE7-AA3A-4E90-832C-409CB7F54A2D}" dt="2025-06-01T17:40:07.005" v="721"/>
          <ac:inkMkLst>
            <pc:docMk/>
            <pc:sldMk cId="2492809242" sldId="328"/>
            <ac:inkMk id="181" creationId="{38795FB7-25B5-B7CF-F7AD-6728B960D217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4:42:06.579" v="91" actId="14100"/>
        <pc:sldMkLst>
          <pc:docMk/>
          <pc:sldMk cId="3361021585" sldId="329"/>
        </pc:sldMkLst>
        <pc:spChg chg="mod">
          <ac:chgData name="Leônidas Müller de Oliveira" userId="5af9566427f0cd7a" providerId="LiveId" clId="{63C81AE7-AA3A-4E90-832C-409CB7F54A2D}" dt="2025-06-01T14:39:25.013" v="75" actId="1076"/>
          <ac:spMkLst>
            <pc:docMk/>
            <pc:sldMk cId="3361021585" sldId="329"/>
            <ac:spMk id="6" creationId="{80676B98-171F-3450-79C5-39D78EDB16D0}"/>
          </ac:spMkLst>
        </pc:spChg>
        <pc:picChg chg="del">
          <ac:chgData name="Leônidas Müller de Oliveira" userId="5af9566427f0cd7a" providerId="LiveId" clId="{63C81AE7-AA3A-4E90-832C-409CB7F54A2D}" dt="2025-06-01T14:39:11.810" v="68" actId="478"/>
          <ac:picMkLst>
            <pc:docMk/>
            <pc:sldMk cId="3361021585" sldId="329"/>
            <ac:picMk id="4" creationId="{2EC98661-9E7D-D0DD-F4B9-297DA55FC0F4}"/>
          </ac:picMkLst>
        </pc:picChg>
        <pc:picChg chg="add mod">
          <ac:chgData name="Leônidas Müller de Oliveira" userId="5af9566427f0cd7a" providerId="LiveId" clId="{63C81AE7-AA3A-4E90-832C-409CB7F54A2D}" dt="2025-06-01T14:42:04.099" v="90" actId="1076"/>
          <ac:picMkLst>
            <pc:docMk/>
            <pc:sldMk cId="3361021585" sldId="329"/>
            <ac:picMk id="5" creationId="{8B95C092-DE42-8490-75EB-E71453F1E74A}"/>
          </ac:picMkLst>
        </pc:picChg>
        <pc:picChg chg="add mod">
          <ac:chgData name="Leônidas Müller de Oliveira" userId="5af9566427f0cd7a" providerId="LiveId" clId="{63C81AE7-AA3A-4E90-832C-409CB7F54A2D}" dt="2025-06-01T14:42:06.579" v="91" actId="14100"/>
          <ac:picMkLst>
            <pc:docMk/>
            <pc:sldMk cId="3361021585" sldId="329"/>
            <ac:picMk id="8" creationId="{0D9395C5-FB84-F17E-AB6E-702D8F9FA5EC}"/>
          </ac:picMkLst>
        </pc:picChg>
      </pc:sldChg>
      <pc:sldChg chg="addSp delSp modSp add mod">
        <pc:chgData name="Leônidas Müller de Oliveira" userId="5af9566427f0cd7a" providerId="LiveId" clId="{63C81AE7-AA3A-4E90-832C-409CB7F54A2D}" dt="2025-06-01T14:43:23.825" v="96" actId="1076"/>
        <pc:sldMkLst>
          <pc:docMk/>
          <pc:sldMk cId="2751495493" sldId="330"/>
        </pc:sldMkLst>
        <pc:picChg chg="add mod modCrop">
          <ac:chgData name="Leônidas Müller de Oliveira" userId="5af9566427f0cd7a" providerId="LiveId" clId="{63C81AE7-AA3A-4E90-832C-409CB7F54A2D}" dt="2025-06-01T14:43:19.066" v="93" actId="1076"/>
          <ac:picMkLst>
            <pc:docMk/>
            <pc:sldMk cId="2751495493" sldId="330"/>
            <ac:picMk id="4" creationId="{2B079700-292C-FC48-F29C-83EBF2AA58AC}"/>
          </ac:picMkLst>
        </pc:picChg>
        <pc:picChg chg="del">
          <ac:chgData name="Leônidas Müller de Oliveira" userId="5af9566427f0cd7a" providerId="LiveId" clId="{63C81AE7-AA3A-4E90-832C-409CB7F54A2D}" dt="2025-06-01T14:39:50.688" v="77" actId="478"/>
          <ac:picMkLst>
            <pc:docMk/>
            <pc:sldMk cId="2751495493" sldId="330"/>
            <ac:picMk id="5" creationId="{8B95C092-DE42-8490-75EB-E71453F1E74A}"/>
          </ac:picMkLst>
        </pc:picChg>
        <pc:picChg chg="add mod">
          <ac:chgData name="Leônidas Müller de Oliveira" userId="5af9566427f0cd7a" providerId="LiveId" clId="{63C81AE7-AA3A-4E90-832C-409CB7F54A2D}" dt="2025-06-01T14:43:23.825" v="96" actId="1076"/>
          <ac:picMkLst>
            <pc:docMk/>
            <pc:sldMk cId="2751495493" sldId="330"/>
            <ac:picMk id="8" creationId="{659F03B3-5880-7091-00BA-808F2BB37D22}"/>
          </ac:picMkLst>
        </pc:picChg>
      </pc:sldChg>
      <pc:sldChg chg="addSp delSp modSp add mod">
        <pc:chgData name="Leônidas Müller de Oliveira" userId="5af9566427f0cd7a" providerId="LiveId" clId="{63C81AE7-AA3A-4E90-832C-409CB7F54A2D}" dt="2025-06-01T15:02:43.709" v="410"/>
        <pc:sldMkLst>
          <pc:docMk/>
          <pc:sldMk cId="3127475288" sldId="331"/>
        </pc:sldMkLst>
        <pc:grpChg chg="del mod">
          <ac:chgData name="Leônidas Müller de Oliveira" userId="5af9566427f0cd7a" providerId="LiveId" clId="{63C81AE7-AA3A-4E90-832C-409CB7F54A2D}" dt="2025-06-01T14:59:07.173" v="349"/>
          <ac:grpSpMkLst>
            <pc:docMk/>
            <pc:sldMk cId="3127475288" sldId="331"/>
            <ac:grpSpMk id="9" creationId="{AF6AFF81-ABB7-FAC3-ADE0-62F66379A1EF}"/>
          </ac:grpSpMkLst>
        </pc:grpChg>
        <pc:grpChg chg="mod">
          <ac:chgData name="Leônidas Müller de Oliveira" userId="5af9566427f0cd7a" providerId="LiveId" clId="{63C81AE7-AA3A-4E90-832C-409CB7F54A2D}" dt="2025-06-01T14:59:07.173" v="349"/>
          <ac:grpSpMkLst>
            <pc:docMk/>
            <pc:sldMk cId="3127475288" sldId="331"/>
            <ac:grpSpMk id="11" creationId="{961D5A76-7824-3140-7884-BC2C7B7BFF9A}"/>
          </ac:grpSpMkLst>
        </pc:grpChg>
        <pc:grpChg chg="mod">
          <ac:chgData name="Leônidas Müller de Oliveira" userId="5af9566427f0cd7a" providerId="LiveId" clId="{63C81AE7-AA3A-4E90-832C-409CB7F54A2D}" dt="2025-06-01T14:59:35.967" v="355"/>
          <ac:grpSpMkLst>
            <pc:docMk/>
            <pc:sldMk cId="3127475288" sldId="331"/>
            <ac:grpSpMk id="17" creationId="{7850CBB1-A1B3-1CF5-BB3C-2AA830A9DEDB}"/>
          </ac:grpSpMkLst>
        </pc:grpChg>
        <pc:grpChg chg="mod">
          <ac:chgData name="Leônidas Müller de Oliveira" userId="5af9566427f0cd7a" providerId="LiveId" clId="{63C81AE7-AA3A-4E90-832C-409CB7F54A2D}" dt="2025-06-01T15:02:43.709" v="410"/>
          <ac:grpSpMkLst>
            <pc:docMk/>
            <pc:sldMk cId="3127475288" sldId="331"/>
            <ac:grpSpMk id="21" creationId="{F615FFA3-C5E3-3540-887E-501F1F038916}"/>
          </ac:grpSpMkLst>
        </pc:grpChg>
        <pc:picChg chg="del">
          <ac:chgData name="Leônidas Müller de Oliveira" userId="5af9566427f0cd7a" providerId="LiveId" clId="{63C81AE7-AA3A-4E90-832C-409CB7F54A2D}" dt="2025-06-01T14:41:10.858" v="83" actId="478"/>
          <ac:picMkLst>
            <pc:docMk/>
            <pc:sldMk cId="3127475288" sldId="331"/>
            <ac:picMk id="4" creationId="{2B079700-292C-FC48-F29C-83EBF2AA58AC}"/>
          </ac:picMkLst>
        </pc:picChg>
        <pc:picChg chg="add mod">
          <ac:chgData name="Leônidas Müller de Oliveira" userId="5af9566427f0cd7a" providerId="LiveId" clId="{63C81AE7-AA3A-4E90-832C-409CB7F54A2D}" dt="2025-06-01T14:41:15.322" v="86" actId="1076"/>
          <ac:picMkLst>
            <pc:docMk/>
            <pc:sldMk cId="3127475288" sldId="331"/>
            <ac:picMk id="5" creationId="{611AB75B-2676-6514-87E3-6B1EFC884DCE}"/>
          </ac:picMkLst>
        </pc:picChg>
        <pc:inkChg chg="add mod">
          <ac:chgData name="Leônidas Müller de Oliveira" userId="5af9566427f0cd7a" providerId="LiveId" clId="{63C81AE7-AA3A-4E90-832C-409CB7F54A2D}" dt="2025-06-01T14:59:07.173" v="349"/>
          <ac:inkMkLst>
            <pc:docMk/>
            <pc:sldMk cId="3127475288" sldId="331"/>
            <ac:inkMk id="7" creationId="{1298F680-776D-985C-A250-6E7A41897E13}"/>
          </ac:inkMkLst>
        </pc:inkChg>
        <pc:inkChg chg="add mod">
          <ac:chgData name="Leônidas Müller de Oliveira" userId="5af9566427f0cd7a" providerId="LiveId" clId="{63C81AE7-AA3A-4E90-832C-409CB7F54A2D}" dt="2025-06-01T14:59:07.173" v="349"/>
          <ac:inkMkLst>
            <pc:docMk/>
            <pc:sldMk cId="3127475288" sldId="331"/>
            <ac:inkMk id="8" creationId="{513F15C3-75AB-64AA-389A-9846FA448FA7}"/>
          </ac:inkMkLst>
        </pc:inkChg>
        <pc:inkChg chg="add mod">
          <ac:chgData name="Leônidas Müller de Oliveira" userId="5af9566427f0cd7a" providerId="LiveId" clId="{63C81AE7-AA3A-4E90-832C-409CB7F54A2D}" dt="2025-06-01T14:59:07.173" v="349"/>
          <ac:inkMkLst>
            <pc:docMk/>
            <pc:sldMk cId="3127475288" sldId="331"/>
            <ac:inkMk id="10" creationId="{65911552-3906-33C4-F382-739696C1AB57}"/>
          </ac:inkMkLst>
        </pc:inkChg>
        <pc:inkChg chg="add">
          <ac:chgData name="Leônidas Müller de Oliveira" userId="5af9566427f0cd7a" providerId="LiveId" clId="{63C81AE7-AA3A-4E90-832C-409CB7F54A2D}" dt="2025-06-01T14:59:09.993" v="350" actId="9405"/>
          <ac:inkMkLst>
            <pc:docMk/>
            <pc:sldMk cId="3127475288" sldId="331"/>
            <ac:inkMk id="12" creationId="{F677A949-12A0-B05B-CCD1-04716FD5E49C}"/>
          </ac:inkMkLst>
        </pc:inkChg>
        <pc:inkChg chg="add mod">
          <ac:chgData name="Leônidas Müller de Oliveira" userId="5af9566427f0cd7a" providerId="LiveId" clId="{63C81AE7-AA3A-4E90-832C-409CB7F54A2D}" dt="2025-06-01T14:59:35.967" v="355"/>
          <ac:inkMkLst>
            <pc:docMk/>
            <pc:sldMk cId="3127475288" sldId="331"/>
            <ac:inkMk id="13" creationId="{32970884-B543-B249-8EA8-87C1854C41FE}"/>
          </ac:inkMkLst>
        </pc:inkChg>
        <pc:inkChg chg="add mod">
          <ac:chgData name="Leônidas Müller de Oliveira" userId="5af9566427f0cd7a" providerId="LiveId" clId="{63C81AE7-AA3A-4E90-832C-409CB7F54A2D}" dt="2025-06-01T14:59:35.967" v="355"/>
          <ac:inkMkLst>
            <pc:docMk/>
            <pc:sldMk cId="3127475288" sldId="331"/>
            <ac:inkMk id="14" creationId="{83C9C69F-6E22-04AD-6005-E3BE6ECF37DA}"/>
          </ac:inkMkLst>
        </pc:inkChg>
        <pc:inkChg chg="add mod">
          <ac:chgData name="Leônidas Müller de Oliveira" userId="5af9566427f0cd7a" providerId="LiveId" clId="{63C81AE7-AA3A-4E90-832C-409CB7F54A2D}" dt="2025-06-01T14:59:35.967" v="355"/>
          <ac:inkMkLst>
            <pc:docMk/>
            <pc:sldMk cId="3127475288" sldId="331"/>
            <ac:inkMk id="15" creationId="{435CAEA2-D591-44B3-CEF4-1BB0F82E7780}"/>
          </ac:inkMkLst>
        </pc:inkChg>
        <pc:inkChg chg="add mod">
          <ac:chgData name="Leônidas Müller de Oliveira" userId="5af9566427f0cd7a" providerId="LiveId" clId="{63C81AE7-AA3A-4E90-832C-409CB7F54A2D}" dt="2025-06-01T14:59:35.967" v="355"/>
          <ac:inkMkLst>
            <pc:docMk/>
            <pc:sldMk cId="3127475288" sldId="331"/>
            <ac:inkMk id="16" creationId="{A1584F90-C85A-D6A1-A452-41430BF5D360}"/>
          </ac:inkMkLst>
        </pc:inkChg>
        <pc:inkChg chg="add mod">
          <ac:chgData name="Leônidas Müller de Oliveira" userId="5af9566427f0cd7a" providerId="LiveId" clId="{63C81AE7-AA3A-4E90-832C-409CB7F54A2D}" dt="2025-06-01T15:02:43.709" v="410"/>
          <ac:inkMkLst>
            <pc:docMk/>
            <pc:sldMk cId="3127475288" sldId="331"/>
            <ac:inkMk id="18" creationId="{F651D863-6CF4-DC96-7C6B-1962FF5D218D}"/>
          </ac:inkMkLst>
        </pc:inkChg>
        <pc:inkChg chg="add mod">
          <ac:chgData name="Leônidas Müller de Oliveira" userId="5af9566427f0cd7a" providerId="LiveId" clId="{63C81AE7-AA3A-4E90-832C-409CB7F54A2D}" dt="2025-06-01T15:02:43.709" v="410"/>
          <ac:inkMkLst>
            <pc:docMk/>
            <pc:sldMk cId="3127475288" sldId="331"/>
            <ac:inkMk id="19" creationId="{7CBEAD5B-BB09-89AD-7A0D-0579AFE8F755}"/>
          </ac:inkMkLst>
        </pc:inkChg>
        <pc:inkChg chg="add mod">
          <ac:chgData name="Leônidas Müller de Oliveira" userId="5af9566427f0cd7a" providerId="LiveId" clId="{63C81AE7-AA3A-4E90-832C-409CB7F54A2D}" dt="2025-06-01T15:02:43.709" v="410"/>
          <ac:inkMkLst>
            <pc:docMk/>
            <pc:sldMk cId="3127475288" sldId="331"/>
            <ac:inkMk id="20" creationId="{C79B2F1E-FCF5-857E-CDC9-3B0E41C67031}"/>
          </ac:inkMkLst>
        </pc:inkChg>
      </pc:sldChg>
      <pc:sldChg chg="addSp delSp modSp add mod ord">
        <pc:chgData name="Leônidas Müller de Oliveira" userId="5af9566427f0cd7a" providerId="LiveId" clId="{63C81AE7-AA3A-4E90-832C-409CB7F54A2D}" dt="2025-06-01T14:56:35.078" v="285"/>
        <pc:sldMkLst>
          <pc:docMk/>
          <pc:sldMk cId="1161776381" sldId="332"/>
        </pc:sldMkLst>
        <pc:grpChg chg="mod">
          <ac:chgData name="Leônidas Müller de Oliveira" userId="5af9566427f0cd7a" providerId="LiveId" clId="{63C81AE7-AA3A-4E90-832C-409CB7F54A2D}" dt="2025-06-01T14:52:27.914" v="222"/>
          <ac:grpSpMkLst>
            <pc:docMk/>
            <pc:sldMk cId="1161776381" sldId="332"/>
            <ac:grpSpMk id="11" creationId="{9DFD579D-4A87-A4D7-2B9B-9FB838FFEE63}"/>
          </ac:grpSpMkLst>
        </pc:grpChg>
        <pc:grpChg chg="del mod">
          <ac:chgData name="Leônidas Müller de Oliveira" userId="5af9566427f0cd7a" providerId="LiveId" clId="{63C81AE7-AA3A-4E90-832C-409CB7F54A2D}" dt="2025-06-01T14:52:44.025" v="228"/>
          <ac:grpSpMkLst>
            <pc:docMk/>
            <pc:sldMk cId="1161776381" sldId="332"/>
            <ac:grpSpMk id="14" creationId="{BBB39181-CB7D-9C94-2524-8AE5ED73ED9A}"/>
          </ac:grpSpMkLst>
        </pc:grpChg>
        <pc:grpChg chg="del mod">
          <ac:chgData name="Leônidas Müller de Oliveira" userId="5af9566427f0cd7a" providerId="LiveId" clId="{63C81AE7-AA3A-4E90-832C-409CB7F54A2D}" dt="2025-06-01T14:52:49.630" v="230"/>
          <ac:grpSpMkLst>
            <pc:docMk/>
            <pc:sldMk cId="1161776381" sldId="332"/>
            <ac:grpSpMk id="17" creationId="{209F994F-4F6D-37D1-CB9B-EEFA0D3346E8}"/>
          </ac:grpSpMkLst>
        </pc:grpChg>
        <pc:grpChg chg="mod">
          <ac:chgData name="Leônidas Müller de Oliveira" userId="5af9566427f0cd7a" providerId="LiveId" clId="{63C81AE7-AA3A-4E90-832C-409CB7F54A2D}" dt="2025-06-01T14:52:49.630" v="230"/>
          <ac:grpSpMkLst>
            <pc:docMk/>
            <pc:sldMk cId="1161776381" sldId="332"/>
            <ac:grpSpMk id="19" creationId="{4FD26E22-42A0-7FC9-8D80-B19C64D44CDF}"/>
          </ac:grpSpMkLst>
        </pc:grpChg>
        <pc:grpChg chg="del mod">
          <ac:chgData name="Leônidas Müller de Oliveira" userId="5af9566427f0cd7a" providerId="LiveId" clId="{63C81AE7-AA3A-4E90-832C-409CB7F54A2D}" dt="2025-06-01T14:53:10.965" v="237"/>
          <ac:grpSpMkLst>
            <pc:docMk/>
            <pc:sldMk cId="1161776381" sldId="332"/>
            <ac:grpSpMk id="23" creationId="{565FD1DC-47C8-ADB0-075C-3E5D430DF7DE}"/>
          </ac:grpSpMkLst>
        </pc:grpChg>
        <pc:grpChg chg="mod">
          <ac:chgData name="Leônidas Müller de Oliveira" userId="5af9566427f0cd7a" providerId="LiveId" clId="{63C81AE7-AA3A-4E90-832C-409CB7F54A2D}" dt="2025-06-01T14:53:10.965" v="237"/>
          <ac:grpSpMkLst>
            <pc:docMk/>
            <pc:sldMk cId="1161776381" sldId="332"/>
            <ac:grpSpMk id="26" creationId="{8E9B6522-435D-BB99-D5C6-EDBECCE5C4C7}"/>
          </ac:grpSpMkLst>
        </pc:grpChg>
        <pc:inkChg chg="add">
          <ac:chgData name="Leônidas Müller de Oliveira" userId="5af9566427f0cd7a" providerId="LiveId" clId="{63C81AE7-AA3A-4E90-832C-409CB7F54A2D}" dt="2025-06-01T14:52:11.030" v="217" actId="9405"/>
          <ac:inkMkLst>
            <pc:docMk/>
            <pc:sldMk cId="1161776381" sldId="332"/>
            <ac:inkMk id="3" creationId="{55683FC0-FFFC-CA5A-0512-322C30F38049}"/>
          </ac:inkMkLst>
        </pc:inkChg>
        <pc:inkChg chg="add">
          <ac:chgData name="Leônidas Müller de Oliveira" userId="5af9566427f0cd7a" providerId="LiveId" clId="{63C81AE7-AA3A-4E90-832C-409CB7F54A2D}" dt="2025-06-01T14:52:14.777" v="218" actId="9405"/>
          <ac:inkMkLst>
            <pc:docMk/>
            <pc:sldMk cId="1161776381" sldId="332"/>
            <ac:inkMk id="4" creationId="{4E94F75B-5F1D-52E2-8DC9-05085746B443}"/>
          </ac:inkMkLst>
        </pc:inkChg>
        <pc:inkChg chg="add mod">
          <ac:chgData name="Leônidas Müller de Oliveira" userId="5af9566427f0cd7a" providerId="LiveId" clId="{63C81AE7-AA3A-4E90-832C-409CB7F54A2D}" dt="2025-06-01T14:52:27.914" v="222"/>
          <ac:inkMkLst>
            <pc:docMk/>
            <pc:sldMk cId="1161776381" sldId="332"/>
            <ac:inkMk id="7" creationId="{20A30736-393D-514D-8609-209064814261}"/>
          </ac:inkMkLst>
        </pc:inkChg>
        <pc:inkChg chg="add mod">
          <ac:chgData name="Leônidas Müller de Oliveira" userId="5af9566427f0cd7a" providerId="LiveId" clId="{63C81AE7-AA3A-4E90-832C-409CB7F54A2D}" dt="2025-06-01T14:52:27.914" v="222"/>
          <ac:inkMkLst>
            <pc:docMk/>
            <pc:sldMk cId="1161776381" sldId="332"/>
            <ac:inkMk id="9" creationId="{D167CD3F-FB33-CA39-C46E-8C8D3CD5F6A3}"/>
          </ac:inkMkLst>
        </pc:inkChg>
        <pc:inkChg chg="add mod">
          <ac:chgData name="Leônidas Müller de Oliveira" userId="5af9566427f0cd7a" providerId="LiveId" clId="{63C81AE7-AA3A-4E90-832C-409CB7F54A2D}" dt="2025-06-01T14:52:27.914" v="222"/>
          <ac:inkMkLst>
            <pc:docMk/>
            <pc:sldMk cId="1161776381" sldId="332"/>
            <ac:inkMk id="10" creationId="{5BC1A0D7-34BD-1F4D-0E4B-7267BA6B14B8}"/>
          </ac:inkMkLst>
        </pc:inkChg>
        <pc:inkChg chg="add mod">
          <ac:chgData name="Leônidas Müller de Oliveira" userId="5af9566427f0cd7a" providerId="LiveId" clId="{63C81AE7-AA3A-4E90-832C-409CB7F54A2D}" dt="2025-06-01T14:52:49.630" v="230"/>
          <ac:inkMkLst>
            <pc:docMk/>
            <pc:sldMk cId="1161776381" sldId="332"/>
            <ac:inkMk id="12" creationId="{1F9403EA-362C-C8F5-793C-8F193B6B9EA7}"/>
          </ac:inkMkLst>
        </pc:inkChg>
        <pc:inkChg chg="add mod">
          <ac:chgData name="Leônidas Müller de Oliveira" userId="5af9566427f0cd7a" providerId="LiveId" clId="{63C81AE7-AA3A-4E90-832C-409CB7F54A2D}" dt="2025-06-01T14:52:49.630" v="230"/>
          <ac:inkMkLst>
            <pc:docMk/>
            <pc:sldMk cId="1161776381" sldId="332"/>
            <ac:inkMk id="13" creationId="{A1ADEE0A-55DE-8022-68A1-1B8A9B25FEC8}"/>
          </ac:inkMkLst>
        </pc:inkChg>
        <pc:inkChg chg="add">
          <ac:chgData name="Leônidas Müller de Oliveira" userId="5af9566427f0cd7a" providerId="LiveId" clId="{63C81AE7-AA3A-4E90-832C-409CB7F54A2D}" dt="2025-06-01T14:52:36.031" v="226" actId="9405"/>
          <ac:inkMkLst>
            <pc:docMk/>
            <pc:sldMk cId="1161776381" sldId="332"/>
            <ac:inkMk id="15" creationId="{23A6987F-A68E-6539-79AD-00BE604BCAF2}"/>
          </ac:inkMkLst>
        </pc:inkChg>
        <pc:inkChg chg="add mod">
          <ac:chgData name="Leônidas Müller de Oliveira" userId="5af9566427f0cd7a" providerId="LiveId" clId="{63C81AE7-AA3A-4E90-832C-409CB7F54A2D}" dt="2025-06-01T14:52:49.630" v="230"/>
          <ac:inkMkLst>
            <pc:docMk/>
            <pc:sldMk cId="1161776381" sldId="332"/>
            <ac:inkMk id="16" creationId="{416A6A01-95B9-E472-187F-4705FC9E83AD}"/>
          </ac:inkMkLst>
        </pc:inkChg>
        <pc:inkChg chg="add mod">
          <ac:chgData name="Leônidas Müller de Oliveira" userId="5af9566427f0cd7a" providerId="LiveId" clId="{63C81AE7-AA3A-4E90-832C-409CB7F54A2D}" dt="2025-06-01T14:52:49.630" v="230"/>
          <ac:inkMkLst>
            <pc:docMk/>
            <pc:sldMk cId="1161776381" sldId="332"/>
            <ac:inkMk id="18" creationId="{FE5E9C14-714D-44CB-8D8A-526E05CA695A}"/>
          </ac:inkMkLst>
        </pc:inkChg>
        <pc:inkChg chg="add mod">
          <ac:chgData name="Leônidas Müller de Oliveira" userId="5af9566427f0cd7a" providerId="LiveId" clId="{63C81AE7-AA3A-4E90-832C-409CB7F54A2D}" dt="2025-06-01T14:53:10.965" v="237"/>
          <ac:inkMkLst>
            <pc:docMk/>
            <pc:sldMk cId="1161776381" sldId="332"/>
            <ac:inkMk id="20" creationId="{0CA61A4D-20BA-D51B-0094-2BAFDD149966}"/>
          </ac:inkMkLst>
        </pc:inkChg>
        <pc:inkChg chg="add mod">
          <ac:chgData name="Leônidas Müller de Oliveira" userId="5af9566427f0cd7a" providerId="LiveId" clId="{63C81AE7-AA3A-4E90-832C-409CB7F54A2D}" dt="2025-06-01T14:53:10.965" v="237"/>
          <ac:inkMkLst>
            <pc:docMk/>
            <pc:sldMk cId="1161776381" sldId="332"/>
            <ac:inkMk id="21" creationId="{3D3E803C-F752-5B6C-28D8-EBB607B902B0}"/>
          </ac:inkMkLst>
        </pc:inkChg>
        <pc:inkChg chg="add mod">
          <ac:chgData name="Leônidas Müller de Oliveira" userId="5af9566427f0cd7a" providerId="LiveId" clId="{63C81AE7-AA3A-4E90-832C-409CB7F54A2D}" dt="2025-06-01T14:53:10.965" v="237"/>
          <ac:inkMkLst>
            <pc:docMk/>
            <pc:sldMk cId="1161776381" sldId="332"/>
            <ac:inkMk id="22" creationId="{971B3A4E-EA22-5348-AB32-26BD1FC044DF}"/>
          </ac:inkMkLst>
        </pc:inkChg>
        <pc:inkChg chg="add mod">
          <ac:chgData name="Leônidas Müller de Oliveira" userId="5af9566427f0cd7a" providerId="LiveId" clId="{63C81AE7-AA3A-4E90-832C-409CB7F54A2D}" dt="2025-06-01T14:53:10.965" v="237"/>
          <ac:inkMkLst>
            <pc:docMk/>
            <pc:sldMk cId="1161776381" sldId="332"/>
            <ac:inkMk id="24" creationId="{FBEFD985-6FB6-8B7F-7044-D6925F857B00}"/>
          </ac:inkMkLst>
        </pc:inkChg>
        <pc:inkChg chg="add mod">
          <ac:chgData name="Leônidas Müller de Oliveira" userId="5af9566427f0cd7a" providerId="LiveId" clId="{63C81AE7-AA3A-4E90-832C-409CB7F54A2D}" dt="2025-06-01T14:53:10.965" v="237"/>
          <ac:inkMkLst>
            <pc:docMk/>
            <pc:sldMk cId="1161776381" sldId="332"/>
            <ac:inkMk id="25" creationId="{79D23DAF-8604-31B3-682E-B2A5F14180CF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4:54:52.094" v="252" actId="1076"/>
        <pc:sldMkLst>
          <pc:docMk/>
          <pc:sldMk cId="1031260405" sldId="333"/>
        </pc:sldMkLst>
        <pc:picChg chg="add mod">
          <ac:chgData name="Leônidas Müller de Oliveira" userId="5af9566427f0cd7a" providerId="LiveId" clId="{63C81AE7-AA3A-4E90-832C-409CB7F54A2D}" dt="2025-06-01T14:54:52.094" v="252" actId="1076"/>
          <ac:picMkLst>
            <pc:docMk/>
            <pc:sldMk cId="1031260405" sldId="333"/>
            <ac:picMk id="4" creationId="{49697537-1620-A13F-E21C-D35FC946D827}"/>
          </ac:picMkLst>
        </pc:picChg>
        <pc:picChg chg="del">
          <ac:chgData name="Leônidas Müller de Oliveira" userId="5af9566427f0cd7a" providerId="LiveId" clId="{63C81AE7-AA3A-4E90-832C-409CB7F54A2D}" dt="2025-06-01T14:54:47.733" v="249" actId="478"/>
          <ac:picMkLst>
            <pc:docMk/>
            <pc:sldMk cId="1031260405" sldId="333"/>
            <ac:picMk id="5" creationId="{8B95C092-DE42-8490-75EB-E71453F1E74A}"/>
          </ac:picMkLst>
        </pc:picChg>
        <pc:picChg chg="del">
          <ac:chgData name="Leônidas Müller de Oliveira" userId="5af9566427f0cd7a" providerId="LiveId" clId="{63C81AE7-AA3A-4E90-832C-409CB7F54A2D}" dt="2025-06-01T14:54:49.447" v="250" actId="478"/>
          <ac:picMkLst>
            <pc:docMk/>
            <pc:sldMk cId="1031260405" sldId="333"/>
            <ac:picMk id="8" creationId="{0D9395C5-FB84-F17E-AB6E-702D8F9FA5EC}"/>
          </ac:picMkLst>
        </pc:picChg>
        <pc:inkChg chg="add del">
          <ac:chgData name="Leônidas Müller de Oliveira" userId="5af9566427f0cd7a" providerId="LiveId" clId="{63C81AE7-AA3A-4E90-832C-409CB7F54A2D}" dt="2025-06-01T14:54:45.689" v="248" actId="9405"/>
          <ac:inkMkLst>
            <pc:docMk/>
            <pc:sldMk cId="1031260405" sldId="333"/>
            <ac:inkMk id="3" creationId="{1BCC54ED-48C4-60EC-393D-C3011C206037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5:02:55.313" v="416"/>
        <pc:sldMkLst>
          <pc:docMk/>
          <pc:sldMk cId="3437092471" sldId="334"/>
        </pc:sldMkLst>
        <pc:grpChg chg="del mod">
          <ac:chgData name="Leônidas Müller de Oliveira" userId="5af9566427f0cd7a" providerId="LiveId" clId="{63C81AE7-AA3A-4E90-832C-409CB7F54A2D}" dt="2025-06-01T14:55:34.610" v="259"/>
          <ac:grpSpMkLst>
            <pc:docMk/>
            <pc:sldMk cId="3437092471" sldId="334"/>
            <ac:grpSpMk id="8" creationId="{E02F2CA6-817C-ED4E-6F76-824813FAD375}"/>
          </ac:grpSpMkLst>
        </pc:grpChg>
        <pc:grpChg chg="del mod">
          <ac:chgData name="Leônidas Müller de Oliveira" userId="5af9566427f0cd7a" providerId="LiveId" clId="{63C81AE7-AA3A-4E90-832C-409CB7F54A2D}" dt="2025-06-01T14:55:51.331" v="271"/>
          <ac:grpSpMkLst>
            <pc:docMk/>
            <pc:sldMk cId="3437092471" sldId="334"/>
            <ac:grpSpMk id="10" creationId="{8D0C143F-22FC-94BF-7BBC-2B0BB51D4A8B}"/>
          </ac:grpSpMkLst>
        </pc:grpChg>
        <pc:grpChg chg="del mod">
          <ac:chgData name="Leônidas Müller de Oliveira" userId="5af9566427f0cd7a" providerId="LiveId" clId="{63C81AE7-AA3A-4E90-832C-409CB7F54A2D}" dt="2025-06-01T14:55:43.253" v="264"/>
          <ac:grpSpMkLst>
            <pc:docMk/>
            <pc:sldMk cId="3437092471" sldId="334"/>
            <ac:grpSpMk id="13" creationId="{E1866114-3DB7-DB1D-40BF-24D95B49F67C}"/>
          </ac:grpSpMkLst>
        </pc:grpChg>
        <pc:grpChg chg="del mod">
          <ac:chgData name="Leônidas Müller de Oliveira" userId="5af9566427f0cd7a" providerId="LiveId" clId="{63C81AE7-AA3A-4E90-832C-409CB7F54A2D}" dt="2025-06-01T14:55:45.102" v="266"/>
          <ac:grpSpMkLst>
            <pc:docMk/>
            <pc:sldMk cId="3437092471" sldId="334"/>
            <ac:grpSpMk id="15" creationId="{90D09694-C52B-70F0-7080-4EAF08FFB863}"/>
          </ac:grpSpMkLst>
        </pc:grpChg>
        <pc:grpChg chg="del mod">
          <ac:chgData name="Leônidas Müller de Oliveira" userId="5af9566427f0cd7a" providerId="LiveId" clId="{63C81AE7-AA3A-4E90-832C-409CB7F54A2D}" dt="2025-06-01T14:55:51.331" v="271"/>
          <ac:grpSpMkLst>
            <pc:docMk/>
            <pc:sldMk cId="3437092471" sldId="334"/>
            <ac:grpSpMk id="17" creationId="{016C0EE4-379E-C4EA-683D-14948BDB47C9}"/>
          </ac:grpSpMkLst>
        </pc:grpChg>
        <pc:grpChg chg="del mod">
          <ac:chgData name="Leônidas Müller de Oliveira" userId="5af9566427f0cd7a" providerId="LiveId" clId="{63C81AE7-AA3A-4E90-832C-409CB7F54A2D}" dt="2025-06-01T14:56:03.085" v="273"/>
          <ac:grpSpMkLst>
            <pc:docMk/>
            <pc:sldMk cId="3437092471" sldId="334"/>
            <ac:grpSpMk id="22" creationId="{5DBA9716-94D8-5FD3-EC97-CFEF007B47F4}"/>
          </ac:grpSpMkLst>
        </pc:grpChg>
        <pc:grpChg chg="del mod">
          <ac:chgData name="Leônidas Müller de Oliveira" userId="5af9566427f0cd7a" providerId="LiveId" clId="{63C81AE7-AA3A-4E90-832C-409CB7F54A2D}" dt="2025-06-01T15:02:55.313" v="416"/>
          <ac:grpSpMkLst>
            <pc:docMk/>
            <pc:sldMk cId="3437092471" sldId="334"/>
            <ac:grpSpMk id="24" creationId="{282F42A5-D28C-7D35-E2A1-3626CB194E1B}"/>
          </ac:grpSpMkLst>
        </pc:grpChg>
        <pc:grpChg chg="del mod">
          <ac:chgData name="Leônidas Müller de Oliveira" userId="5af9566427f0cd7a" providerId="LiveId" clId="{63C81AE7-AA3A-4E90-832C-409CB7F54A2D}" dt="2025-06-01T14:56:21.259" v="281"/>
          <ac:grpSpMkLst>
            <pc:docMk/>
            <pc:sldMk cId="3437092471" sldId="334"/>
            <ac:grpSpMk id="30" creationId="{7633017C-5ED3-BF85-BAC8-1F6A4E7C990F}"/>
          </ac:grpSpMkLst>
        </pc:grpChg>
        <pc:grpChg chg="del mod">
          <ac:chgData name="Leônidas Müller de Oliveira" userId="5af9566427f0cd7a" providerId="LiveId" clId="{63C81AE7-AA3A-4E90-832C-409CB7F54A2D}" dt="2025-06-01T14:56:24.148" v="283"/>
          <ac:grpSpMkLst>
            <pc:docMk/>
            <pc:sldMk cId="3437092471" sldId="334"/>
            <ac:grpSpMk id="32" creationId="{D598A597-02E5-F72F-E15E-2D75900F29DD}"/>
          </ac:grpSpMkLst>
        </pc:grpChg>
        <pc:grpChg chg="mod">
          <ac:chgData name="Leônidas Müller de Oliveira" userId="5af9566427f0cd7a" providerId="LiveId" clId="{63C81AE7-AA3A-4E90-832C-409CB7F54A2D}" dt="2025-06-01T14:56:24.148" v="283"/>
          <ac:grpSpMkLst>
            <pc:docMk/>
            <pc:sldMk cId="3437092471" sldId="334"/>
            <ac:grpSpMk id="34" creationId="{383387E8-6376-9A56-04B4-9062637592B6}"/>
          </ac:grpSpMkLst>
        </pc:grpChg>
        <pc:grpChg chg="mod">
          <ac:chgData name="Leônidas Müller de Oliveira" userId="5af9566427f0cd7a" providerId="LiveId" clId="{63C81AE7-AA3A-4E90-832C-409CB7F54A2D}" dt="2025-06-01T15:02:55.313" v="416"/>
          <ac:grpSpMkLst>
            <pc:docMk/>
            <pc:sldMk cId="3437092471" sldId="334"/>
            <ac:grpSpMk id="40" creationId="{DD82819B-9879-D726-1A24-5C341CC47157}"/>
          </ac:grpSpMkLst>
        </pc:grp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3" creationId="{8E520600-4247-F8FD-1115-43E2FDA59764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5" creationId="{1ED54C2F-28F2-3C53-86D6-EF74F54A3485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7" creationId="{2A19B59A-846E-DEEC-D76B-3DF307F904A4}"/>
          </ac:inkMkLst>
        </pc:inkChg>
        <pc:inkChg chg="add mod">
          <ac:chgData name="Leônidas Müller de Oliveira" userId="5af9566427f0cd7a" providerId="LiveId" clId="{63C81AE7-AA3A-4E90-832C-409CB7F54A2D}" dt="2025-06-01T14:55:51.331" v="271"/>
          <ac:inkMkLst>
            <pc:docMk/>
            <pc:sldMk cId="3437092471" sldId="334"/>
            <ac:inkMk id="9" creationId="{CEE00166-939B-E4EA-333A-2301A9D754FA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11" creationId="{D94F3F50-2A3E-33FE-5B48-8D6D19B3F9F8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12" creationId="{CC75A33E-53EC-135E-1EAD-A43AE1235CE3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14" creationId="{989963F1-FED0-FA82-0122-E7DF88562B2A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16" creationId="{041581CD-959D-6325-3B86-9887B00494BB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18" creationId="{0EB185DE-4150-0D1F-3272-94BEAA2A78CD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19" creationId="{9D39FFF6-DD49-A586-4A6B-AF69F8B89EFA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20" creationId="{0F1FF2A7-4616-D1C9-218B-EC518C63AD61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21" creationId="{352F8207-7C4E-C482-7D57-34512A91F36F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23" creationId="{7E02A2B8-D43D-653D-73C0-37DD905D8D1A}"/>
          </ac:inkMkLst>
        </pc:inkChg>
        <pc:inkChg chg="add">
          <ac:chgData name="Leônidas Müller de Oliveira" userId="5af9566427f0cd7a" providerId="LiveId" clId="{63C81AE7-AA3A-4E90-832C-409CB7F54A2D}" dt="2025-06-01T14:56:08.378" v="274" actId="9405"/>
          <ac:inkMkLst>
            <pc:docMk/>
            <pc:sldMk cId="3437092471" sldId="334"/>
            <ac:inkMk id="25" creationId="{3CD3541C-EBF2-13E4-14B5-2F3F16E1C519}"/>
          </ac:inkMkLst>
        </pc:inkChg>
        <pc:inkChg chg="add mod">
          <ac:chgData name="Leônidas Müller de Oliveira" userId="5af9566427f0cd7a" providerId="LiveId" clId="{63C81AE7-AA3A-4E90-832C-409CB7F54A2D}" dt="2025-06-01T14:56:24.148" v="283"/>
          <ac:inkMkLst>
            <pc:docMk/>
            <pc:sldMk cId="3437092471" sldId="334"/>
            <ac:inkMk id="26" creationId="{B8E4A1B9-33B2-E97F-1832-2AA0A101BCED}"/>
          </ac:inkMkLst>
        </pc:inkChg>
        <pc:inkChg chg="add mod">
          <ac:chgData name="Leônidas Müller de Oliveira" userId="5af9566427f0cd7a" providerId="LiveId" clId="{63C81AE7-AA3A-4E90-832C-409CB7F54A2D}" dt="2025-06-01T14:56:24.148" v="283"/>
          <ac:inkMkLst>
            <pc:docMk/>
            <pc:sldMk cId="3437092471" sldId="334"/>
            <ac:inkMk id="27" creationId="{8B65F98A-2DC8-E8A4-B579-61D2563D9B17}"/>
          </ac:inkMkLst>
        </pc:inkChg>
        <pc:inkChg chg="add mod">
          <ac:chgData name="Leônidas Müller de Oliveira" userId="5af9566427f0cd7a" providerId="LiveId" clId="{63C81AE7-AA3A-4E90-832C-409CB7F54A2D}" dt="2025-06-01T14:56:24.148" v="283"/>
          <ac:inkMkLst>
            <pc:docMk/>
            <pc:sldMk cId="3437092471" sldId="334"/>
            <ac:inkMk id="28" creationId="{225956D4-0919-0C01-5C64-A1CB3B423C34}"/>
          </ac:inkMkLst>
        </pc:inkChg>
        <pc:inkChg chg="add mod">
          <ac:chgData name="Leônidas Müller de Oliveira" userId="5af9566427f0cd7a" providerId="LiveId" clId="{63C81AE7-AA3A-4E90-832C-409CB7F54A2D}" dt="2025-06-01T14:56:24.148" v="283"/>
          <ac:inkMkLst>
            <pc:docMk/>
            <pc:sldMk cId="3437092471" sldId="334"/>
            <ac:inkMk id="29" creationId="{C9D3ED14-A1F3-EC81-285F-204193FABDB7}"/>
          </ac:inkMkLst>
        </pc:inkChg>
        <pc:inkChg chg="add mod">
          <ac:chgData name="Leônidas Müller de Oliveira" userId="5af9566427f0cd7a" providerId="LiveId" clId="{63C81AE7-AA3A-4E90-832C-409CB7F54A2D}" dt="2025-06-01T14:56:24.148" v="283"/>
          <ac:inkMkLst>
            <pc:docMk/>
            <pc:sldMk cId="3437092471" sldId="334"/>
            <ac:inkMk id="31" creationId="{696EF5B2-610B-12FD-64BB-F91075BD7A66}"/>
          </ac:inkMkLst>
        </pc:inkChg>
        <pc:inkChg chg="add mod">
          <ac:chgData name="Leônidas Müller de Oliveira" userId="5af9566427f0cd7a" providerId="LiveId" clId="{63C81AE7-AA3A-4E90-832C-409CB7F54A2D}" dt="2025-06-01T14:56:24.148" v="283"/>
          <ac:inkMkLst>
            <pc:docMk/>
            <pc:sldMk cId="3437092471" sldId="334"/>
            <ac:inkMk id="33" creationId="{9CBB280C-478F-63CF-4BBD-6644075096DB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35" creationId="{7DA8ED27-DA15-87EF-E5A9-4E40A466E61A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36" creationId="{933EF12D-86C8-85CD-4F71-44DBB1C20365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37" creationId="{D1587F63-292C-AE9C-50FA-D017E94D0627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38" creationId="{64D9EB4E-2F60-91A4-E84F-01AC89A50C59}"/>
          </ac:inkMkLst>
        </pc:inkChg>
        <pc:inkChg chg="add mod">
          <ac:chgData name="Leônidas Müller de Oliveira" userId="5af9566427f0cd7a" providerId="LiveId" clId="{63C81AE7-AA3A-4E90-832C-409CB7F54A2D}" dt="2025-06-01T15:02:55.313" v="416"/>
          <ac:inkMkLst>
            <pc:docMk/>
            <pc:sldMk cId="3437092471" sldId="334"/>
            <ac:inkMk id="39" creationId="{D7514098-CF76-B2AF-2402-A24E1F8FE472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4:58:42.746" v="344"/>
        <pc:sldMkLst>
          <pc:docMk/>
          <pc:sldMk cId="1019539151" sldId="335"/>
        </pc:sldMkLst>
        <pc:grpChg chg="mod">
          <ac:chgData name="Leônidas Müller de Oliveira" userId="5af9566427f0cd7a" providerId="LiveId" clId="{63C81AE7-AA3A-4E90-832C-409CB7F54A2D}" dt="2025-06-01T14:57:05.683" v="294"/>
          <ac:grpSpMkLst>
            <pc:docMk/>
            <pc:sldMk cId="1019539151" sldId="335"/>
            <ac:grpSpMk id="13" creationId="{C4043D70-7ABF-DE74-56BA-2F8A22714767}"/>
          </ac:grpSpMkLst>
        </pc:grpChg>
        <pc:grpChg chg="del mod">
          <ac:chgData name="Leônidas Müller de Oliveira" userId="5af9566427f0cd7a" providerId="LiveId" clId="{63C81AE7-AA3A-4E90-832C-409CB7F54A2D}" dt="2025-06-01T14:57:36.381" v="301"/>
          <ac:grpSpMkLst>
            <pc:docMk/>
            <pc:sldMk cId="1019539151" sldId="335"/>
            <ac:grpSpMk id="17" creationId="{1743D8E6-7AA4-437A-2E47-A1A2F934E8A9}"/>
          </ac:grpSpMkLst>
        </pc:grpChg>
        <pc:grpChg chg="del mod">
          <ac:chgData name="Leônidas Müller de Oliveira" userId="5af9566427f0cd7a" providerId="LiveId" clId="{63C81AE7-AA3A-4E90-832C-409CB7F54A2D}" dt="2025-06-01T14:57:38.304" v="303"/>
          <ac:grpSpMkLst>
            <pc:docMk/>
            <pc:sldMk cId="1019539151" sldId="335"/>
            <ac:grpSpMk id="20" creationId="{0062B50F-307E-1174-730A-7A22934D97D0}"/>
          </ac:grpSpMkLst>
        </pc:grpChg>
        <pc:grpChg chg="del mod">
          <ac:chgData name="Leônidas Müller de Oliveira" userId="5af9566427f0cd7a" providerId="LiveId" clId="{63C81AE7-AA3A-4E90-832C-409CB7F54A2D}" dt="2025-06-01T14:57:41.826" v="305"/>
          <ac:grpSpMkLst>
            <pc:docMk/>
            <pc:sldMk cId="1019539151" sldId="335"/>
            <ac:grpSpMk id="22" creationId="{B21D074F-3C94-25FA-5AD1-58FDC57EB20C}"/>
          </ac:grpSpMkLst>
        </pc:grpChg>
        <pc:grpChg chg="mod">
          <ac:chgData name="Leônidas Müller de Oliveira" userId="5af9566427f0cd7a" providerId="LiveId" clId="{63C81AE7-AA3A-4E90-832C-409CB7F54A2D}" dt="2025-06-01T14:57:41.826" v="305"/>
          <ac:grpSpMkLst>
            <pc:docMk/>
            <pc:sldMk cId="1019539151" sldId="335"/>
            <ac:grpSpMk id="24" creationId="{21BDE5C9-6F88-AD35-27EC-3EBD37692EA2}"/>
          </ac:grpSpMkLst>
        </pc:grpChg>
        <pc:grpChg chg="mod">
          <ac:chgData name="Leônidas Müller de Oliveira" userId="5af9566427f0cd7a" providerId="LiveId" clId="{63C81AE7-AA3A-4E90-832C-409CB7F54A2D}" dt="2025-06-01T14:58:00.333" v="310"/>
          <ac:grpSpMkLst>
            <pc:docMk/>
            <pc:sldMk cId="1019539151" sldId="335"/>
            <ac:grpSpMk id="29" creationId="{F67C7DAA-B4CC-8457-2A18-49B21E760D12}"/>
          </ac:grpSpMkLst>
        </pc:grpChg>
        <pc:grpChg chg="del mod">
          <ac:chgData name="Leônidas Müller de Oliveira" userId="5af9566427f0cd7a" providerId="LiveId" clId="{63C81AE7-AA3A-4E90-832C-409CB7F54A2D}" dt="2025-06-01T14:58:10.245" v="318"/>
          <ac:grpSpMkLst>
            <pc:docMk/>
            <pc:sldMk cId="1019539151" sldId="335"/>
            <ac:grpSpMk id="32" creationId="{29DF6A27-CCC1-66B8-5F6E-71CDEBF23DA9}"/>
          </ac:grpSpMkLst>
        </pc:grpChg>
        <pc:grpChg chg="del mod">
          <ac:chgData name="Leônidas Müller de Oliveira" userId="5af9566427f0cd7a" providerId="LiveId" clId="{63C81AE7-AA3A-4E90-832C-409CB7F54A2D}" dt="2025-06-01T14:58:13.323" v="320"/>
          <ac:grpSpMkLst>
            <pc:docMk/>
            <pc:sldMk cId="1019539151" sldId="335"/>
            <ac:grpSpMk id="37" creationId="{CF8CAD6C-B42A-2AAC-C6B1-C3BEC0C78908}"/>
          </ac:grpSpMkLst>
        </pc:grpChg>
        <pc:grpChg chg="del mod">
          <ac:chgData name="Leônidas Müller de Oliveira" userId="5af9566427f0cd7a" providerId="LiveId" clId="{63C81AE7-AA3A-4E90-832C-409CB7F54A2D}" dt="2025-06-01T14:58:23.023" v="322"/>
          <ac:grpSpMkLst>
            <pc:docMk/>
            <pc:sldMk cId="1019539151" sldId="335"/>
            <ac:grpSpMk id="39" creationId="{B528A8BE-194D-A9BB-D8B1-CBC054C62BD6}"/>
          </ac:grpSpMkLst>
        </pc:grpChg>
        <pc:grpChg chg="del mod">
          <ac:chgData name="Leônidas Müller de Oliveira" userId="5af9566427f0cd7a" providerId="LiveId" clId="{63C81AE7-AA3A-4E90-832C-409CB7F54A2D}" dt="2025-06-01T14:58:27.046" v="326"/>
          <ac:grpSpMkLst>
            <pc:docMk/>
            <pc:sldMk cId="1019539151" sldId="335"/>
            <ac:grpSpMk id="41" creationId="{0B947FB2-4862-1F28-D116-FF78A39B6A41}"/>
          </ac:grpSpMkLst>
        </pc:grpChg>
        <pc:grpChg chg="del mod">
          <ac:chgData name="Leônidas Müller de Oliveira" userId="5af9566427f0cd7a" providerId="LiveId" clId="{63C81AE7-AA3A-4E90-832C-409CB7F54A2D}" dt="2025-06-01T14:58:31.540" v="328"/>
          <ac:grpSpMkLst>
            <pc:docMk/>
            <pc:sldMk cId="1019539151" sldId="335"/>
            <ac:grpSpMk id="45" creationId="{DC007992-DF41-68C2-3B4C-14140E631260}"/>
          </ac:grpSpMkLst>
        </pc:grpChg>
        <pc:grpChg chg="mod">
          <ac:chgData name="Leônidas Müller de Oliveira" userId="5af9566427f0cd7a" providerId="LiveId" clId="{63C81AE7-AA3A-4E90-832C-409CB7F54A2D}" dt="2025-06-01T14:58:31.540" v="328"/>
          <ac:grpSpMkLst>
            <pc:docMk/>
            <pc:sldMk cId="1019539151" sldId="335"/>
            <ac:grpSpMk id="47" creationId="{BFA9DA14-E96F-BAC7-1BE4-851586ED956A}"/>
          </ac:grpSpMkLst>
        </pc:grpChg>
        <pc:grpChg chg="mod">
          <ac:chgData name="Leônidas Müller de Oliveira" userId="5af9566427f0cd7a" providerId="LiveId" clId="{63C81AE7-AA3A-4E90-832C-409CB7F54A2D}" dt="2025-06-01T14:58:42.746" v="344"/>
          <ac:grpSpMkLst>
            <pc:docMk/>
            <pc:sldMk cId="1019539151" sldId="335"/>
            <ac:grpSpMk id="63" creationId="{A1A7CE2E-FDE1-4AFE-0299-23E6AA4B7E92}"/>
          </ac:grpSpMkLst>
        </pc:grpChg>
        <pc:grpChg chg="mod">
          <ac:chgData name="Leônidas Müller de Oliveira" userId="5af9566427f0cd7a" providerId="LiveId" clId="{63C81AE7-AA3A-4E90-832C-409CB7F54A2D}" dt="2025-06-01T14:58:42.746" v="344"/>
          <ac:grpSpMkLst>
            <pc:docMk/>
            <pc:sldMk cId="1019539151" sldId="335"/>
            <ac:grpSpMk id="128" creationId="{D7817827-EE57-ED39-2AC3-44CCD8EA529F}"/>
          </ac:grpSpMkLst>
        </pc:grpChg>
        <pc:grpChg chg="mod">
          <ac:chgData name="Leônidas Müller de Oliveira" userId="5af9566427f0cd7a" providerId="LiveId" clId="{63C81AE7-AA3A-4E90-832C-409CB7F54A2D}" dt="2025-06-01T14:58:42.746" v="344"/>
          <ac:grpSpMkLst>
            <pc:docMk/>
            <pc:sldMk cId="1019539151" sldId="335"/>
            <ac:grpSpMk id="129" creationId="{110C494E-682D-A364-F5FB-11848E1C303F}"/>
          </ac:grpSpMkLst>
        </pc:grpChg>
        <pc:grpChg chg="mod">
          <ac:chgData name="Leônidas Müller de Oliveira" userId="5af9566427f0cd7a" providerId="LiveId" clId="{63C81AE7-AA3A-4E90-832C-409CB7F54A2D}" dt="2025-06-01T14:58:42.746" v="344"/>
          <ac:grpSpMkLst>
            <pc:docMk/>
            <pc:sldMk cId="1019539151" sldId="335"/>
            <ac:grpSpMk id="130" creationId="{5694741D-EBBA-2B2F-C456-B8960CDEB344}"/>
          </ac:grpSpMkLst>
        </pc:grpChg>
        <pc:inkChg chg="add">
          <ac:chgData name="Leônidas Müller de Oliveira" userId="5af9566427f0cd7a" providerId="LiveId" clId="{63C81AE7-AA3A-4E90-832C-409CB7F54A2D}" dt="2025-06-01T14:56:49.524" v="287" actId="9405"/>
          <ac:inkMkLst>
            <pc:docMk/>
            <pc:sldMk cId="1019539151" sldId="335"/>
            <ac:inkMk id="3" creationId="{5E628299-9DA3-E7F1-B192-B2F40B4D2D38}"/>
          </ac:inkMkLst>
        </pc:inkChg>
        <pc:inkChg chg="add">
          <ac:chgData name="Leônidas Müller de Oliveira" userId="5af9566427f0cd7a" providerId="LiveId" clId="{63C81AE7-AA3A-4E90-832C-409CB7F54A2D}" dt="2025-06-01T14:56:59.128" v="288" actId="9405"/>
          <ac:inkMkLst>
            <pc:docMk/>
            <pc:sldMk cId="1019539151" sldId="335"/>
            <ac:inkMk id="5" creationId="{A07455EF-17AE-B8FE-99E3-0B09B9F25414}"/>
          </ac:inkMkLst>
        </pc:inkChg>
        <pc:inkChg chg="add mod">
          <ac:chgData name="Leônidas Müller de Oliveira" userId="5af9566427f0cd7a" providerId="LiveId" clId="{63C81AE7-AA3A-4E90-832C-409CB7F54A2D}" dt="2025-06-01T14:57:05.683" v="294"/>
          <ac:inkMkLst>
            <pc:docMk/>
            <pc:sldMk cId="1019539151" sldId="335"/>
            <ac:inkMk id="7" creationId="{8B6AE4FD-B8DC-660A-B456-D0F521CCBF8D}"/>
          </ac:inkMkLst>
        </pc:inkChg>
        <pc:inkChg chg="add mod">
          <ac:chgData name="Leônidas Müller de Oliveira" userId="5af9566427f0cd7a" providerId="LiveId" clId="{63C81AE7-AA3A-4E90-832C-409CB7F54A2D}" dt="2025-06-01T14:57:05.683" v="294"/>
          <ac:inkMkLst>
            <pc:docMk/>
            <pc:sldMk cId="1019539151" sldId="335"/>
            <ac:inkMk id="9" creationId="{EE81D319-9C26-9861-6095-6B1225370B53}"/>
          </ac:inkMkLst>
        </pc:inkChg>
        <pc:inkChg chg="add mod">
          <ac:chgData name="Leônidas Müller de Oliveira" userId="5af9566427f0cd7a" providerId="LiveId" clId="{63C81AE7-AA3A-4E90-832C-409CB7F54A2D}" dt="2025-06-01T14:57:05.683" v="294"/>
          <ac:inkMkLst>
            <pc:docMk/>
            <pc:sldMk cId="1019539151" sldId="335"/>
            <ac:inkMk id="10" creationId="{6B475A63-2E99-9E31-4231-3B671AADF496}"/>
          </ac:inkMkLst>
        </pc:inkChg>
        <pc:inkChg chg="add mod">
          <ac:chgData name="Leônidas Müller de Oliveira" userId="5af9566427f0cd7a" providerId="LiveId" clId="{63C81AE7-AA3A-4E90-832C-409CB7F54A2D}" dt="2025-06-01T14:57:05.683" v="294"/>
          <ac:inkMkLst>
            <pc:docMk/>
            <pc:sldMk cId="1019539151" sldId="335"/>
            <ac:inkMk id="11" creationId="{63D989CE-DADE-E382-F688-8F5BEB36A180}"/>
          </ac:inkMkLst>
        </pc:inkChg>
        <pc:inkChg chg="add mod">
          <ac:chgData name="Leônidas Müller de Oliveira" userId="5af9566427f0cd7a" providerId="LiveId" clId="{63C81AE7-AA3A-4E90-832C-409CB7F54A2D}" dt="2025-06-01T14:57:05.683" v="294"/>
          <ac:inkMkLst>
            <pc:docMk/>
            <pc:sldMk cId="1019539151" sldId="335"/>
            <ac:inkMk id="12" creationId="{2B86BD5C-FAEF-8F4A-0350-8BFAD0CEE787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14" creationId="{DE836393-B7C4-6895-2D6D-20BD0FA02B79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15" creationId="{686DAF68-E4D7-0D31-D658-9252BD3E21F9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16" creationId="{38BB0E7C-5237-F5CF-2C6C-B0649265A9A0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18" creationId="{F1D718E0-E0A5-CEAA-79B6-630EC1CD4E77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19" creationId="{8A0792FA-1152-5C30-C06C-21D74F1E2760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21" creationId="{C791C9E1-50DF-AC62-15E0-FC276CA974FD}"/>
          </ac:inkMkLst>
        </pc:inkChg>
        <pc:inkChg chg="add mod">
          <ac:chgData name="Leônidas Müller de Oliveira" userId="5af9566427f0cd7a" providerId="LiveId" clId="{63C81AE7-AA3A-4E90-832C-409CB7F54A2D}" dt="2025-06-01T14:57:41.826" v="305"/>
          <ac:inkMkLst>
            <pc:docMk/>
            <pc:sldMk cId="1019539151" sldId="335"/>
            <ac:inkMk id="23" creationId="{59C49564-5BBF-3365-2885-8FC5240DDA60}"/>
          </ac:inkMkLst>
        </pc:inkChg>
        <pc:inkChg chg="add">
          <ac:chgData name="Leônidas Müller de Oliveira" userId="5af9566427f0cd7a" providerId="LiveId" clId="{63C81AE7-AA3A-4E90-832C-409CB7F54A2D}" dt="2025-06-01T14:57:50.999" v="306" actId="9405"/>
          <ac:inkMkLst>
            <pc:docMk/>
            <pc:sldMk cId="1019539151" sldId="335"/>
            <ac:inkMk id="25" creationId="{3BD02ABC-5A5F-334B-7ED6-27C7F18D432E}"/>
          </ac:inkMkLst>
        </pc:inkChg>
        <pc:inkChg chg="add">
          <ac:chgData name="Leônidas Müller de Oliveira" userId="5af9566427f0cd7a" providerId="LiveId" clId="{63C81AE7-AA3A-4E90-832C-409CB7F54A2D}" dt="2025-06-01T14:57:53.227" v="307" actId="9405"/>
          <ac:inkMkLst>
            <pc:docMk/>
            <pc:sldMk cId="1019539151" sldId="335"/>
            <ac:inkMk id="26" creationId="{F4F1875B-143E-6C8A-EC48-B81EA2D1D604}"/>
          </ac:inkMkLst>
        </pc:inkChg>
        <pc:inkChg chg="add mod">
          <ac:chgData name="Leônidas Müller de Oliveira" userId="5af9566427f0cd7a" providerId="LiveId" clId="{63C81AE7-AA3A-4E90-832C-409CB7F54A2D}" dt="2025-06-01T14:58:00.333" v="310"/>
          <ac:inkMkLst>
            <pc:docMk/>
            <pc:sldMk cId="1019539151" sldId="335"/>
            <ac:inkMk id="27" creationId="{CBB54989-7D0B-2E66-698E-017AC28D54FF}"/>
          </ac:inkMkLst>
        </pc:inkChg>
        <pc:inkChg chg="add mod">
          <ac:chgData name="Leônidas Müller de Oliveira" userId="5af9566427f0cd7a" providerId="LiveId" clId="{63C81AE7-AA3A-4E90-832C-409CB7F54A2D}" dt="2025-06-01T14:58:00.333" v="310"/>
          <ac:inkMkLst>
            <pc:docMk/>
            <pc:sldMk cId="1019539151" sldId="335"/>
            <ac:inkMk id="28" creationId="{1AAF0694-114C-BEFE-568F-779A9C65D02E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30" creationId="{1022BB75-1C95-0208-24D0-EE1879937635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31" creationId="{A6D82402-33A9-C25F-2A99-ACEEA3D5D68A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33" creationId="{492A4910-51DD-B26A-B9A2-2773DC31BA31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34" creationId="{9E66D6AE-25EE-8C92-E1EC-E92B56DCFF4B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35" creationId="{4C7FF742-C94E-7E80-3923-D895565324F7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36" creationId="{EEA5B40E-FAD3-C51A-9BE2-5C44364C4EDD}"/>
          </ac:inkMkLst>
        </pc:inkChg>
        <pc:inkChg chg="add mod">
          <ac:chgData name="Leônidas Müller de Oliveira" userId="5af9566427f0cd7a" providerId="LiveId" clId="{63C81AE7-AA3A-4E90-832C-409CB7F54A2D}" dt="2025-06-01T14:58:23.023" v="322"/>
          <ac:inkMkLst>
            <pc:docMk/>
            <pc:sldMk cId="1019539151" sldId="335"/>
            <ac:inkMk id="38" creationId="{45E93CCC-884E-6DE0-5207-7E3A3190998C}"/>
          </ac:inkMkLst>
        </pc:inkChg>
        <pc:inkChg chg="add mod">
          <ac:chgData name="Leônidas Müller de Oliveira" userId="5af9566427f0cd7a" providerId="LiveId" clId="{63C81AE7-AA3A-4E90-832C-409CB7F54A2D}" dt="2025-06-01T14:58:27.046" v="326"/>
          <ac:inkMkLst>
            <pc:docMk/>
            <pc:sldMk cId="1019539151" sldId="335"/>
            <ac:inkMk id="40" creationId="{7DA63B05-5406-01B4-B51C-F96D4D7CD319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42" creationId="{459A09C9-4A11-890D-213D-27A7DC909CAC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43" creationId="{7E61DBAA-48B6-66CD-A768-B96313DFB0CE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44" creationId="{2FEEB145-DB68-0B51-6CD1-E068381319E0}"/>
          </ac:inkMkLst>
        </pc:inkChg>
        <pc:inkChg chg="add mod">
          <ac:chgData name="Leônidas Müller de Oliveira" userId="5af9566427f0cd7a" providerId="LiveId" clId="{63C81AE7-AA3A-4E90-832C-409CB7F54A2D}" dt="2025-06-01T14:58:31.540" v="328"/>
          <ac:inkMkLst>
            <pc:docMk/>
            <pc:sldMk cId="1019539151" sldId="335"/>
            <ac:inkMk id="46" creationId="{9DCDB619-6D95-DE10-B685-7F0346255F17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48" creationId="{0D26A31D-D8ED-A91D-A2DE-607763C05834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49" creationId="{031003B0-7C72-15B1-BDA5-AA5C009DBBC7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0" creationId="{CAE6EDDF-9D7E-8A95-0AC0-AB4C1C7B7123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1" creationId="{37C2FA89-C9E4-94CB-5710-5E0471FB7C27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2" creationId="{828AAB22-67AE-DAC2-8165-362112811758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3" creationId="{2A9C7583-0D72-8B4B-C277-2172076F74FE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4" creationId="{795B78A6-83D2-EB43-A764-75F648011815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5" creationId="{21F465D0-45FF-D64A-3561-74ED42B99EF9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6" creationId="{5D81C622-C2E3-F41E-F3C0-D958B97916FF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7" creationId="{5891E66A-A61F-C73F-5477-802C527FD028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8" creationId="{0B01C107-1965-B090-457D-F13A8CB4842A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59" creationId="{6C03F2FE-5065-86ED-2F3A-F959499CDF45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60" creationId="{7503086E-E625-5D0D-1F29-CAAB62E6A55B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61" creationId="{1DE9932E-CB63-2492-EA48-056BFDDB5FFC}"/>
          </ac:inkMkLst>
        </pc:inkChg>
        <pc:inkChg chg="add mod">
          <ac:chgData name="Leônidas Müller de Oliveira" userId="5af9566427f0cd7a" providerId="LiveId" clId="{63C81AE7-AA3A-4E90-832C-409CB7F54A2D}" dt="2025-06-01T14:58:42.746" v="344"/>
          <ac:inkMkLst>
            <pc:docMk/>
            <pc:sldMk cId="1019539151" sldId="335"/>
            <ac:inkMk id="62" creationId="{2DFEF0BE-9D93-1CD1-A68A-CBD2590F067D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5:04:36.883" v="464" actId="9405"/>
        <pc:sldMkLst>
          <pc:docMk/>
          <pc:sldMk cId="164050691" sldId="336"/>
        </pc:sldMkLst>
        <pc:grpChg chg="del mod">
          <ac:chgData name="Leônidas Müller de Oliveira" userId="5af9566427f0cd7a" providerId="LiveId" clId="{63C81AE7-AA3A-4E90-832C-409CB7F54A2D}" dt="2025-06-01T15:01:19.353" v="389"/>
          <ac:grpSpMkLst>
            <pc:docMk/>
            <pc:sldMk cId="164050691" sldId="336"/>
            <ac:grpSpMk id="7" creationId="{F2368824-BBED-51A6-5047-43C371DAA963}"/>
          </ac:grpSpMkLst>
        </pc:grpChg>
        <pc:grpChg chg="del mod">
          <ac:chgData name="Leônidas Müller de Oliveira" userId="5af9566427f0cd7a" providerId="LiveId" clId="{63C81AE7-AA3A-4E90-832C-409CB7F54A2D}" dt="2025-06-01T15:01:22.162" v="392"/>
          <ac:grpSpMkLst>
            <pc:docMk/>
            <pc:sldMk cId="164050691" sldId="336"/>
            <ac:grpSpMk id="19" creationId="{0A5956FD-52DF-9692-14CC-FEA894525659}"/>
          </ac:grpSpMkLst>
        </pc:grpChg>
        <pc:grpChg chg="del mod">
          <ac:chgData name="Leônidas Müller de Oliveira" userId="5af9566427f0cd7a" providerId="LiveId" clId="{63C81AE7-AA3A-4E90-832C-409CB7F54A2D}" dt="2025-06-01T15:01:10.641" v="380"/>
          <ac:grpSpMkLst>
            <pc:docMk/>
            <pc:sldMk cId="164050691" sldId="336"/>
            <ac:grpSpMk id="23" creationId="{47BF5A37-D7ED-DD53-A022-43059A56F1B0}"/>
          </ac:grpSpMkLst>
        </pc:grpChg>
        <pc:grpChg chg="del mod">
          <ac:chgData name="Leônidas Müller de Oliveira" userId="5af9566427f0cd7a" providerId="LiveId" clId="{63C81AE7-AA3A-4E90-832C-409CB7F54A2D}" dt="2025-06-01T15:01:12.777" v="385"/>
          <ac:grpSpMkLst>
            <pc:docMk/>
            <pc:sldMk cId="164050691" sldId="336"/>
            <ac:grpSpMk id="25" creationId="{088F9E52-E370-9CA3-17D5-E99658B71280}"/>
          </ac:grpSpMkLst>
        </pc:grpChg>
        <pc:grpChg chg="del mod">
          <ac:chgData name="Leônidas Müller de Oliveira" userId="5af9566427f0cd7a" providerId="LiveId" clId="{63C81AE7-AA3A-4E90-832C-409CB7F54A2D}" dt="2025-06-01T15:01:15.569" v="387"/>
          <ac:grpSpMkLst>
            <pc:docMk/>
            <pc:sldMk cId="164050691" sldId="336"/>
            <ac:grpSpMk id="30" creationId="{E70EDB03-85E1-1E7C-87EA-B0D266E6A4D7}"/>
          </ac:grpSpMkLst>
        </pc:grpChg>
        <pc:grpChg chg="mod">
          <ac:chgData name="Leônidas Müller de Oliveira" userId="5af9566427f0cd7a" providerId="LiveId" clId="{63C81AE7-AA3A-4E90-832C-409CB7F54A2D}" dt="2025-06-01T15:01:15.569" v="387"/>
          <ac:grpSpMkLst>
            <pc:docMk/>
            <pc:sldMk cId="164050691" sldId="336"/>
            <ac:grpSpMk id="32" creationId="{6696BB33-D99A-E0FD-14BC-D0D3CB8BD21F}"/>
          </ac:grpSpMkLst>
        </pc:grpChg>
        <pc:grpChg chg="del mod">
          <ac:chgData name="Leônidas Müller de Oliveira" userId="5af9566427f0cd7a" providerId="LiveId" clId="{63C81AE7-AA3A-4E90-832C-409CB7F54A2D}" dt="2025-06-01T15:01:22.162" v="392"/>
          <ac:grpSpMkLst>
            <pc:docMk/>
            <pc:sldMk cId="164050691" sldId="336"/>
            <ac:grpSpMk id="34" creationId="{0BBBF7F2-284C-E05A-5482-105FF4818646}"/>
          </ac:grpSpMkLst>
        </pc:grpChg>
        <pc:grpChg chg="del mod">
          <ac:chgData name="Leônidas Müller de Oliveira" userId="5af9566427f0cd7a" providerId="LiveId" clId="{63C81AE7-AA3A-4E90-832C-409CB7F54A2D}" dt="2025-06-01T15:04:24.171" v="458"/>
          <ac:grpSpMkLst>
            <pc:docMk/>
            <pc:sldMk cId="164050691" sldId="336"/>
            <ac:grpSpMk id="37" creationId="{AC6469F3-DF99-EE9F-594A-F543E8BD6D0D}"/>
          </ac:grpSpMkLst>
        </pc:grpChg>
        <pc:grpChg chg="del mod">
          <ac:chgData name="Leônidas Müller de Oliveira" userId="5af9566427f0cd7a" providerId="LiveId" clId="{63C81AE7-AA3A-4E90-832C-409CB7F54A2D}" dt="2025-06-01T15:01:31.857" v="399"/>
          <ac:grpSpMkLst>
            <pc:docMk/>
            <pc:sldMk cId="164050691" sldId="336"/>
            <ac:grpSpMk id="41" creationId="{C2F58BDB-42E9-0BAF-46FB-9A5DEE6EF883}"/>
          </ac:grpSpMkLst>
        </pc:grpChg>
        <pc:grpChg chg="mod">
          <ac:chgData name="Leônidas Müller de Oliveira" userId="5af9566427f0cd7a" providerId="LiveId" clId="{63C81AE7-AA3A-4E90-832C-409CB7F54A2D}" dt="2025-06-01T15:01:31.857" v="399"/>
          <ac:grpSpMkLst>
            <pc:docMk/>
            <pc:sldMk cId="164050691" sldId="336"/>
            <ac:grpSpMk id="44" creationId="{6562366C-561D-1079-8C57-A31EEE2AA327}"/>
          </ac:grpSpMkLst>
        </pc:grpChg>
        <pc:grpChg chg="mod">
          <ac:chgData name="Leônidas Müller de Oliveira" userId="5af9566427f0cd7a" providerId="LiveId" clId="{63C81AE7-AA3A-4E90-832C-409CB7F54A2D}" dt="2025-06-01T15:04:08.099" v="449"/>
          <ac:grpSpMkLst>
            <pc:docMk/>
            <pc:sldMk cId="164050691" sldId="336"/>
            <ac:grpSpMk id="49" creationId="{D672C303-51E0-A387-C83A-4A5F313FAED4}"/>
          </ac:grpSpMkLst>
        </pc:grpChg>
        <pc:grpChg chg="mod">
          <ac:chgData name="Leônidas Müller de Oliveira" userId="5af9566427f0cd7a" providerId="LiveId" clId="{63C81AE7-AA3A-4E90-832C-409CB7F54A2D}" dt="2025-06-01T15:04:24.171" v="458"/>
          <ac:grpSpMkLst>
            <pc:docMk/>
            <pc:sldMk cId="164050691" sldId="336"/>
            <ac:grpSpMk id="58" creationId="{7840016D-A732-6BFC-4025-4B4D8E92DE4F}"/>
          </ac:grpSpMkLst>
        </pc:grpChg>
        <pc:grpChg chg="mod">
          <ac:chgData name="Leônidas Müller de Oliveira" userId="5af9566427f0cd7a" providerId="LiveId" clId="{63C81AE7-AA3A-4E90-832C-409CB7F54A2D}" dt="2025-06-01T15:04:32.101" v="463"/>
          <ac:grpSpMkLst>
            <pc:docMk/>
            <pc:sldMk cId="164050691" sldId="336"/>
            <ac:grpSpMk id="63" creationId="{8841A56C-4A2B-7062-7137-E946ABBBF222}"/>
          </ac:grpSpMkLst>
        </pc:grp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2" creationId="{B11478A9-0CFF-A041-B744-320FE7EB9DDE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3" creationId="{DAFB4CD1-22B4-9406-0229-FD51E17AF995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4" creationId="{6292F284-5498-015D-7CAA-FE2AAA3F9956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" creationId="{4507F13F-BC23-EAE1-017F-79E4BBBCD67D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8" creationId="{3C6277B2-9C2D-9D30-A0F3-66B00F820805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9" creationId="{88F065E0-1887-3015-F851-1480374D79CC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1" creationId="{083DE133-2FBF-0BD4-D47C-982CD2D47A21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2" creationId="{9AB7A39B-8ADF-ACE1-A0BB-87E956193D04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3" creationId="{F7EBBE1A-381F-2F70-8524-6C71C5977AA7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4" creationId="{5216C7E8-F02C-767A-7B3E-5C5DDA0E95BC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5" creationId="{F99CFD63-0395-63FD-238D-70797FE1E208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6" creationId="{6F062B9F-49EC-6324-1CF8-858E22967BE5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7" creationId="{B42EB06A-DA3A-9CD6-2D60-B12F7E8ED1C3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18" creationId="{09E29273-F51F-224A-BA25-E066B4512920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0" creationId="{70B38B14-4330-FD46-08C7-721E40F13B00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1" creationId="{1111070A-A39B-E1A4-5659-3AE72C2BCABC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2" creationId="{8C38AB30-D7FE-A18D-6466-6188F46C6EBD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4" creationId="{C01FEA15-4072-6575-97E7-FBAA41AC5143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6" creationId="{4430E129-A63C-C56C-B4F0-E450BB47D702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7" creationId="{F9BAD9C6-0AF1-146B-2F75-1F91B43682DB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8" creationId="{263D55EA-1DFD-F4E9-B6BE-B38372B65268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29" creationId="{D578AD87-AD86-1A10-63F1-EAE73C7AC0FB}"/>
          </ac:inkMkLst>
        </pc:inkChg>
        <pc:inkChg chg="add mod">
          <ac:chgData name="Leônidas Müller de Oliveira" userId="5af9566427f0cd7a" providerId="LiveId" clId="{63C81AE7-AA3A-4E90-832C-409CB7F54A2D}" dt="2025-06-01T15:01:15.569" v="387"/>
          <ac:inkMkLst>
            <pc:docMk/>
            <pc:sldMk cId="164050691" sldId="336"/>
            <ac:inkMk id="31" creationId="{17FA33A3-AFE2-F54C-7C4F-6F05C2D9806A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33" creationId="{1EFB8F7B-939A-8E17-FC58-E49036175610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35" creationId="{05B3C7DE-6E38-69A9-F0C3-C3D50B31FB15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36" creationId="{2BD75770-A5AC-EEAA-945C-BF9EF3297649}"/>
          </ac:inkMkLst>
        </pc:inkChg>
        <pc:inkChg chg="add mod">
          <ac:chgData name="Leônidas Müller de Oliveira" userId="5af9566427f0cd7a" providerId="LiveId" clId="{63C81AE7-AA3A-4E90-832C-409CB7F54A2D}" dt="2025-06-01T15:01:31.857" v="399"/>
          <ac:inkMkLst>
            <pc:docMk/>
            <pc:sldMk cId="164050691" sldId="336"/>
            <ac:inkMk id="38" creationId="{15FCBECE-403D-200E-BC54-4E111035AF7C}"/>
          </ac:inkMkLst>
        </pc:inkChg>
        <pc:inkChg chg="add mod">
          <ac:chgData name="Leônidas Müller de Oliveira" userId="5af9566427f0cd7a" providerId="LiveId" clId="{63C81AE7-AA3A-4E90-832C-409CB7F54A2D}" dt="2025-06-01T15:01:31.857" v="399"/>
          <ac:inkMkLst>
            <pc:docMk/>
            <pc:sldMk cId="164050691" sldId="336"/>
            <ac:inkMk id="39" creationId="{91AFC5EF-81A8-BD11-53DD-FFCFCCF1F1EA}"/>
          </ac:inkMkLst>
        </pc:inkChg>
        <pc:inkChg chg="add mod">
          <ac:chgData name="Leônidas Müller de Oliveira" userId="5af9566427f0cd7a" providerId="LiveId" clId="{63C81AE7-AA3A-4E90-832C-409CB7F54A2D}" dt="2025-06-01T15:01:31.857" v="399"/>
          <ac:inkMkLst>
            <pc:docMk/>
            <pc:sldMk cId="164050691" sldId="336"/>
            <ac:inkMk id="40" creationId="{0A86A806-B085-9047-A2D0-389DA9FCBCFB}"/>
          </ac:inkMkLst>
        </pc:inkChg>
        <pc:inkChg chg="add mod">
          <ac:chgData name="Leônidas Müller de Oliveira" userId="5af9566427f0cd7a" providerId="LiveId" clId="{63C81AE7-AA3A-4E90-832C-409CB7F54A2D}" dt="2025-06-01T15:01:31.857" v="399"/>
          <ac:inkMkLst>
            <pc:docMk/>
            <pc:sldMk cId="164050691" sldId="336"/>
            <ac:inkMk id="42" creationId="{710E0B8C-27A3-C36A-BBE9-BDF30F670995}"/>
          </ac:inkMkLst>
        </pc:inkChg>
        <pc:inkChg chg="add mod">
          <ac:chgData name="Leônidas Müller de Oliveira" userId="5af9566427f0cd7a" providerId="LiveId" clId="{63C81AE7-AA3A-4E90-832C-409CB7F54A2D}" dt="2025-06-01T15:01:31.857" v="399"/>
          <ac:inkMkLst>
            <pc:docMk/>
            <pc:sldMk cId="164050691" sldId="336"/>
            <ac:inkMk id="43" creationId="{35D80552-3BB0-FF02-9285-4F665BA4AF1A}"/>
          </ac:inkMkLst>
        </pc:inkChg>
        <pc:inkChg chg="add">
          <ac:chgData name="Leônidas Müller de Oliveira" userId="5af9566427f0cd7a" providerId="LiveId" clId="{63C81AE7-AA3A-4E90-832C-409CB7F54A2D}" dt="2025-06-01T15:01:39.773" v="400" actId="9405"/>
          <ac:inkMkLst>
            <pc:docMk/>
            <pc:sldMk cId="164050691" sldId="336"/>
            <ac:inkMk id="45" creationId="{212CE2D4-A6D1-36FB-D658-2E6EF0FCE4DA}"/>
          </ac:inkMkLst>
        </pc:inkChg>
        <pc:inkChg chg="add">
          <ac:chgData name="Leônidas Müller de Oliveira" userId="5af9566427f0cd7a" providerId="LiveId" clId="{63C81AE7-AA3A-4E90-832C-409CB7F54A2D}" dt="2025-06-01T15:01:58.053" v="401" actId="9405"/>
          <ac:inkMkLst>
            <pc:docMk/>
            <pc:sldMk cId="164050691" sldId="336"/>
            <ac:inkMk id="46" creationId="{6C059712-61C2-BF40-37B2-51FC7BDB4FC6}"/>
          </ac:inkMkLst>
        </pc:inkChg>
        <pc:inkChg chg="add mod">
          <ac:chgData name="Leônidas Müller de Oliveira" userId="5af9566427f0cd7a" providerId="LiveId" clId="{63C81AE7-AA3A-4E90-832C-409CB7F54A2D}" dt="2025-06-01T15:04:08.099" v="449"/>
          <ac:inkMkLst>
            <pc:docMk/>
            <pc:sldMk cId="164050691" sldId="336"/>
            <ac:inkMk id="47" creationId="{25C826A6-E4F5-05C4-7A26-76132A79FC5F}"/>
          </ac:inkMkLst>
        </pc:inkChg>
        <pc:inkChg chg="add mod">
          <ac:chgData name="Leônidas Müller de Oliveira" userId="5af9566427f0cd7a" providerId="LiveId" clId="{63C81AE7-AA3A-4E90-832C-409CB7F54A2D}" dt="2025-06-01T15:04:08.099" v="449"/>
          <ac:inkMkLst>
            <pc:docMk/>
            <pc:sldMk cId="164050691" sldId="336"/>
            <ac:inkMk id="48" creationId="{21C664BD-5347-9A4A-821A-341316E2AC05}"/>
          </ac:inkMkLst>
        </pc:inkChg>
        <pc:inkChg chg="add">
          <ac:chgData name="Leônidas Müller de Oliveira" userId="5af9566427f0cd7a" providerId="LiveId" clId="{63C81AE7-AA3A-4E90-832C-409CB7F54A2D}" dt="2025-06-01T15:04:11.228" v="450" actId="9405"/>
          <ac:inkMkLst>
            <pc:docMk/>
            <pc:sldMk cId="164050691" sldId="336"/>
            <ac:inkMk id="50" creationId="{0DF1DB9F-39B8-1D25-9ECA-ADD046528822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1" creationId="{33663849-81CD-D697-4DC2-BB439F7FF81F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2" creationId="{31E4AA57-6AFD-8DDB-0FFA-BC1A361C3605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3" creationId="{A3B29E35-1841-4B41-BD7C-BA8E29CFDFB8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4" creationId="{5D62C8D4-288C-5C7D-DD5F-291CA0FC3DE2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5" creationId="{A57A8188-E13F-8529-2AA2-3BEDCB6FFEE9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6" creationId="{AD80CADA-D43F-5296-3D2D-38F3E83B1671}"/>
          </ac:inkMkLst>
        </pc:inkChg>
        <pc:inkChg chg="add mod">
          <ac:chgData name="Leônidas Müller de Oliveira" userId="5af9566427f0cd7a" providerId="LiveId" clId="{63C81AE7-AA3A-4E90-832C-409CB7F54A2D}" dt="2025-06-01T15:04:24.171" v="458"/>
          <ac:inkMkLst>
            <pc:docMk/>
            <pc:sldMk cId="164050691" sldId="336"/>
            <ac:inkMk id="57" creationId="{9716B0C7-E87D-D5F7-19A2-63058837B68E}"/>
          </ac:inkMkLst>
        </pc:inkChg>
        <pc:inkChg chg="add">
          <ac:chgData name="Leônidas Müller de Oliveira" userId="5af9566427f0cd7a" providerId="LiveId" clId="{63C81AE7-AA3A-4E90-832C-409CB7F54A2D}" dt="2025-06-01T15:04:25.371" v="459" actId="9405"/>
          <ac:inkMkLst>
            <pc:docMk/>
            <pc:sldMk cId="164050691" sldId="336"/>
            <ac:inkMk id="59" creationId="{A477650F-17A3-9A35-365A-CCDDD7F6F154}"/>
          </ac:inkMkLst>
        </pc:inkChg>
        <pc:inkChg chg="add">
          <ac:chgData name="Leônidas Müller de Oliveira" userId="5af9566427f0cd7a" providerId="LiveId" clId="{63C81AE7-AA3A-4E90-832C-409CB7F54A2D}" dt="2025-06-01T15:04:27.885" v="460" actId="9405"/>
          <ac:inkMkLst>
            <pc:docMk/>
            <pc:sldMk cId="164050691" sldId="336"/>
            <ac:inkMk id="60" creationId="{51E76036-131D-2068-84F8-722264BF60FD}"/>
          </ac:inkMkLst>
        </pc:inkChg>
        <pc:inkChg chg="add mod">
          <ac:chgData name="Leônidas Müller de Oliveira" userId="5af9566427f0cd7a" providerId="LiveId" clId="{63C81AE7-AA3A-4E90-832C-409CB7F54A2D}" dt="2025-06-01T15:04:32.101" v="463"/>
          <ac:inkMkLst>
            <pc:docMk/>
            <pc:sldMk cId="164050691" sldId="336"/>
            <ac:inkMk id="61" creationId="{C97182CF-76EB-446D-9BEF-18583BBD9B69}"/>
          </ac:inkMkLst>
        </pc:inkChg>
        <pc:inkChg chg="add mod">
          <ac:chgData name="Leônidas Müller de Oliveira" userId="5af9566427f0cd7a" providerId="LiveId" clId="{63C81AE7-AA3A-4E90-832C-409CB7F54A2D}" dt="2025-06-01T15:04:32.101" v="463"/>
          <ac:inkMkLst>
            <pc:docMk/>
            <pc:sldMk cId="164050691" sldId="336"/>
            <ac:inkMk id="62" creationId="{F2CECE50-5184-180D-5189-F2CE97CBB4DD}"/>
          </ac:inkMkLst>
        </pc:inkChg>
        <pc:inkChg chg="add">
          <ac:chgData name="Leônidas Müller de Oliveira" userId="5af9566427f0cd7a" providerId="LiveId" clId="{63C81AE7-AA3A-4E90-832C-409CB7F54A2D}" dt="2025-06-01T15:04:36.883" v="464" actId="9405"/>
          <ac:inkMkLst>
            <pc:docMk/>
            <pc:sldMk cId="164050691" sldId="336"/>
            <ac:inkMk id="128" creationId="{DC2971A0-23AC-F372-4B54-3B5662090022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5:03:59.873" v="446"/>
        <pc:sldMkLst>
          <pc:docMk/>
          <pc:sldMk cId="2893748313" sldId="337"/>
        </pc:sldMkLst>
        <pc:grpChg chg="mod">
          <ac:chgData name="Leônidas Müller de Oliveira" userId="5af9566427f0cd7a" providerId="LiveId" clId="{63C81AE7-AA3A-4E90-832C-409CB7F54A2D}" dt="2025-06-01T15:03:15.883" v="419"/>
          <ac:grpSpMkLst>
            <pc:docMk/>
            <pc:sldMk cId="2893748313" sldId="337"/>
            <ac:grpSpMk id="12" creationId="{BE982BA7-4CE3-24C5-875D-1774D96F29E2}"/>
          </ac:grpSpMkLst>
        </pc:grpChg>
        <pc:grpChg chg="del mod">
          <ac:chgData name="Leônidas Müller de Oliveira" userId="5af9566427f0cd7a" providerId="LiveId" clId="{63C81AE7-AA3A-4E90-832C-409CB7F54A2D}" dt="2025-06-01T15:03:32.669" v="433"/>
          <ac:grpSpMkLst>
            <pc:docMk/>
            <pc:sldMk cId="2893748313" sldId="337"/>
            <ac:grpSpMk id="19" creationId="{03E1E9B6-CFF7-1C7E-C0E1-58E4F1BD9C34}"/>
          </ac:grpSpMkLst>
        </pc:grpChg>
        <pc:grpChg chg="del mod">
          <ac:chgData name="Leônidas Müller de Oliveira" userId="5af9566427f0cd7a" providerId="LiveId" clId="{63C81AE7-AA3A-4E90-832C-409CB7F54A2D}" dt="2025-06-01T15:03:44.698" v="438"/>
          <ac:grpSpMkLst>
            <pc:docMk/>
            <pc:sldMk cId="2893748313" sldId="337"/>
            <ac:grpSpMk id="26" creationId="{4CBD9807-6995-89F1-5C3E-755C9B58E1D1}"/>
          </ac:grpSpMkLst>
        </pc:grpChg>
        <pc:grpChg chg="del mod">
          <ac:chgData name="Leônidas Müller de Oliveira" userId="5af9566427f0cd7a" providerId="LiveId" clId="{63C81AE7-AA3A-4E90-832C-409CB7F54A2D}" dt="2025-06-01T15:03:59.873" v="446"/>
          <ac:grpSpMkLst>
            <pc:docMk/>
            <pc:sldMk cId="2893748313" sldId="337"/>
            <ac:grpSpMk id="31" creationId="{871FB121-31ED-D3BE-1498-43BF227C76AF}"/>
          </ac:grpSpMkLst>
        </pc:grpChg>
        <pc:grpChg chg="mod">
          <ac:chgData name="Leônidas Müller de Oliveira" userId="5af9566427f0cd7a" providerId="LiveId" clId="{63C81AE7-AA3A-4E90-832C-409CB7F54A2D}" dt="2025-06-01T15:03:59.873" v="446"/>
          <ac:grpSpMkLst>
            <pc:docMk/>
            <pc:sldMk cId="2893748313" sldId="337"/>
            <ac:grpSpMk id="39" creationId="{D085304D-CBC7-A9A6-71C4-1E58B703A998}"/>
          </ac:grpSpMkLst>
        </pc:grpChg>
        <pc:inkChg chg="add">
          <ac:chgData name="Leônidas Müller de Oliveira" userId="5af9566427f0cd7a" providerId="LiveId" clId="{63C81AE7-AA3A-4E90-832C-409CB7F54A2D}" dt="2025-06-01T15:02:14.925" v="403" actId="9405"/>
          <ac:inkMkLst>
            <pc:docMk/>
            <pc:sldMk cId="2893748313" sldId="337"/>
            <ac:inkMk id="3" creationId="{AD58090C-E48F-4673-9480-5FC69F05BDE2}"/>
          </ac:inkMkLst>
        </pc:inkChg>
        <pc:inkChg chg="add">
          <ac:chgData name="Leônidas Müller de Oliveira" userId="5af9566427f0cd7a" providerId="LiveId" clId="{63C81AE7-AA3A-4E90-832C-409CB7F54A2D}" dt="2025-06-01T15:02:18.503" v="404" actId="9405"/>
          <ac:inkMkLst>
            <pc:docMk/>
            <pc:sldMk cId="2893748313" sldId="337"/>
            <ac:inkMk id="4" creationId="{B89FD9E4-A4FD-0964-7774-87D4B4B562CC}"/>
          </ac:inkMkLst>
        </pc:inkChg>
        <pc:inkChg chg="add">
          <ac:chgData name="Leônidas Müller de Oliveira" userId="5af9566427f0cd7a" providerId="LiveId" clId="{63C81AE7-AA3A-4E90-832C-409CB7F54A2D}" dt="2025-06-01T15:02:25.175" v="405" actId="9405"/>
          <ac:inkMkLst>
            <pc:docMk/>
            <pc:sldMk cId="2893748313" sldId="337"/>
            <ac:inkMk id="5" creationId="{46A92F31-03C5-3B61-8D1C-278470FC3265}"/>
          </ac:inkMkLst>
        </pc:inkChg>
        <pc:inkChg chg="add">
          <ac:chgData name="Leônidas Müller de Oliveira" userId="5af9566427f0cd7a" providerId="LiveId" clId="{63C81AE7-AA3A-4E90-832C-409CB7F54A2D}" dt="2025-06-01T15:02:37.823" v="406" actId="9405"/>
          <ac:inkMkLst>
            <pc:docMk/>
            <pc:sldMk cId="2893748313" sldId="337"/>
            <ac:inkMk id="6" creationId="{66F86F3B-C181-019C-A217-39280574D626}"/>
          </ac:inkMkLst>
        </pc:inkChg>
        <pc:inkChg chg="add mod">
          <ac:chgData name="Leônidas Müller de Oliveira" userId="5af9566427f0cd7a" providerId="LiveId" clId="{63C81AE7-AA3A-4E90-832C-409CB7F54A2D}" dt="2025-06-01T15:03:15.883" v="419"/>
          <ac:inkMkLst>
            <pc:docMk/>
            <pc:sldMk cId="2893748313" sldId="337"/>
            <ac:inkMk id="8" creationId="{4DE044D0-9D74-2971-3D73-A5CDF415787B}"/>
          </ac:inkMkLst>
        </pc:inkChg>
        <pc:inkChg chg="add mod">
          <ac:chgData name="Leônidas Müller de Oliveira" userId="5af9566427f0cd7a" providerId="LiveId" clId="{63C81AE7-AA3A-4E90-832C-409CB7F54A2D}" dt="2025-06-01T15:03:15.883" v="419"/>
          <ac:inkMkLst>
            <pc:docMk/>
            <pc:sldMk cId="2893748313" sldId="337"/>
            <ac:inkMk id="11" creationId="{8183F9F3-0231-ABDC-7201-04B1D57B7282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13" creationId="{BCAE422A-3833-10F6-7B51-6AA4FC4E32F9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14" creationId="{CCB24751-20AC-A765-6874-8BEB98E69AB6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15" creationId="{A081AEF4-14D2-948D-D7B6-B3C96F9E6AB9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16" creationId="{07A3D003-EF47-A55A-CD95-EFEE21739CEC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17" creationId="{B8EABDD5-052E-EC98-F4DE-A1F119A8F465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18" creationId="{39883F2C-E968-E231-32A0-2224FF94EAB0}"/>
          </ac:inkMkLst>
        </pc:inkChg>
        <pc:inkChg chg="add">
          <ac:chgData name="Leônidas Müller de Oliveira" userId="5af9566427f0cd7a" providerId="LiveId" clId="{63C81AE7-AA3A-4E90-832C-409CB7F54A2D}" dt="2025-06-01T15:03:25.023" v="427" actId="9405"/>
          <ac:inkMkLst>
            <pc:docMk/>
            <pc:sldMk cId="2893748313" sldId="337"/>
            <ac:inkMk id="20" creationId="{CF5F4F66-7308-08A9-E39D-E46E23742D5A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1" creationId="{ECCC0DC9-EFA9-1052-60AF-80EF36EB5872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2" creationId="{DFC461FB-7F36-494A-3EF9-39B83156CE6C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3" creationId="{7E9A981E-6E4E-28CD-EAB5-9D90C8D8CD14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4" creationId="{A62116D4-707F-BE46-41C5-6180A430697A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5" creationId="{5584BC85-22B2-3F1D-7CD4-EFEB78CCB4C3}"/>
          </ac:inkMkLst>
        </pc:inkChg>
        <pc:inkChg chg="add">
          <ac:chgData name="Leônidas Müller de Oliveira" userId="5af9566427f0cd7a" providerId="LiveId" clId="{63C81AE7-AA3A-4E90-832C-409CB7F54A2D}" dt="2025-06-01T15:03:37.727" v="434" actId="9405"/>
          <ac:inkMkLst>
            <pc:docMk/>
            <pc:sldMk cId="2893748313" sldId="337"/>
            <ac:inkMk id="27" creationId="{E960947D-0182-5F4F-4BBE-5E53FC6DF518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8" creationId="{FF7BFED7-BC52-427F-1CCA-FD72A1D88CA0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29" creationId="{2C126030-26F3-BB21-A131-2036AC197ABF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30" creationId="{9C02B1E9-0749-968E-391B-988C4A5FE7E3}"/>
          </ac:inkMkLst>
        </pc:inkChg>
        <pc:inkChg chg="add">
          <ac:chgData name="Leônidas Müller de Oliveira" userId="5af9566427f0cd7a" providerId="LiveId" clId="{63C81AE7-AA3A-4E90-832C-409CB7F54A2D}" dt="2025-06-01T15:03:50.169" v="439" actId="9405"/>
          <ac:inkMkLst>
            <pc:docMk/>
            <pc:sldMk cId="2893748313" sldId="337"/>
            <ac:inkMk id="32" creationId="{9E421720-7265-8C4C-50E2-21AC2B281893}"/>
          </ac:inkMkLst>
        </pc:inkChg>
        <pc:inkChg chg="add">
          <ac:chgData name="Leônidas Müller de Oliveira" userId="5af9566427f0cd7a" providerId="LiveId" clId="{63C81AE7-AA3A-4E90-832C-409CB7F54A2D}" dt="2025-06-01T15:03:52.300" v="440" actId="9405"/>
          <ac:inkMkLst>
            <pc:docMk/>
            <pc:sldMk cId="2893748313" sldId="337"/>
            <ac:inkMk id="33" creationId="{67F64CDE-91E3-08CF-6921-7D26A996F739}"/>
          </ac:inkMkLst>
        </pc:inkChg>
        <pc:inkChg chg="add">
          <ac:chgData name="Leônidas Müller de Oliveira" userId="5af9566427f0cd7a" providerId="LiveId" clId="{63C81AE7-AA3A-4E90-832C-409CB7F54A2D}" dt="2025-06-01T15:03:55.751" v="441" actId="9405"/>
          <ac:inkMkLst>
            <pc:docMk/>
            <pc:sldMk cId="2893748313" sldId="337"/>
            <ac:inkMk id="34" creationId="{7B75D1EC-2549-17E2-E548-AA8AACF6B8C3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35" creationId="{9A3A9716-AC20-EA28-6F9B-B289E80B5443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36" creationId="{25A5ED35-FCF3-A09A-AC26-8D9E44BDBFC6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37" creationId="{1E403F32-9802-A696-77F8-158111F4FC32}"/>
          </ac:inkMkLst>
        </pc:inkChg>
        <pc:inkChg chg="add mod">
          <ac:chgData name="Leônidas Müller de Oliveira" userId="5af9566427f0cd7a" providerId="LiveId" clId="{63C81AE7-AA3A-4E90-832C-409CB7F54A2D}" dt="2025-06-01T15:03:59.873" v="446"/>
          <ac:inkMkLst>
            <pc:docMk/>
            <pc:sldMk cId="2893748313" sldId="337"/>
            <ac:inkMk id="38" creationId="{75062ED4-F375-104F-8431-ADF9F9A1EAF1}"/>
          </ac:inkMkLst>
        </pc:inkChg>
      </pc:sldChg>
      <pc:sldChg chg="addSp modSp add mod">
        <pc:chgData name="Leônidas Müller de Oliveira" userId="5af9566427f0cd7a" providerId="LiveId" clId="{63C81AE7-AA3A-4E90-832C-409CB7F54A2D}" dt="2025-06-01T15:10:43.234" v="595" actId="9405"/>
        <pc:sldMkLst>
          <pc:docMk/>
          <pc:sldMk cId="4058581765" sldId="338"/>
        </pc:sldMkLst>
        <pc:grpChg chg="mod">
          <ac:chgData name="Leônidas Müller de Oliveira" userId="5af9566427f0cd7a" providerId="LiveId" clId="{63C81AE7-AA3A-4E90-832C-409CB7F54A2D}" dt="2025-06-01T15:05:26.183" v="478"/>
          <ac:grpSpMkLst>
            <pc:docMk/>
            <pc:sldMk cId="4058581765" sldId="338"/>
            <ac:grpSpMk id="18" creationId="{4E8AED8B-20E5-EFEE-ECA8-785654A0AC31}"/>
          </ac:grpSpMkLst>
        </pc:grpChg>
        <pc:inkChg chg="add">
          <ac:chgData name="Leônidas Müller de Oliveira" userId="5af9566427f0cd7a" providerId="LiveId" clId="{63C81AE7-AA3A-4E90-832C-409CB7F54A2D}" dt="2025-06-01T15:05:02.054" v="466" actId="9405"/>
          <ac:inkMkLst>
            <pc:docMk/>
            <pc:sldMk cId="4058581765" sldId="338"/>
            <ac:inkMk id="3" creationId="{9EB1A337-EAE9-1C44-D1D9-CCEA5ED12CD7}"/>
          </ac:inkMkLst>
        </pc:inkChg>
        <pc:inkChg chg="add">
          <ac:chgData name="Leônidas Müller de Oliveira" userId="5af9566427f0cd7a" providerId="LiveId" clId="{63C81AE7-AA3A-4E90-832C-409CB7F54A2D}" dt="2025-06-01T15:05:04.940" v="467" actId="9405"/>
          <ac:inkMkLst>
            <pc:docMk/>
            <pc:sldMk cId="4058581765" sldId="338"/>
            <ac:inkMk id="5" creationId="{82EDD20A-8613-8E74-F815-9D96246280A0}"/>
          </ac:inkMkLst>
        </pc:inkChg>
        <pc:inkChg chg="add">
          <ac:chgData name="Leônidas Müller de Oliveira" userId="5af9566427f0cd7a" providerId="LiveId" clId="{63C81AE7-AA3A-4E90-832C-409CB7F54A2D}" dt="2025-06-01T15:05:09.838" v="468" actId="9405"/>
          <ac:inkMkLst>
            <pc:docMk/>
            <pc:sldMk cId="4058581765" sldId="338"/>
            <ac:inkMk id="7" creationId="{CC24FCEF-72EC-84D6-B9A6-CB849C6A104D}"/>
          </ac:inkMkLst>
        </pc:inkChg>
        <pc:inkChg chg="add">
          <ac:chgData name="Leônidas Müller de Oliveira" userId="5af9566427f0cd7a" providerId="LiveId" clId="{63C81AE7-AA3A-4E90-832C-409CB7F54A2D}" dt="2025-06-01T15:05:11.201" v="469" actId="9405"/>
          <ac:inkMkLst>
            <pc:docMk/>
            <pc:sldMk cId="4058581765" sldId="338"/>
            <ac:inkMk id="8" creationId="{23FCB3DE-CA66-616C-9D48-70E6199EB2DA}"/>
          </ac:inkMkLst>
        </pc:inkChg>
        <pc:inkChg chg="add">
          <ac:chgData name="Leônidas Müller de Oliveira" userId="5af9566427f0cd7a" providerId="LiveId" clId="{63C81AE7-AA3A-4E90-832C-409CB7F54A2D}" dt="2025-06-01T15:05:12.371" v="470" actId="9405"/>
          <ac:inkMkLst>
            <pc:docMk/>
            <pc:sldMk cId="4058581765" sldId="338"/>
            <ac:inkMk id="9" creationId="{E41412BA-7F99-16E1-2EB2-82CBF38CE4CD}"/>
          </ac:inkMkLst>
        </pc:inkChg>
        <pc:inkChg chg="add">
          <ac:chgData name="Leônidas Müller de Oliveira" userId="5af9566427f0cd7a" providerId="LiveId" clId="{63C81AE7-AA3A-4E90-832C-409CB7F54A2D}" dt="2025-06-01T15:05:14.707" v="471" actId="9405"/>
          <ac:inkMkLst>
            <pc:docMk/>
            <pc:sldMk cId="4058581765" sldId="338"/>
            <ac:inkMk id="11" creationId="{8AEF94DF-0ECA-3060-8A66-39A7B158EE9E}"/>
          </ac:inkMkLst>
        </pc:inkChg>
        <pc:inkChg chg="add">
          <ac:chgData name="Leônidas Müller de Oliveira" userId="5af9566427f0cd7a" providerId="LiveId" clId="{63C81AE7-AA3A-4E90-832C-409CB7F54A2D}" dt="2025-06-01T15:05:17.032" v="472" actId="9405"/>
          <ac:inkMkLst>
            <pc:docMk/>
            <pc:sldMk cId="4058581765" sldId="338"/>
            <ac:inkMk id="12" creationId="{FE7443F8-DE3F-CE8E-D885-1421EB55626C}"/>
          </ac:inkMkLst>
        </pc:inkChg>
        <pc:inkChg chg="add">
          <ac:chgData name="Leônidas Müller de Oliveira" userId="5af9566427f0cd7a" providerId="LiveId" clId="{63C81AE7-AA3A-4E90-832C-409CB7F54A2D}" dt="2025-06-01T15:05:18.545" v="473" actId="9405"/>
          <ac:inkMkLst>
            <pc:docMk/>
            <pc:sldMk cId="4058581765" sldId="338"/>
            <ac:inkMk id="13" creationId="{2477232B-212C-9A4E-7C36-4B98C09A80DA}"/>
          </ac:inkMkLst>
        </pc:inkChg>
        <pc:inkChg chg="add">
          <ac:chgData name="Leônidas Müller de Oliveira" userId="5af9566427f0cd7a" providerId="LiveId" clId="{63C81AE7-AA3A-4E90-832C-409CB7F54A2D}" dt="2025-06-01T15:05:21.329" v="474" actId="9405"/>
          <ac:inkMkLst>
            <pc:docMk/>
            <pc:sldMk cId="4058581765" sldId="338"/>
            <ac:inkMk id="14" creationId="{EFF4A9F9-DB3D-5EDB-01C4-8690CA3F7BB9}"/>
          </ac:inkMkLst>
        </pc:inkChg>
        <pc:inkChg chg="add mod">
          <ac:chgData name="Leônidas Müller de Oliveira" userId="5af9566427f0cd7a" providerId="LiveId" clId="{63C81AE7-AA3A-4E90-832C-409CB7F54A2D}" dt="2025-06-01T15:05:26.183" v="478"/>
          <ac:inkMkLst>
            <pc:docMk/>
            <pc:sldMk cId="4058581765" sldId="338"/>
            <ac:inkMk id="15" creationId="{E7361411-E03C-9EB2-1724-75B7701A5A93}"/>
          </ac:inkMkLst>
        </pc:inkChg>
        <pc:inkChg chg="add">
          <ac:chgData name="Leônidas Müller de Oliveira" userId="5af9566427f0cd7a" providerId="LiveId" clId="{63C81AE7-AA3A-4E90-832C-409CB7F54A2D}" dt="2025-06-01T15:05:24.169" v="476" actId="9405"/>
          <ac:inkMkLst>
            <pc:docMk/>
            <pc:sldMk cId="4058581765" sldId="338"/>
            <ac:inkMk id="16" creationId="{A9A98F8C-8D97-5C3B-1C47-E5C39B4422E5}"/>
          </ac:inkMkLst>
        </pc:inkChg>
        <pc:inkChg chg="add mod">
          <ac:chgData name="Leônidas Müller de Oliveira" userId="5af9566427f0cd7a" providerId="LiveId" clId="{63C81AE7-AA3A-4E90-832C-409CB7F54A2D}" dt="2025-06-01T15:05:26.183" v="478"/>
          <ac:inkMkLst>
            <pc:docMk/>
            <pc:sldMk cId="4058581765" sldId="338"/>
            <ac:inkMk id="17" creationId="{27E9E10F-160B-E6CC-AD35-920181448B5B}"/>
          </ac:inkMkLst>
        </pc:inkChg>
        <pc:inkChg chg="add">
          <ac:chgData name="Leônidas Müller de Oliveira" userId="5af9566427f0cd7a" providerId="LiveId" clId="{63C81AE7-AA3A-4E90-832C-409CB7F54A2D}" dt="2025-06-01T15:05:30.596" v="479" actId="9405"/>
          <ac:inkMkLst>
            <pc:docMk/>
            <pc:sldMk cId="4058581765" sldId="338"/>
            <ac:inkMk id="19" creationId="{DE726463-2DF5-BF53-1E25-4C5C61129322}"/>
          </ac:inkMkLst>
        </pc:inkChg>
        <pc:inkChg chg="add">
          <ac:chgData name="Leônidas Müller de Oliveira" userId="5af9566427f0cd7a" providerId="LiveId" clId="{63C81AE7-AA3A-4E90-832C-409CB7F54A2D}" dt="2025-06-01T15:10:43.234" v="595" actId="9405"/>
          <ac:inkMkLst>
            <pc:docMk/>
            <pc:sldMk cId="4058581765" sldId="338"/>
            <ac:inkMk id="20" creationId="{9BBDA549-0C45-1D98-57BF-B5FF9AAABCD8}"/>
          </ac:inkMkLst>
        </pc:inkChg>
      </pc:sldChg>
      <pc:sldChg chg="addSp modSp add mod">
        <pc:chgData name="Leônidas Müller de Oliveira" userId="5af9566427f0cd7a" providerId="LiveId" clId="{63C81AE7-AA3A-4E90-832C-409CB7F54A2D}" dt="2025-06-01T15:08:30.713" v="550" actId="9405"/>
        <pc:sldMkLst>
          <pc:docMk/>
          <pc:sldMk cId="2478471220" sldId="339"/>
        </pc:sldMkLst>
        <pc:grpChg chg="mod">
          <ac:chgData name="Leônidas Müller de Oliveira" userId="5af9566427f0cd7a" providerId="LiveId" clId="{63C81AE7-AA3A-4E90-832C-409CB7F54A2D}" dt="2025-06-01T15:08:23.648" v="548"/>
          <ac:grpSpMkLst>
            <pc:docMk/>
            <pc:sldMk cId="2478471220" sldId="339"/>
            <ac:grpSpMk id="25" creationId="{9C5EC00D-1FC1-5381-C3DE-2362C59FF76B}"/>
          </ac:grpSpMkLst>
        </pc:grpChg>
        <pc:inkChg chg="add">
          <ac:chgData name="Leônidas Müller de Oliveira" userId="5af9566427f0cd7a" providerId="LiveId" clId="{63C81AE7-AA3A-4E90-832C-409CB7F54A2D}" dt="2025-06-01T15:08:09.268" v="536" actId="9405"/>
          <ac:inkMkLst>
            <pc:docMk/>
            <pc:sldMk cId="2478471220" sldId="339"/>
            <ac:inkMk id="11" creationId="{E6F53046-2682-58E6-3132-DB05B571D49C}"/>
          </ac:inkMkLst>
        </pc:inkChg>
        <pc:inkChg chg="add">
          <ac:chgData name="Leônidas Müller de Oliveira" userId="5af9566427f0cd7a" providerId="LiveId" clId="{63C81AE7-AA3A-4E90-832C-409CB7F54A2D}" dt="2025-06-01T15:08:14.027" v="537" actId="9405"/>
          <ac:inkMkLst>
            <pc:docMk/>
            <pc:sldMk cId="2478471220" sldId="339"/>
            <ac:inkMk id="14" creationId="{5DEDF315-D19E-88A9-271F-8DA1B253C11F}"/>
          </ac:inkMkLst>
        </pc:inkChg>
        <pc:inkChg chg="add">
          <ac:chgData name="Leônidas Müller de Oliveira" userId="5af9566427f0cd7a" providerId="LiveId" clId="{63C81AE7-AA3A-4E90-832C-409CB7F54A2D}" dt="2025-06-01T15:08:18.210" v="538" actId="9405"/>
          <ac:inkMkLst>
            <pc:docMk/>
            <pc:sldMk cId="2478471220" sldId="339"/>
            <ac:inkMk id="15" creationId="{56DDAAE6-0BF8-642A-8830-47C74B7A9D73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16" creationId="{968610CF-C50D-72AF-2031-8DA824C6417D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17" creationId="{AABE2E17-D073-168C-03E2-EB99769B4B25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18" creationId="{099F5539-EE32-75B3-E1E0-E8DB6908514E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19" creationId="{B1D8CD4C-E926-027C-3EFD-B6EA6FC2334F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20" creationId="{71CCCAEC-14A5-23EB-16A8-C1C2F264563E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21" creationId="{B16C6F5E-CF8E-8DD4-83D2-85EAD7266600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22" creationId="{1C33F52B-605F-363F-D532-C3A76A090AC9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23" creationId="{7CE20D0B-E1B9-868F-C2E3-E9EF54C79907}"/>
          </ac:inkMkLst>
        </pc:inkChg>
        <pc:inkChg chg="add mod">
          <ac:chgData name="Leônidas Müller de Oliveira" userId="5af9566427f0cd7a" providerId="LiveId" clId="{63C81AE7-AA3A-4E90-832C-409CB7F54A2D}" dt="2025-06-01T15:08:23.648" v="548"/>
          <ac:inkMkLst>
            <pc:docMk/>
            <pc:sldMk cId="2478471220" sldId="339"/>
            <ac:inkMk id="24" creationId="{71600ED3-17F1-F85C-E0BA-8800BE2354C3}"/>
          </ac:inkMkLst>
        </pc:inkChg>
        <pc:inkChg chg="add">
          <ac:chgData name="Leônidas Müller de Oliveira" userId="5af9566427f0cd7a" providerId="LiveId" clId="{63C81AE7-AA3A-4E90-832C-409CB7F54A2D}" dt="2025-06-01T15:08:28.228" v="549" actId="9405"/>
          <ac:inkMkLst>
            <pc:docMk/>
            <pc:sldMk cId="2478471220" sldId="339"/>
            <ac:inkMk id="26" creationId="{60851BCC-0C79-78CA-0377-A3781686B6AC}"/>
          </ac:inkMkLst>
        </pc:inkChg>
        <pc:inkChg chg="add">
          <ac:chgData name="Leônidas Müller de Oliveira" userId="5af9566427f0cd7a" providerId="LiveId" clId="{63C81AE7-AA3A-4E90-832C-409CB7F54A2D}" dt="2025-06-01T15:08:30.713" v="550" actId="9405"/>
          <ac:inkMkLst>
            <pc:docMk/>
            <pc:sldMk cId="2478471220" sldId="339"/>
            <ac:inkMk id="27" creationId="{CCEE569B-D13E-CDDB-E187-AB692E89B8C0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8:06:27.964" v="847"/>
        <pc:sldMkLst>
          <pc:docMk/>
          <pc:sldMk cId="3846196822" sldId="340"/>
        </pc:sldMkLst>
        <pc:grpChg chg="del mod">
          <ac:chgData name="Leônidas Müller de Oliveira" userId="5af9566427f0cd7a" providerId="LiveId" clId="{63C81AE7-AA3A-4E90-832C-409CB7F54A2D}" dt="2025-06-01T15:09:33.736" v="560"/>
          <ac:grpSpMkLst>
            <pc:docMk/>
            <pc:sldMk cId="3846196822" sldId="340"/>
            <ac:grpSpMk id="6" creationId="{B7FBA160-5F23-6346-3C64-62395FF08BEB}"/>
          </ac:grpSpMkLst>
        </pc:grpChg>
        <pc:grpChg chg="del mod">
          <ac:chgData name="Leônidas Müller de Oliveira" userId="5af9566427f0cd7a" providerId="LiveId" clId="{63C81AE7-AA3A-4E90-832C-409CB7F54A2D}" dt="2025-06-01T15:09:36.198" v="564"/>
          <ac:grpSpMkLst>
            <pc:docMk/>
            <pc:sldMk cId="3846196822" sldId="340"/>
            <ac:grpSpMk id="13" creationId="{0D374CB7-6030-317B-36A5-EFC487C73E65}"/>
          </ac:grpSpMkLst>
        </pc:grpChg>
        <pc:grpChg chg="del mod">
          <ac:chgData name="Leônidas Müller de Oliveira" userId="5af9566427f0cd7a" providerId="LiveId" clId="{63C81AE7-AA3A-4E90-832C-409CB7F54A2D}" dt="2025-06-01T18:06:16.219" v="833"/>
          <ac:grpSpMkLst>
            <pc:docMk/>
            <pc:sldMk cId="3846196822" sldId="340"/>
            <ac:grpSpMk id="17" creationId="{F6F4BC8C-683A-465D-A2DB-DDF011568568}"/>
          </ac:grpSpMkLst>
        </pc:grpChg>
        <pc:grpChg chg="del mod">
          <ac:chgData name="Leônidas Müller de Oliveira" userId="5af9566427f0cd7a" providerId="LiveId" clId="{63C81AE7-AA3A-4E90-832C-409CB7F54A2D}" dt="2025-06-01T15:09:53.549" v="585"/>
          <ac:grpSpMkLst>
            <pc:docMk/>
            <pc:sldMk cId="3846196822" sldId="340"/>
            <ac:grpSpMk id="22" creationId="{A845617B-AB18-CC18-7D91-7B88A86387F3}"/>
          </ac:grpSpMkLst>
        </pc:grpChg>
        <pc:grpChg chg="mod">
          <ac:chgData name="Leônidas Müller de Oliveira" userId="5af9566427f0cd7a" providerId="LiveId" clId="{63C81AE7-AA3A-4E90-832C-409CB7F54A2D}" dt="2025-06-01T15:09:49.225" v="578"/>
          <ac:grpSpMkLst>
            <pc:docMk/>
            <pc:sldMk cId="3846196822" sldId="340"/>
            <ac:grpSpMk id="31" creationId="{88946328-02A2-EBBC-FA0C-4A9C8D3952B3}"/>
          </ac:grpSpMkLst>
        </pc:grpChg>
        <pc:grpChg chg="mod">
          <ac:chgData name="Leônidas Müller de Oliveira" userId="5af9566427f0cd7a" providerId="LiveId" clId="{63C81AE7-AA3A-4E90-832C-409CB7F54A2D}" dt="2025-06-01T15:09:49.225" v="578"/>
          <ac:grpSpMkLst>
            <pc:docMk/>
            <pc:sldMk cId="3846196822" sldId="340"/>
            <ac:grpSpMk id="32" creationId="{A35DEB87-5E15-7CDC-67EB-56C37534560C}"/>
          </ac:grpSpMkLst>
        </pc:grpChg>
        <pc:grpChg chg="mod">
          <ac:chgData name="Leônidas Müller de Oliveira" userId="5af9566427f0cd7a" providerId="LiveId" clId="{63C81AE7-AA3A-4E90-832C-409CB7F54A2D}" dt="2025-06-01T15:09:53.549" v="585"/>
          <ac:grpSpMkLst>
            <pc:docMk/>
            <pc:sldMk cId="3846196822" sldId="340"/>
            <ac:grpSpMk id="39" creationId="{C4054B70-E957-2D11-1507-9F2F824EF544}"/>
          </ac:grpSpMkLst>
        </pc:grpChg>
        <pc:grpChg chg="mod">
          <ac:chgData name="Leônidas Müller de Oliveira" userId="5af9566427f0cd7a" providerId="LiveId" clId="{63C81AE7-AA3A-4E90-832C-409CB7F54A2D}" dt="2025-06-01T15:09:53.549" v="585"/>
          <ac:grpSpMkLst>
            <pc:docMk/>
            <pc:sldMk cId="3846196822" sldId="340"/>
            <ac:grpSpMk id="40" creationId="{6BFE0F4B-8CA1-4A67-00E1-5747CC959F94}"/>
          </ac:grpSpMkLst>
        </pc:grpChg>
        <pc:grpChg chg="mod">
          <ac:chgData name="Leônidas Müller de Oliveira" userId="5af9566427f0cd7a" providerId="LiveId" clId="{63C81AE7-AA3A-4E90-832C-409CB7F54A2D}" dt="2025-06-01T15:09:58.313" v="589"/>
          <ac:grpSpMkLst>
            <pc:docMk/>
            <pc:sldMk cId="3846196822" sldId="340"/>
            <ac:grpSpMk id="44" creationId="{F827A6B9-F1EB-BAD7-74DA-AB0D1815D5A9}"/>
          </ac:grpSpMkLst>
        </pc:grpChg>
        <pc:grpChg chg="del mod">
          <ac:chgData name="Leônidas Müller de Oliveira" userId="5af9566427f0cd7a" providerId="LiveId" clId="{63C81AE7-AA3A-4E90-832C-409CB7F54A2D}" dt="2025-06-01T18:05:36.621" v="801"/>
          <ac:grpSpMkLst>
            <pc:docMk/>
            <pc:sldMk cId="3846196822" sldId="340"/>
            <ac:grpSpMk id="57" creationId="{4E89E24A-C658-5F1B-A3B8-C894A28E15A6}"/>
          </ac:grpSpMkLst>
        </pc:grpChg>
        <pc:grpChg chg="mod">
          <ac:chgData name="Leônidas Müller de Oliveira" userId="5af9566427f0cd7a" providerId="LiveId" clId="{63C81AE7-AA3A-4E90-832C-409CB7F54A2D}" dt="2025-06-01T18:05:36.621" v="801"/>
          <ac:grpSpMkLst>
            <pc:docMk/>
            <pc:sldMk cId="3846196822" sldId="340"/>
            <ac:grpSpMk id="129" creationId="{C3915D60-A41F-84FB-6BFD-1750B73E6011}"/>
          </ac:grpSpMkLst>
        </pc:grpChg>
        <pc:grpChg chg="del mod">
          <ac:chgData name="Leônidas Müller de Oliveira" userId="5af9566427f0cd7a" providerId="LiveId" clId="{63C81AE7-AA3A-4E90-832C-409CB7F54A2D}" dt="2025-06-01T18:06:16.219" v="833"/>
          <ac:grpSpMkLst>
            <pc:docMk/>
            <pc:sldMk cId="3846196822" sldId="340"/>
            <ac:grpSpMk id="132" creationId="{AB0A66C2-8A6F-2574-967E-B77C4A3FA889}"/>
          </ac:grpSpMkLst>
        </pc:grpChg>
        <pc:grpChg chg="del mod">
          <ac:chgData name="Leônidas Müller de Oliveira" userId="5af9566427f0cd7a" providerId="LiveId" clId="{63C81AE7-AA3A-4E90-832C-409CB7F54A2D}" dt="2025-06-01T18:06:16.219" v="833"/>
          <ac:grpSpMkLst>
            <pc:docMk/>
            <pc:sldMk cId="3846196822" sldId="340"/>
            <ac:grpSpMk id="143" creationId="{B5C44D68-C5A4-2FF3-FDE5-E2769AC6D0F4}"/>
          </ac:grpSpMkLst>
        </pc:grpChg>
        <pc:grpChg chg="del mod">
          <ac:chgData name="Leônidas Müller de Oliveira" userId="5af9566427f0cd7a" providerId="LiveId" clId="{63C81AE7-AA3A-4E90-832C-409CB7F54A2D}" dt="2025-06-01T18:06:16.219" v="833"/>
          <ac:grpSpMkLst>
            <pc:docMk/>
            <pc:sldMk cId="3846196822" sldId="340"/>
            <ac:grpSpMk id="155" creationId="{0385E30C-5EDA-79EB-F84D-0299570B3969}"/>
          </ac:grpSpMkLst>
        </pc:grpChg>
        <pc:grpChg chg="del mod">
          <ac:chgData name="Leônidas Müller de Oliveira" userId="5af9566427f0cd7a" providerId="LiveId" clId="{63C81AE7-AA3A-4E90-832C-409CB7F54A2D}" dt="2025-06-01T18:06:16.219" v="833"/>
          <ac:grpSpMkLst>
            <pc:docMk/>
            <pc:sldMk cId="3846196822" sldId="340"/>
            <ac:grpSpMk id="162" creationId="{713EADDE-EBAC-E9AB-17D8-13242E9714A8}"/>
          </ac:grpSpMkLst>
        </pc:grpChg>
        <pc:grpChg chg="mod">
          <ac:chgData name="Leônidas Müller de Oliveira" userId="5af9566427f0cd7a" providerId="LiveId" clId="{63C81AE7-AA3A-4E90-832C-409CB7F54A2D}" dt="2025-06-01T18:06:16.219" v="833"/>
          <ac:grpSpMkLst>
            <pc:docMk/>
            <pc:sldMk cId="3846196822" sldId="340"/>
            <ac:grpSpMk id="163" creationId="{9D2108A8-DA25-8EFB-AB5E-0381D0DE7FF3}"/>
          </ac:grpSpMkLst>
        </pc:grpChg>
        <pc:grpChg chg="mod">
          <ac:chgData name="Leônidas Müller de Oliveira" userId="5af9566427f0cd7a" providerId="LiveId" clId="{63C81AE7-AA3A-4E90-832C-409CB7F54A2D}" dt="2025-06-01T18:06:18.317" v="836"/>
          <ac:grpSpMkLst>
            <pc:docMk/>
            <pc:sldMk cId="3846196822" sldId="340"/>
            <ac:grpSpMk id="166" creationId="{54ADE86C-CDBE-5400-6D17-2CAC7FC91E48}"/>
          </ac:grpSpMkLst>
        </pc:grpChg>
        <pc:grpChg chg="del mod">
          <ac:chgData name="Leônidas Müller de Oliveira" userId="5af9566427f0cd7a" providerId="LiveId" clId="{63C81AE7-AA3A-4E90-832C-409CB7F54A2D}" dt="2025-06-01T18:06:27.964" v="847"/>
          <ac:grpSpMkLst>
            <pc:docMk/>
            <pc:sldMk cId="3846196822" sldId="340"/>
            <ac:grpSpMk id="175" creationId="{AFDE82A8-1AEC-3B2A-D534-475EFCE0E648}"/>
          </ac:grpSpMkLst>
        </pc:grpChg>
        <pc:grpChg chg="mod">
          <ac:chgData name="Leônidas Müller de Oliveira" userId="5af9566427f0cd7a" providerId="LiveId" clId="{63C81AE7-AA3A-4E90-832C-409CB7F54A2D}" dt="2025-06-01T18:06:27.964" v="847"/>
          <ac:grpSpMkLst>
            <pc:docMk/>
            <pc:sldMk cId="3846196822" sldId="340"/>
            <ac:grpSpMk id="177" creationId="{B194D404-AD99-3B31-8EA8-6EB6D6959F66}"/>
          </ac:grpSpMkLst>
        </pc:grp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3" creationId="{6B54D797-615D-8C56-41FE-D58617E23E94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4" creationId="{FAFA7D7F-ED5D-AEC7-1ACC-B8480951580D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5" creationId="{B11D243A-C26A-5351-0CDC-E3C6164B45A2}"/>
          </ac:inkMkLst>
        </pc:inkChg>
        <pc:inkChg chg="add">
          <ac:chgData name="Leônidas Müller de Oliveira" userId="5af9566427f0cd7a" providerId="LiveId" clId="{63C81AE7-AA3A-4E90-832C-409CB7F54A2D}" dt="2025-06-01T15:08:59.164" v="556" actId="9405"/>
          <ac:inkMkLst>
            <pc:docMk/>
            <pc:sldMk cId="3846196822" sldId="340"/>
            <ac:inkMk id="7" creationId="{47D9AD04-7765-25A5-98E1-A9297D7A924D}"/>
          </ac:inkMkLst>
        </pc:inkChg>
        <pc:inkChg chg="add">
          <ac:chgData name="Leônidas Müller de Oliveira" userId="5af9566427f0cd7a" providerId="LiveId" clId="{63C81AE7-AA3A-4E90-832C-409CB7F54A2D}" dt="2025-06-01T15:09:15.912" v="557" actId="9405"/>
          <ac:inkMkLst>
            <pc:docMk/>
            <pc:sldMk cId="3846196822" sldId="340"/>
            <ac:inkMk id="8" creationId="{43B87858-A350-EF98-1A82-81E4606AF8E9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1" creationId="{244400FD-4EFB-FC17-D282-8DE2BD9E5C7F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2" creationId="{C8B4F7C0-A7AE-97BD-5589-FF96207C27DD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" creationId="{4E019187-480A-0763-4D6F-E8B31D227DAC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" creationId="{E29AB718-15F9-B725-3246-27AE658D52B8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6" creationId="{E792CFA4-3190-879F-4FE5-E16D4B20A46E}"/>
          </ac:inkMkLst>
        </pc:inkChg>
        <pc:inkChg chg="add">
          <ac:chgData name="Leônidas Müller de Oliveira" userId="5af9566427f0cd7a" providerId="LiveId" clId="{63C81AE7-AA3A-4E90-832C-409CB7F54A2D}" dt="2025-06-01T15:09:39.276" v="565" actId="9405"/>
          <ac:inkMkLst>
            <pc:docMk/>
            <pc:sldMk cId="3846196822" sldId="340"/>
            <ac:inkMk id="18" creationId="{E71F8B06-CBA1-36C6-72DC-287B1D91B9BC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19" creationId="{1DB35C77-3B36-3B13-BC16-B2C700789BD5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20" creationId="{25568F81-3BB2-CF12-5E3C-E8B02F9C08BC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21" creationId="{4762032D-5DE8-7776-0355-6AC51643CA18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3" creationId="{ADC7B739-CFD5-02B7-6465-6A252220B02A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4" creationId="{753E6295-9527-3982-48A5-90A6ACB7B456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5" creationId="{F24BFC96-14A2-D080-6760-0AA2F8E48897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6" creationId="{5ED842AC-39B6-8A18-B2D4-B19E251A843B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7" creationId="{0DCEC27E-C32F-BC38-2036-9DA9E404E578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8" creationId="{97B2C8AA-A117-2A84-10B5-D8D574DD2CC2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29" creationId="{0D5018C9-C918-6FA2-85FA-428429B4B5F6}"/>
          </ac:inkMkLst>
        </pc:inkChg>
        <pc:inkChg chg="add mod">
          <ac:chgData name="Leônidas Müller de Oliveira" userId="5af9566427f0cd7a" providerId="LiveId" clId="{63C81AE7-AA3A-4E90-832C-409CB7F54A2D}" dt="2025-06-01T15:09:49.225" v="578"/>
          <ac:inkMkLst>
            <pc:docMk/>
            <pc:sldMk cId="3846196822" sldId="340"/>
            <ac:inkMk id="30" creationId="{AEF9A535-C0D2-690F-815B-6236B85580C4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33" creationId="{8D2699B7-FC5F-07AF-CC78-2CB7E5BCBDC1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34" creationId="{49A4CA6C-A575-AED5-93B4-59EFA0231453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35" creationId="{EC925F06-7677-12FE-166D-9B460135CDE9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36" creationId="{075F60F4-6395-5FC9-6AE7-AF8458A53828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37" creationId="{935C857F-6119-026C-A664-7A347569C217}"/>
          </ac:inkMkLst>
        </pc:inkChg>
        <pc:inkChg chg="add mod">
          <ac:chgData name="Leônidas Müller de Oliveira" userId="5af9566427f0cd7a" providerId="LiveId" clId="{63C81AE7-AA3A-4E90-832C-409CB7F54A2D}" dt="2025-06-01T15:09:53.549" v="585"/>
          <ac:inkMkLst>
            <pc:docMk/>
            <pc:sldMk cId="3846196822" sldId="340"/>
            <ac:inkMk id="38" creationId="{0C3ADA59-8EE7-DD8B-48FD-85E614EB516C}"/>
          </ac:inkMkLst>
        </pc:inkChg>
        <pc:inkChg chg="add mod">
          <ac:chgData name="Leônidas Müller de Oliveira" userId="5af9566427f0cd7a" providerId="LiveId" clId="{63C81AE7-AA3A-4E90-832C-409CB7F54A2D}" dt="2025-06-01T15:09:58.313" v="589"/>
          <ac:inkMkLst>
            <pc:docMk/>
            <pc:sldMk cId="3846196822" sldId="340"/>
            <ac:inkMk id="41" creationId="{1EAD77EC-B6F8-49CB-89F4-A64EA7880CCE}"/>
          </ac:inkMkLst>
        </pc:inkChg>
        <pc:inkChg chg="add mod">
          <ac:chgData name="Leônidas Müller de Oliveira" userId="5af9566427f0cd7a" providerId="LiveId" clId="{63C81AE7-AA3A-4E90-832C-409CB7F54A2D}" dt="2025-06-01T15:09:58.313" v="589"/>
          <ac:inkMkLst>
            <pc:docMk/>
            <pc:sldMk cId="3846196822" sldId="340"/>
            <ac:inkMk id="42" creationId="{9B9A1534-3020-2E3E-4036-C3820475AAE5}"/>
          </ac:inkMkLst>
        </pc:inkChg>
        <pc:inkChg chg="add mod">
          <ac:chgData name="Leônidas Müller de Oliveira" userId="5af9566427f0cd7a" providerId="LiveId" clId="{63C81AE7-AA3A-4E90-832C-409CB7F54A2D}" dt="2025-06-01T15:09:58.313" v="589"/>
          <ac:inkMkLst>
            <pc:docMk/>
            <pc:sldMk cId="3846196822" sldId="340"/>
            <ac:inkMk id="43" creationId="{EE410664-B9D4-3A17-4A9F-E701DA2126B9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45" creationId="{DAADF365-1072-E9FB-BB92-34ECA6A8FC74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46" creationId="{53E49B44-909F-A410-E734-9F0A310178C0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47" creationId="{7ABA5BEC-C8B7-2E65-7CD0-B4244E80A777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48" creationId="{2CD01B09-5D88-9E8E-A3E8-CBA1F3176C42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49" creationId="{22BD64E5-1416-4D5C-570D-13460688F2BC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0" creationId="{989A066B-4D2D-4C0F-71F0-F4B9E1A6CE17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1" creationId="{C74CDD4D-C5F2-F7E2-DD34-9AD2C2FFEDD5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2" creationId="{4D924F87-5600-A6F7-4A63-CD2D9C8DE789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3" creationId="{8534269D-E287-08E1-6294-9835F61FFE18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4" creationId="{6C260081-E29E-2F2F-20FC-FB52B4E5ABA7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5" creationId="{4FC465A2-71D5-2D2F-81FC-7151D76FB499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6" creationId="{36EFDB4E-157A-5C49-02C6-2C487F4DF303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8" creationId="{F00D04B0-06F1-9A78-0DFB-D6CCD6FCFBB9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59" creationId="{F1F839A8-6BCD-6A5D-1DFB-14661A194DA4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60" creationId="{4C49A201-CC09-4F4F-93BB-F0AF9BD04C0C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61" creationId="{3315A532-6D83-1D40-27BC-397814E74932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62" creationId="{808888CF-53E1-8136-CE6D-27827F3AD3F5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63" creationId="{A49D491E-9679-06C2-415B-2B66ED243FB0}"/>
          </ac:inkMkLst>
        </pc:inkChg>
        <pc:inkChg chg="add mod">
          <ac:chgData name="Leônidas Müller de Oliveira" userId="5af9566427f0cd7a" providerId="LiveId" clId="{63C81AE7-AA3A-4E90-832C-409CB7F54A2D}" dt="2025-06-01T18:05:36.621" v="801"/>
          <ac:inkMkLst>
            <pc:docMk/>
            <pc:sldMk cId="3846196822" sldId="340"/>
            <ac:inkMk id="128" creationId="{EB74B115-8298-0AE7-7C37-CA2F3D17817B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0" creationId="{B9E40FE7-9851-5348-149E-AB4F3A2D87A1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1" creationId="{3240A787-84F0-DC47-F7D2-E8478EAEFDAA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3" creationId="{31C47337-BB05-E4F2-2D46-4C8462E7FFF1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4" creationId="{06D97B51-EA16-B075-9CD4-831D8C5DE330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5" creationId="{23963B47-E3D7-EBBA-8F65-AA0F9F7D5AA9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6" creationId="{D3A40CCC-95BD-940C-1B38-BFC201D18F69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7" creationId="{78BD9A59-2687-83FC-F3AC-3F5C3EDC5597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8" creationId="{F94B3E3B-8919-65C7-FF2E-7B27867CB941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39" creationId="{1F5FF520-A811-670B-CEA2-AFE82870C36D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1" creationId="{31945895-7253-0CAF-4FC9-DF97C1723422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2" creationId="{496D1AB4-E2ED-9ECA-7CAE-6A935035A3A6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4" creationId="{47CFE279-E934-8A74-958B-F3BB7354C2D9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5" creationId="{C7B6986E-B42A-0D1B-52FA-ADF1C01B89AD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6" creationId="{A8579821-7EF3-F137-1A7B-11AAF74CB181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7" creationId="{6C326A5A-80EE-A08F-3094-693D80413774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8" creationId="{1DD09849-147A-28B1-4A3F-11C03897D127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49" creationId="{949BC9E0-6FFF-F212-6029-38068DDAD907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0" creationId="{5C6C668D-4A35-0632-A535-BDB5124C11D0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1" creationId="{7E1B06B6-23F9-37FD-1EEA-7BE7B9DC96DF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2" creationId="{72C6A612-53E1-1D40-408F-E526517A6574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3" creationId="{CDDAF5F9-44C5-B74E-BBB9-153A6203B3F8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4" creationId="{B94AEC73-9192-42E5-05E9-5C2EEC77A759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6" creationId="{3A977A55-FE35-B349-53F4-08CD569B327C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7" creationId="{36FAD16F-BBD2-7918-0B14-C5711F043341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8" creationId="{A5F600F7-E0A6-EFE1-9456-4C4F7B6875AD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59" creationId="{272E380B-176E-9C41-BD5F-4CC6DC712C66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60" creationId="{9801144D-EDA4-970D-1A5C-9BFCB151A9B4}"/>
          </ac:inkMkLst>
        </pc:inkChg>
        <pc:inkChg chg="add mod">
          <ac:chgData name="Leônidas Müller de Oliveira" userId="5af9566427f0cd7a" providerId="LiveId" clId="{63C81AE7-AA3A-4E90-832C-409CB7F54A2D}" dt="2025-06-01T18:06:16.219" v="833"/>
          <ac:inkMkLst>
            <pc:docMk/>
            <pc:sldMk cId="3846196822" sldId="340"/>
            <ac:inkMk id="161" creationId="{9A80965C-C5A1-8036-EB9F-7B25DC0456F7}"/>
          </ac:inkMkLst>
        </pc:inkChg>
        <pc:inkChg chg="add mod">
          <ac:chgData name="Leônidas Müller de Oliveira" userId="5af9566427f0cd7a" providerId="LiveId" clId="{63C81AE7-AA3A-4E90-832C-409CB7F54A2D}" dt="2025-06-01T18:06:18.317" v="836"/>
          <ac:inkMkLst>
            <pc:docMk/>
            <pc:sldMk cId="3846196822" sldId="340"/>
            <ac:inkMk id="164" creationId="{6FD9AA45-EEE1-8812-21FD-D20B4645154C}"/>
          </ac:inkMkLst>
        </pc:inkChg>
        <pc:inkChg chg="add mod">
          <ac:chgData name="Leônidas Müller de Oliveira" userId="5af9566427f0cd7a" providerId="LiveId" clId="{63C81AE7-AA3A-4E90-832C-409CB7F54A2D}" dt="2025-06-01T18:06:18.317" v="836"/>
          <ac:inkMkLst>
            <pc:docMk/>
            <pc:sldMk cId="3846196822" sldId="340"/>
            <ac:inkMk id="165" creationId="{CCB8B99B-E0DE-227B-BE74-B8FE8E722D06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67" creationId="{90F1E0A7-6E50-AB1B-CD97-75D81E32B8FD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68" creationId="{32C31354-6A4B-F712-D391-9DD716358D38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69" creationId="{811E46EE-24D4-789F-BF7C-AC517C2FE4D7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70" creationId="{8CB48DD6-1FCA-7394-AE27-AAF8A9AEAB52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71" creationId="{27ED600E-DA1F-02C1-4581-36192C84EE64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72" creationId="{4A6EF67C-DE6C-1C9D-09A4-5A4A5FC352C1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73" creationId="{BD86C035-1332-347E-6B42-28A2F27C1256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74" creationId="{10FA1001-9C4F-A46F-1539-EBE890393B9C}"/>
          </ac:inkMkLst>
        </pc:inkChg>
        <pc:inkChg chg="add mod">
          <ac:chgData name="Leônidas Müller de Oliveira" userId="5af9566427f0cd7a" providerId="LiveId" clId="{63C81AE7-AA3A-4E90-832C-409CB7F54A2D}" dt="2025-06-01T18:06:27.964" v="847"/>
          <ac:inkMkLst>
            <pc:docMk/>
            <pc:sldMk cId="3846196822" sldId="340"/>
            <ac:inkMk id="176" creationId="{6CD7A230-84EC-FCA1-110D-AD1B892B4922}"/>
          </ac:inkMkLst>
        </pc:inkChg>
      </pc:sldChg>
      <pc:sldChg chg="addSp add mod">
        <pc:chgData name="Leônidas Müller de Oliveira" userId="5af9566427f0cd7a" providerId="LiveId" clId="{63C81AE7-AA3A-4E90-832C-409CB7F54A2D}" dt="2025-06-01T15:10:34.495" v="594" actId="9405"/>
        <pc:sldMkLst>
          <pc:docMk/>
          <pc:sldMk cId="3244859988" sldId="341"/>
        </pc:sldMkLst>
        <pc:inkChg chg="add">
          <ac:chgData name="Leônidas Müller de Oliveira" userId="5af9566427f0cd7a" providerId="LiveId" clId="{63C81AE7-AA3A-4E90-832C-409CB7F54A2D}" dt="2025-06-01T15:10:30.633" v="593" actId="9405"/>
          <ac:inkMkLst>
            <pc:docMk/>
            <pc:sldMk cId="3244859988" sldId="341"/>
            <ac:inkMk id="3" creationId="{87AD870A-BF97-EAC7-98DB-61A858030F53}"/>
          </ac:inkMkLst>
        </pc:inkChg>
        <pc:inkChg chg="add">
          <ac:chgData name="Leônidas Müller de Oliveira" userId="5af9566427f0cd7a" providerId="LiveId" clId="{63C81AE7-AA3A-4E90-832C-409CB7F54A2D}" dt="2025-06-01T15:10:34.495" v="594" actId="9405"/>
          <ac:inkMkLst>
            <pc:docMk/>
            <pc:sldMk cId="3244859988" sldId="341"/>
            <ac:inkMk id="4" creationId="{D64F8E7F-E89C-739B-E963-A747889DCD68}"/>
          </ac:inkMkLst>
        </pc:inkChg>
      </pc:sldChg>
      <pc:sldChg chg="addSp modSp add mod">
        <pc:chgData name="Leônidas Müller de Oliveira" userId="5af9566427f0cd7a" providerId="LiveId" clId="{63C81AE7-AA3A-4E90-832C-409CB7F54A2D}" dt="2025-06-01T15:11:31.174" v="618" actId="9405"/>
        <pc:sldMkLst>
          <pc:docMk/>
          <pc:sldMk cId="3576091765" sldId="342"/>
        </pc:sldMkLst>
        <pc:grpChg chg="mod">
          <ac:chgData name="Leônidas Müller de Oliveira" userId="5af9566427f0cd7a" providerId="LiveId" clId="{63C81AE7-AA3A-4E90-832C-409CB7F54A2D}" dt="2025-06-01T15:11:23.610" v="612"/>
          <ac:grpSpMkLst>
            <pc:docMk/>
            <pc:sldMk cId="3576091765" sldId="342"/>
            <ac:grpSpMk id="11" creationId="{07490F94-A4DE-A0A6-637F-CB49B8EE377B}"/>
          </ac:grpSpMkLst>
        </pc:grpChg>
        <pc:grpChg chg="mod">
          <ac:chgData name="Leônidas Müller de Oliveira" userId="5af9566427f0cd7a" providerId="LiveId" clId="{63C81AE7-AA3A-4E90-832C-409CB7F54A2D}" dt="2025-06-01T15:11:23.610" v="612"/>
          <ac:grpSpMkLst>
            <pc:docMk/>
            <pc:sldMk cId="3576091765" sldId="342"/>
            <ac:grpSpMk id="12" creationId="{52B9943E-D49D-9FD6-8C20-7D4C429464F0}"/>
          </ac:grpSpMkLst>
        </pc:grpChg>
        <pc:grpChg chg="mod">
          <ac:chgData name="Leônidas Müller de Oliveira" userId="5af9566427f0cd7a" providerId="LiveId" clId="{63C81AE7-AA3A-4E90-832C-409CB7F54A2D}" dt="2025-06-01T15:11:29.152" v="617"/>
          <ac:grpSpMkLst>
            <pc:docMk/>
            <pc:sldMk cId="3576091765" sldId="342"/>
            <ac:grpSpMk id="17" creationId="{D36AFDD3-8A99-EC8A-6B7A-3409D5CC43C4}"/>
          </ac:grpSpMkLst>
        </pc:grp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3" creationId="{5A8B85F2-379D-ED25-F52B-38A1DB8093A3}"/>
          </ac:inkMkLst>
        </pc:ink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4" creationId="{D44116FD-013A-D331-D04B-B01EE9229013}"/>
          </ac:inkMkLst>
        </pc:ink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5" creationId="{E3F1603C-781B-F0D4-B472-D51A42D26477}"/>
          </ac:inkMkLst>
        </pc:ink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6" creationId="{7A2E6681-BDFD-891E-0DCA-E32F84BB5D07}"/>
          </ac:inkMkLst>
        </pc:ink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7" creationId="{C787F134-6A2F-592F-53AE-FA38663B41EF}"/>
          </ac:inkMkLst>
        </pc:ink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8" creationId="{76FF5805-DC7B-C3A0-E930-08F845BF636F}"/>
          </ac:inkMkLst>
        </pc:inkChg>
        <pc:inkChg chg="add mod">
          <ac:chgData name="Leônidas Müller de Oliveira" userId="5af9566427f0cd7a" providerId="LiveId" clId="{63C81AE7-AA3A-4E90-832C-409CB7F54A2D}" dt="2025-06-01T15:11:23.610" v="612"/>
          <ac:inkMkLst>
            <pc:docMk/>
            <pc:sldMk cId="3576091765" sldId="342"/>
            <ac:inkMk id="9" creationId="{FD3DB0E8-AA34-E0AD-9BB6-0D28B3D11788}"/>
          </ac:inkMkLst>
        </pc:inkChg>
        <pc:inkChg chg="add mod">
          <ac:chgData name="Leônidas Müller de Oliveira" userId="5af9566427f0cd7a" providerId="LiveId" clId="{63C81AE7-AA3A-4E90-832C-409CB7F54A2D}" dt="2025-06-01T15:11:29.152" v="617"/>
          <ac:inkMkLst>
            <pc:docMk/>
            <pc:sldMk cId="3576091765" sldId="342"/>
            <ac:inkMk id="13" creationId="{E0141489-F802-93D2-1DE3-B2F9D5DF0909}"/>
          </ac:inkMkLst>
        </pc:inkChg>
        <pc:inkChg chg="add mod">
          <ac:chgData name="Leônidas Müller de Oliveira" userId="5af9566427f0cd7a" providerId="LiveId" clId="{63C81AE7-AA3A-4E90-832C-409CB7F54A2D}" dt="2025-06-01T15:11:29.152" v="617"/>
          <ac:inkMkLst>
            <pc:docMk/>
            <pc:sldMk cId="3576091765" sldId="342"/>
            <ac:inkMk id="14" creationId="{7E94F38C-211C-0071-3918-EC3BC9B5B42F}"/>
          </ac:inkMkLst>
        </pc:inkChg>
        <pc:inkChg chg="add mod">
          <ac:chgData name="Leônidas Müller de Oliveira" userId="5af9566427f0cd7a" providerId="LiveId" clId="{63C81AE7-AA3A-4E90-832C-409CB7F54A2D}" dt="2025-06-01T15:11:29.152" v="617"/>
          <ac:inkMkLst>
            <pc:docMk/>
            <pc:sldMk cId="3576091765" sldId="342"/>
            <ac:inkMk id="15" creationId="{C4A1A7B3-B50F-7B01-A009-4356DAAC003B}"/>
          </ac:inkMkLst>
        </pc:inkChg>
        <pc:inkChg chg="add mod">
          <ac:chgData name="Leônidas Müller de Oliveira" userId="5af9566427f0cd7a" providerId="LiveId" clId="{63C81AE7-AA3A-4E90-832C-409CB7F54A2D}" dt="2025-06-01T15:11:29.152" v="617"/>
          <ac:inkMkLst>
            <pc:docMk/>
            <pc:sldMk cId="3576091765" sldId="342"/>
            <ac:inkMk id="16" creationId="{F8637E4A-8F66-C742-42D2-478CA45A1A96}"/>
          </ac:inkMkLst>
        </pc:inkChg>
        <pc:inkChg chg="add">
          <ac:chgData name="Leônidas Müller de Oliveira" userId="5af9566427f0cd7a" providerId="LiveId" clId="{63C81AE7-AA3A-4E90-832C-409CB7F54A2D}" dt="2025-06-01T15:11:31.174" v="618" actId="9405"/>
          <ac:inkMkLst>
            <pc:docMk/>
            <pc:sldMk cId="3576091765" sldId="342"/>
            <ac:inkMk id="18" creationId="{F08CC179-9A56-DD3F-E2FD-E96B84782E43}"/>
          </ac:inkMkLst>
        </pc:inkChg>
      </pc:sldChg>
      <pc:sldChg chg="addSp delSp modSp add mod">
        <pc:chgData name="Leônidas Müller de Oliveira" userId="5af9566427f0cd7a" providerId="LiveId" clId="{63C81AE7-AA3A-4E90-832C-409CB7F54A2D}" dt="2025-06-01T15:12:08.986" v="662"/>
        <pc:sldMkLst>
          <pc:docMk/>
          <pc:sldMk cId="3035634077" sldId="343"/>
        </pc:sldMkLst>
        <pc:grpChg chg="del mod">
          <ac:chgData name="Leônidas Müller de Oliveira" userId="5af9566427f0cd7a" providerId="LiveId" clId="{63C81AE7-AA3A-4E90-832C-409CB7F54A2D}" dt="2025-06-01T15:11:42.400" v="625"/>
          <ac:grpSpMkLst>
            <pc:docMk/>
            <pc:sldMk cId="3035634077" sldId="343"/>
            <ac:grpSpMk id="6" creationId="{A1F8A4D1-D29F-F1CF-B4EA-7E2C178FADB7}"/>
          </ac:grpSpMkLst>
        </pc:grpChg>
        <pc:grpChg chg="mod">
          <ac:chgData name="Leônidas Müller de Oliveira" userId="5af9566427f0cd7a" providerId="LiveId" clId="{63C81AE7-AA3A-4E90-832C-409CB7F54A2D}" dt="2025-06-01T15:11:42.400" v="625"/>
          <ac:grpSpMkLst>
            <pc:docMk/>
            <pc:sldMk cId="3035634077" sldId="343"/>
            <ac:grpSpMk id="8" creationId="{58DFE861-FFA2-3B5F-A329-93E98B5F3B95}"/>
          </ac:grpSpMkLst>
        </pc:grpChg>
        <pc:grpChg chg="del mod">
          <ac:chgData name="Leônidas Müller de Oliveira" userId="5af9566427f0cd7a" providerId="LiveId" clId="{63C81AE7-AA3A-4E90-832C-409CB7F54A2D}" dt="2025-06-01T15:11:48.968" v="633"/>
          <ac:grpSpMkLst>
            <pc:docMk/>
            <pc:sldMk cId="3035634077" sldId="343"/>
            <ac:grpSpMk id="15" creationId="{481CCF5A-7D80-01AD-2D54-D0101EBCB0B6}"/>
          </ac:grpSpMkLst>
        </pc:grpChg>
        <pc:grpChg chg="del mod">
          <ac:chgData name="Leônidas Müller de Oliveira" userId="5af9566427f0cd7a" providerId="LiveId" clId="{63C81AE7-AA3A-4E90-832C-409CB7F54A2D}" dt="2025-06-01T15:11:52.479" v="641"/>
          <ac:grpSpMkLst>
            <pc:docMk/>
            <pc:sldMk cId="3035634077" sldId="343"/>
            <ac:grpSpMk id="17" creationId="{DCCAAB6E-BB62-1B29-2FC0-A1DB26C4FCA4}"/>
          </ac:grpSpMkLst>
        </pc:grpChg>
        <pc:grpChg chg="mod">
          <ac:chgData name="Leônidas Müller de Oliveira" userId="5af9566427f0cd7a" providerId="LiveId" clId="{63C81AE7-AA3A-4E90-832C-409CB7F54A2D}" dt="2025-06-01T15:11:52.479" v="641"/>
          <ac:grpSpMkLst>
            <pc:docMk/>
            <pc:sldMk cId="3035634077" sldId="343"/>
            <ac:grpSpMk id="25" creationId="{23A47451-9C96-780E-2802-70C1C0DDB7D1}"/>
          </ac:grpSpMkLst>
        </pc:grpChg>
        <pc:grpChg chg="mod">
          <ac:chgData name="Leônidas Müller de Oliveira" userId="5af9566427f0cd7a" providerId="LiveId" clId="{63C81AE7-AA3A-4E90-832C-409CB7F54A2D}" dt="2025-06-01T15:12:05.836" v="658"/>
          <ac:grpSpMkLst>
            <pc:docMk/>
            <pc:sldMk cId="3035634077" sldId="343"/>
            <ac:grpSpMk id="42" creationId="{55DFD0C4-2A56-0E5E-C1C0-5892F66DE668}"/>
          </ac:grpSpMkLst>
        </pc:grpChg>
        <pc:grpChg chg="del mod">
          <ac:chgData name="Leônidas Müller de Oliveira" userId="5af9566427f0cd7a" providerId="LiveId" clId="{63C81AE7-AA3A-4E90-832C-409CB7F54A2D}" dt="2025-06-01T15:12:08.986" v="662"/>
          <ac:grpSpMkLst>
            <pc:docMk/>
            <pc:sldMk cId="3035634077" sldId="343"/>
            <ac:grpSpMk id="43" creationId="{11798806-8460-0B6D-05AB-997C8A210BD1}"/>
          </ac:grpSpMkLst>
        </pc:grpChg>
        <pc:grpChg chg="mod">
          <ac:chgData name="Leônidas Müller de Oliveira" userId="5af9566427f0cd7a" providerId="LiveId" clId="{63C81AE7-AA3A-4E90-832C-409CB7F54A2D}" dt="2025-06-01T15:12:08.986" v="662"/>
          <ac:grpSpMkLst>
            <pc:docMk/>
            <pc:sldMk cId="3035634077" sldId="343"/>
            <ac:grpSpMk id="47" creationId="{6425E851-05B4-91F9-5008-CFE0848B5F77}"/>
          </ac:grpSpMkLst>
        </pc:grpChg>
        <pc:inkChg chg="add mod">
          <ac:chgData name="Leônidas Müller de Oliveira" userId="5af9566427f0cd7a" providerId="LiveId" clId="{63C81AE7-AA3A-4E90-832C-409CB7F54A2D}" dt="2025-06-01T15:11:42.400" v="625"/>
          <ac:inkMkLst>
            <pc:docMk/>
            <pc:sldMk cId="3035634077" sldId="343"/>
            <ac:inkMk id="3" creationId="{D4BCA1B8-3C19-D158-C554-CB35BFD0D84D}"/>
          </ac:inkMkLst>
        </pc:inkChg>
        <pc:inkChg chg="add mod">
          <ac:chgData name="Leônidas Müller de Oliveira" userId="5af9566427f0cd7a" providerId="LiveId" clId="{63C81AE7-AA3A-4E90-832C-409CB7F54A2D}" dt="2025-06-01T15:11:42.400" v="625"/>
          <ac:inkMkLst>
            <pc:docMk/>
            <pc:sldMk cId="3035634077" sldId="343"/>
            <ac:inkMk id="4" creationId="{4FAEA1E1-DA55-6940-7D39-4411C76F38D2}"/>
          </ac:inkMkLst>
        </pc:inkChg>
        <pc:inkChg chg="add mod">
          <ac:chgData name="Leônidas Müller de Oliveira" userId="5af9566427f0cd7a" providerId="LiveId" clId="{63C81AE7-AA3A-4E90-832C-409CB7F54A2D}" dt="2025-06-01T15:11:42.400" v="625"/>
          <ac:inkMkLst>
            <pc:docMk/>
            <pc:sldMk cId="3035634077" sldId="343"/>
            <ac:inkMk id="5" creationId="{1D3CAA6E-8A01-4C1B-4BF8-3B336FB2BD25}"/>
          </ac:inkMkLst>
        </pc:inkChg>
        <pc:inkChg chg="add mod">
          <ac:chgData name="Leônidas Müller de Oliveira" userId="5af9566427f0cd7a" providerId="LiveId" clId="{63C81AE7-AA3A-4E90-832C-409CB7F54A2D}" dt="2025-06-01T15:11:42.400" v="625"/>
          <ac:inkMkLst>
            <pc:docMk/>
            <pc:sldMk cId="3035634077" sldId="343"/>
            <ac:inkMk id="7" creationId="{DD7393CF-5315-3C40-56AE-06B57428EEC8}"/>
          </ac:inkMkLst>
        </pc:inkChg>
        <pc:inkChg chg="add">
          <ac:chgData name="Leônidas Müller de Oliveira" userId="5af9566427f0cd7a" providerId="LiveId" clId="{63C81AE7-AA3A-4E90-832C-409CB7F54A2D}" dt="2025-06-01T15:11:44.143" v="626" actId="9405"/>
          <ac:inkMkLst>
            <pc:docMk/>
            <pc:sldMk cId="3035634077" sldId="343"/>
            <ac:inkMk id="9" creationId="{C1AD0699-0E67-1474-A7EE-589231DC5198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1" creationId="{948A45F9-C763-4754-829A-BDE05AD702DA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2" creationId="{BDF06B75-770A-1D9D-D77D-83DB79EB5D2C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3" creationId="{C0F176FF-6F62-2E21-B9BB-B308DA808E23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4" creationId="{681753E3-0BEA-CEEF-5854-D9705A8565FA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6" creationId="{0B31A77C-C201-A51D-1478-47C16BA06A80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8" creationId="{68A04138-AE67-914A-58B7-072D81238F34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19" creationId="{9BE4BBB1-77CF-4BDE-4CDB-8E7FB19BC112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20" creationId="{188CED9D-850C-BC54-1CCB-F905B6771D1F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21" creationId="{7235DED6-F5CD-9FAF-C5C3-F2ABD8D3CBC2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22" creationId="{E2F21C15-E050-8546-0518-F24440D3E239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23" creationId="{FBAFCAA1-7377-4EE8-0E1C-396BE9D5A9E8}"/>
          </ac:inkMkLst>
        </pc:inkChg>
        <pc:inkChg chg="add mod">
          <ac:chgData name="Leônidas Müller de Oliveira" userId="5af9566427f0cd7a" providerId="LiveId" clId="{63C81AE7-AA3A-4E90-832C-409CB7F54A2D}" dt="2025-06-01T15:11:52.479" v="641"/>
          <ac:inkMkLst>
            <pc:docMk/>
            <pc:sldMk cId="3035634077" sldId="343"/>
            <ac:inkMk id="24" creationId="{30E178C1-CBE8-9C17-04F4-5E9F17997613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26" creationId="{DC90F062-8362-0AE4-E512-C04EA22BEE58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27" creationId="{48E04741-D4FC-A296-759E-90E6D617538A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28" creationId="{9E759040-26E3-5E76-B338-BA82F132AAA3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29" creationId="{40ED8FBB-7E26-CB9E-BB81-DE948F9E0812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0" creationId="{3FA3E4C4-2446-4A58-D795-9B62B7D54A31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1" creationId="{21CFAEA1-63A6-12E5-FFEE-7EC3A6E2BE40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2" creationId="{07EED509-8381-00D1-A8FB-017D61C40117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3" creationId="{EFE6479C-A73E-A027-5ACF-180B90648DBD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4" creationId="{3825E3D9-E2B1-6910-AD37-8907FB625CDC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5" creationId="{40C13635-424F-E37D-78B1-F28DFCE903A8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6" creationId="{B0BB1D84-8EF6-2583-9103-D9CB60557C46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37" creationId="{10CC1B93-4316-1AC7-F75D-2B02DF77C7B7}"/>
          </ac:inkMkLst>
        </pc:inkChg>
        <pc:inkChg chg="add mod">
          <ac:chgData name="Leônidas Müller de Oliveira" userId="5af9566427f0cd7a" providerId="LiveId" clId="{63C81AE7-AA3A-4E90-832C-409CB7F54A2D}" dt="2025-06-01T15:12:05.836" v="658"/>
          <ac:inkMkLst>
            <pc:docMk/>
            <pc:sldMk cId="3035634077" sldId="343"/>
            <ac:inkMk id="38" creationId="{E78A2F02-3E28-0F95-24C3-4F039D52EE31}"/>
          </ac:inkMkLst>
        </pc:inkChg>
        <pc:inkChg chg="add mod">
          <ac:chgData name="Leônidas Müller de Oliveira" userId="5af9566427f0cd7a" providerId="LiveId" clId="{63C81AE7-AA3A-4E90-832C-409CB7F54A2D}" dt="2025-06-01T15:12:05.836" v="658"/>
          <ac:inkMkLst>
            <pc:docMk/>
            <pc:sldMk cId="3035634077" sldId="343"/>
            <ac:inkMk id="39" creationId="{E85E868E-3D9C-587E-2924-FE61B0235870}"/>
          </ac:inkMkLst>
        </pc:inkChg>
        <pc:inkChg chg="add mod">
          <ac:chgData name="Leônidas Müller de Oliveira" userId="5af9566427f0cd7a" providerId="LiveId" clId="{63C81AE7-AA3A-4E90-832C-409CB7F54A2D}" dt="2025-06-01T15:12:05.836" v="658"/>
          <ac:inkMkLst>
            <pc:docMk/>
            <pc:sldMk cId="3035634077" sldId="343"/>
            <ac:inkMk id="40" creationId="{7A216728-475C-E7C2-A0CC-A8081B8AC51A}"/>
          </ac:inkMkLst>
        </pc:inkChg>
        <pc:inkChg chg="add mod">
          <ac:chgData name="Leônidas Müller de Oliveira" userId="5af9566427f0cd7a" providerId="LiveId" clId="{63C81AE7-AA3A-4E90-832C-409CB7F54A2D}" dt="2025-06-01T15:12:05.836" v="658"/>
          <ac:inkMkLst>
            <pc:docMk/>
            <pc:sldMk cId="3035634077" sldId="343"/>
            <ac:inkMk id="41" creationId="{CE89FF30-EF63-606A-AA6F-6652A2696F85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44" creationId="{4965A00C-E15E-693F-F707-0BE6A82ECFCD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45" creationId="{08511FF3-0D55-0A97-F182-E80E5A852172}"/>
          </ac:inkMkLst>
        </pc:inkChg>
        <pc:inkChg chg="add mod">
          <ac:chgData name="Leônidas Müller de Oliveira" userId="5af9566427f0cd7a" providerId="LiveId" clId="{63C81AE7-AA3A-4E90-832C-409CB7F54A2D}" dt="2025-06-01T15:12:08.986" v="662"/>
          <ac:inkMkLst>
            <pc:docMk/>
            <pc:sldMk cId="3035634077" sldId="343"/>
            <ac:inkMk id="46" creationId="{A8F91BDA-6C19-0982-FFFB-1B7CAA3A99B5}"/>
          </ac:inkMkLst>
        </pc:inkChg>
      </pc:sldChg>
      <pc:sldChg chg="addSp delSp modSp add mod ord">
        <pc:chgData name="Leônidas Müller de Oliveira" userId="5af9566427f0cd7a" providerId="LiveId" clId="{63C81AE7-AA3A-4E90-832C-409CB7F54A2D}" dt="2025-06-01T15:53:39.331" v="669" actId="1076"/>
        <pc:sldMkLst>
          <pc:docMk/>
          <pc:sldMk cId="1130765460" sldId="344"/>
        </pc:sldMkLst>
        <pc:picChg chg="add mod">
          <ac:chgData name="Leônidas Müller de Oliveira" userId="5af9566427f0cd7a" providerId="LiveId" clId="{63C81AE7-AA3A-4E90-832C-409CB7F54A2D}" dt="2025-06-01T15:53:39.331" v="669" actId="1076"/>
          <ac:picMkLst>
            <pc:docMk/>
            <pc:sldMk cId="1130765460" sldId="344"/>
            <ac:picMk id="3" creationId="{6B11AB8B-B0E4-18EB-E0E9-931F647A90AF}"/>
          </ac:picMkLst>
        </pc:picChg>
        <pc:picChg chg="del">
          <ac:chgData name="Leônidas Müller de Oliveira" userId="5af9566427f0cd7a" providerId="LiveId" clId="{63C81AE7-AA3A-4E90-832C-409CB7F54A2D}" dt="2025-06-01T15:53:34.256" v="666" actId="478"/>
          <ac:picMkLst>
            <pc:docMk/>
            <pc:sldMk cId="1130765460" sldId="344"/>
            <ac:picMk id="6" creationId="{95077CD9-F6CA-B534-8B25-89F511115A96}"/>
          </ac:picMkLst>
        </pc:picChg>
      </pc:sldChg>
      <pc:sldChg chg="addSp delSp modSp add mod">
        <pc:chgData name="Leônidas Müller de Oliveira" userId="5af9566427f0cd7a" providerId="LiveId" clId="{63C81AE7-AA3A-4E90-832C-409CB7F54A2D}" dt="2025-06-01T15:54:17.160" v="685"/>
        <pc:sldMkLst>
          <pc:docMk/>
          <pc:sldMk cId="306860214" sldId="345"/>
        </pc:sldMkLst>
        <pc:grpChg chg="del mod">
          <ac:chgData name="Leônidas Müller de Oliveira" userId="5af9566427f0cd7a" providerId="LiveId" clId="{63C81AE7-AA3A-4E90-832C-409CB7F54A2D}" dt="2025-06-01T15:54:11.407" v="682"/>
          <ac:grpSpMkLst>
            <pc:docMk/>
            <pc:sldMk cId="306860214" sldId="345"/>
            <ac:grpSpMk id="12" creationId="{12A02E7F-C753-708D-F6D1-9019F41415BB}"/>
          </ac:grpSpMkLst>
        </pc:grpChg>
        <pc:grpChg chg="mod">
          <ac:chgData name="Leônidas Müller de Oliveira" userId="5af9566427f0cd7a" providerId="LiveId" clId="{63C81AE7-AA3A-4E90-832C-409CB7F54A2D}" dt="2025-06-01T15:54:11.407" v="682"/>
          <ac:grpSpMkLst>
            <pc:docMk/>
            <pc:sldMk cId="306860214" sldId="345"/>
            <ac:grpSpMk id="15" creationId="{B3C57B0C-7CF2-0C95-1155-A823697CF271}"/>
          </ac:grpSpMkLst>
        </pc:grpChg>
        <pc:grpChg chg="mod">
          <ac:chgData name="Leônidas Müller de Oliveira" userId="5af9566427f0cd7a" providerId="LiveId" clId="{63C81AE7-AA3A-4E90-832C-409CB7F54A2D}" dt="2025-06-01T15:54:17.160" v="685"/>
          <ac:grpSpMkLst>
            <pc:docMk/>
            <pc:sldMk cId="306860214" sldId="345"/>
            <ac:grpSpMk id="18" creationId="{5B16BB0C-3F8F-2F93-1DE2-2FEE072AD99F}"/>
          </ac:grpSpMkLst>
        </pc:grp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2" creationId="{85ED044E-7CF0-E20F-A5F6-CA33AFE9190C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4" creationId="{8CF8CE5F-64F3-0B64-67E7-42BF91D472E2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5" creationId="{847D0B6A-331E-B6E1-7496-D5CA89FF56F3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6" creationId="{011D279F-104A-B5A2-CB32-FC8EC4A7E6AC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7" creationId="{744BC9F8-4BE6-D4AA-5EEB-B50D47BBBC97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8" creationId="{E1270DB6-106B-36F3-87AC-D6B07263C0E5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9" creationId="{30F5B74B-3550-609C-06D7-9BCC0E853F02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11" creationId="{E712B83A-46ED-24E2-7AFE-FFAC7AA2E907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13" creationId="{35D9DF86-F420-0561-BF38-0A46FC55FC69}"/>
          </ac:inkMkLst>
        </pc:inkChg>
        <pc:inkChg chg="add mod">
          <ac:chgData name="Leônidas Müller de Oliveira" userId="5af9566427f0cd7a" providerId="LiveId" clId="{63C81AE7-AA3A-4E90-832C-409CB7F54A2D}" dt="2025-06-01T15:54:11.407" v="682"/>
          <ac:inkMkLst>
            <pc:docMk/>
            <pc:sldMk cId="306860214" sldId="345"/>
            <ac:inkMk id="14" creationId="{0AA8F589-F125-4563-BC16-0E560B14CE6C}"/>
          </ac:inkMkLst>
        </pc:inkChg>
        <pc:inkChg chg="add mod">
          <ac:chgData name="Leônidas Müller de Oliveira" userId="5af9566427f0cd7a" providerId="LiveId" clId="{63C81AE7-AA3A-4E90-832C-409CB7F54A2D}" dt="2025-06-01T15:54:17.160" v="685"/>
          <ac:inkMkLst>
            <pc:docMk/>
            <pc:sldMk cId="306860214" sldId="345"/>
            <ac:inkMk id="16" creationId="{CC4C02AB-EB51-4DC9-F491-0E716649B571}"/>
          </ac:inkMkLst>
        </pc:inkChg>
        <pc:inkChg chg="add mod">
          <ac:chgData name="Leônidas Müller de Oliveira" userId="5af9566427f0cd7a" providerId="LiveId" clId="{63C81AE7-AA3A-4E90-832C-409CB7F54A2D}" dt="2025-06-01T15:54:17.160" v="685"/>
          <ac:inkMkLst>
            <pc:docMk/>
            <pc:sldMk cId="306860214" sldId="345"/>
            <ac:inkMk id="17" creationId="{67E468CF-DD05-DDDB-6DF6-4A6E7566881E}"/>
          </ac:inkMkLst>
        </pc:inkChg>
      </pc:sldChg>
      <pc:sldChg chg="addSp add del mod">
        <pc:chgData name="Leônidas Müller de Oliveira" userId="5af9566427f0cd7a" providerId="LiveId" clId="{63C81AE7-AA3A-4E90-832C-409CB7F54A2D}" dt="2025-06-01T17:46:10.875" v="727" actId="47"/>
        <pc:sldMkLst>
          <pc:docMk/>
          <pc:sldMk cId="3010984669" sldId="346"/>
        </pc:sldMkLst>
        <pc:inkChg chg="add">
          <ac:chgData name="Leônidas Müller de Oliveira" userId="5af9566427f0cd7a" providerId="LiveId" clId="{63C81AE7-AA3A-4E90-832C-409CB7F54A2D}" dt="2025-06-01T17:46:04.499" v="723" actId="9405"/>
          <ac:inkMkLst>
            <pc:docMk/>
            <pc:sldMk cId="3010984669" sldId="346"/>
            <ac:inkMk id="12" creationId="{6F6C1897-70EF-76CE-D007-A60B14300113}"/>
          </ac:inkMkLst>
        </pc:inkChg>
      </pc:sldChg>
      <pc:sldChg chg="addSp delSp modSp add mod ord">
        <pc:chgData name="Leônidas Müller de Oliveira" userId="5af9566427f0cd7a" providerId="LiveId" clId="{63C81AE7-AA3A-4E90-832C-409CB7F54A2D}" dt="2025-06-01T17:46:26.364" v="745" actId="20577"/>
        <pc:sldMkLst>
          <pc:docMk/>
          <pc:sldMk cId="3243391549" sldId="347"/>
        </pc:sldMkLst>
        <pc:spChg chg="mod">
          <ac:chgData name="Leônidas Müller de Oliveira" userId="5af9566427f0cd7a" providerId="LiveId" clId="{63C81AE7-AA3A-4E90-832C-409CB7F54A2D}" dt="2025-06-01T17:46:26.364" v="745" actId="20577"/>
          <ac:spMkLst>
            <pc:docMk/>
            <pc:sldMk cId="3243391549" sldId="347"/>
            <ac:spMk id="10" creationId="{D7001BA3-CB80-4627-9BF8-F969EC7D3809}"/>
          </ac:spMkLst>
        </pc:spChg>
        <pc:picChg chg="del">
          <ac:chgData name="Leônidas Müller de Oliveira" userId="5af9566427f0cd7a" providerId="LiveId" clId="{63C81AE7-AA3A-4E90-832C-409CB7F54A2D}" dt="2025-06-01T17:46:14.904" v="728" actId="478"/>
          <ac:picMkLst>
            <pc:docMk/>
            <pc:sldMk cId="3243391549" sldId="347"/>
            <ac:picMk id="3" creationId="{6B11AB8B-B0E4-18EB-E0E9-931F647A90AF}"/>
          </ac:picMkLst>
        </pc:picChg>
        <pc:picChg chg="add mod">
          <ac:chgData name="Leônidas Müller de Oliveira" userId="5af9566427f0cd7a" providerId="LiveId" clId="{63C81AE7-AA3A-4E90-832C-409CB7F54A2D}" dt="2025-06-01T17:46:20.045" v="732" actId="14100"/>
          <ac:picMkLst>
            <pc:docMk/>
            <pc:sldMk cId="3243391549" sldId="347"/>
            <ac:picMk id="4" creationId="{6FCF67D4-E5E1-F111-78EF-A6BFD53D4BEE}"/>
          </ac:picMkLst>
        </pc:picChg>
      </pc:sldChg>
      <pc:sldChg chg="addSp delSp modSp add mod">
        <pc:chgData name="Leônidas Müller de Oliveira" userId="5af9566427f0cd7a" providerId="LiveId" clId="{63C81AE7-AA3A-4E90-832C-409CB7F54A2D}" dt="2025-06-01T17:47:00.963" v="780"/>
        <pc:sldMkLst>
          <pc:docMk/>
          <pc:sldMk cId="850735406" sldId="348"/>
        </pc:sldMkLst>
        <pc:grpChg chg="add del mod">
          <ac:chgData name="Leônidas Müller de Oliveira" userId="5af9566427f0cd7a" providerId="LiveId" clId="{63C81AE7-AA3A-4E90-832C-409CB7F54A2D}" dt="2025-06-01T17:46:54.350" v="770"/>
          <ac:grpSpMkLst>
            <pc:docMk/>
            <pc:sldMk cId="850735406" sldId="348"/>
            <ac:grpSpMk id="6" creationId="{8919F71B-CE13-F820-0D7E-AF9348E24BC7}"/>
          </ac:grpSpMkLst>
        </pc:grpChg>
        <pc:grpChg chg="add del mod">
          <ac:chgData name="Leônidas Müller de Oliveira" userId="5af9566427f0cd7a" providerId="LiveId" clId="{63C81AE7-AA3A-4E90-832C-409CB7F54A2D}" dt="2025-06-01T17:46:54.350" v="770"/>
          <ac:grpSpMkLst>
            <pc:docMk/>
            <pc:sldMk cId="850735406" sldId="348"/>
            <ac:grpSpMk id="25" creationId="{C430B10F-49C5-2404-7DB4-D695C9C05BF6}"/>
          </ac:grpSpMkLst>
        </pc:grpChg>
        <pc:grpChg chg="mod">
          <ac:chgData name="Leônidas Müller de Oliveira" userId="5af9566427f0cd7a" providerId="LiveId" clId="{63C81AE7-AA3A-4E90-832C-409CB7F54A2D}" dt="2025-06-01T17:46:54.350" v="770"/>
          <ac:grpSpMkLst>
            <pc:docMk/>
            <pc:sldMk cId="850735406" sldId="348"/>
            <ac:grpSpMk id="26" creationId="{3CB9A963-ACEE-A8D0-8AC7-1065CD4E0B09}"/>
          </ac:grpSpMkLst>
        </pc:grpChg>
        <pc:grpChg chg="mod">
          <ac:chgData name="Leônidas Müller de Oliveira" userId="5af9566427f0cd7a" providerId="LiveId" clId="{63C81AE7-AA3A-4E90-832C-409CB7F54A2D}" dt="2025-06-01T17:47:00.963" v="780"/>
          <ac:grpSpMkLst>
            <pc:docMk/>
            <pc:sldMk cId="850735406" sldId="348"/>
            <ac:grpSpMk id="36" creationId="{E61A45A1-998D-77A5-12B2-E430F4F4E778}"/>
          </ac:grpSpMkLst>
        </pc:grp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2" creationId="{989516E9-FA9E-9E89-E162-09291F2999CB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3" creationId="{31B2BF70-89AA-49A0-8A68-C623B5959DC5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5" creationId="{548D5E64-B1A4-5271-1742-41EA8BFEFF60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7" creationId="{CC0B6EDD-C02C-FCE7-6975-7CB12696F202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8" creationId="{DB85C729-2B11-E130-8957-180465092683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9" creationId="{94B7452D-C5F6-1951-1892-885E4D4A50BC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1" creationId="{7E3BE428-FBBA-743D-40CE-56A43D7C0C48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2" creationId="{AB154D69-B21D-A28B-E2DE-962C1FCD8F67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3" creationId="{42C18426-E465-A8C3-F5A6-0B01DCF19FC6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4" creationId="{AAB821EF-6683-DDD7-CB04-5AF516D96FA1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5" creationId="{1A5FA9C1-4712-8870-770F-3C6B74049AA7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6" creationId="{0189790C-3385-AEC1-ECFD-DF71027E0002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7" creationId="{B87D1521-BCBC-FD33-E0AC-4AF3C94025E1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8" creationId="{D57F96E7-C855-F2CF-2E33-18761368DD82}"/>
          </ac:inkMkLst>
        </pc:inkChg>
        <pc:inkChg chg="add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19" creationId="{C76C972B-386D-4B0A-C7E4-B2B359250BDB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0" creationId="{BCE46489-3266-4B46-6D9A-B3F26638AF1C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1" creationId="{5CB3B954-5395-E745-4277-5E1F5DBBE6FA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2" creationId="{ACBF2B47-2608-5683-39F1-35F77E6A5BD3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3" creationId="{28095E9E-6C67-DDCE-9456-8405DDD7AFD4}"/>
          </ac:inkMkLst>
        </pc:inkChg>
        <pc:inkChg chg="add del mod">
          <ac:chgData name="Leônidas Müller de Oliveira" userId="5af9566427f0cd7a" providerId="LiveId" clId="{63C81AE7-AA3A-4E90-832C-409CB7F54A2D}" dt="2025-06-01T17:46:54.350" v="770"/>
          <ac:inkMkLst>
            <pc:docMk/>
            <pc:sldMk cId="850735406" sldId="348"/>
            <ac:inkMk id="24" creationId="{9DF4959B-7EB8-726B-187E-BBEF6E4B5D51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7" creationId="{FA70DF51-BE1D-EC33-840C-B347A7C88F50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8" creationId="{8E226B14-64AF-B424-4788-6470CD290A41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29" creationId="{05978EE8-1EA8-0EC8-28F8-C5B3AF5206FE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30" creationId="{F05733FB-9381-9502-197D-BA9760D1EA76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31" creationId="{699FCA4A-4D1A-A0CD-3C5A-F9BB2CE2B587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32" creationId="{332A5E87-90EB-99AB-15A4-B6DF839BA104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33" creationId="{54CEF34C-A4C6-0927-94DD-22CCEA419AD4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34" creationId="{1E251542-8A15-352D-04BB-9653907857B7}"/>
          </ac:inkMkLst>
        </pc:inkChg>
        <pc:inkChg chg="add mod">
          <ac:chgData name="Leônidas Müller de Oliveira" userId="5af9566427f0cd7a" providerId="LiveId" clId="{63C81AE7-AA3A-4E90-832C-409CB7F54A2D}" dt="2025-06-01T17:47:00.963" v="780"/>
          <ac:inkMkLst>
            <pc:docMk/>
            <pc:sldMk cId="850735406" sldId="348"/>
            <ac:inkMk id="35" creationId="{0F96A7B2-DB31-EAC7-D9DC-5B1D07F07889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8:58:13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679 433 24575,'-8'-2'0,"1"0"0,0-1 0,0 1 0,0-1 0,1 0 0,-1-1 0,1 0 0,-1 0 0,1 0 0,0-1 0,1 0 0,-6-6 0,-21-14 0,5 7 0,0 1 0,-2 1 0,0 1 0,-1 2 0,0 1 0,-1 1 0,0 2 0,0 1 0,-1 1 0,-1 2 0,1 1 0,-58 1 0,74 3 0,9-1 0,0 1 0,0 1 0,0-1 0,0 1 0,0 1 0,-12 3 0,17-4 0,0 0 0,0 0 0,1 0 0,-1 0 0,0 0 0,1 1 0,-1-1 0,1 1 0,0-1 0,-1 1 0,1-1 0,0 1 0,0 0 0,0 0 0,0-1 0,0 1 0,1 0 0,-1 0 0,0 0 0,1 0 0,0 0 0,-1 0 0,1 0 0,0 0 0,0 0 0,0 0 0,0 0 0,1 3 0,0 4 0,1 0 0,0 0 0,1-1 0,0 0 0,0 1 0,1-1 0,0 0 0,1 0 0,-1-1 0,1 0 0,1 0 0,7 8 0,9 10 0,49 41 0,-53-53 0,1 0 0,0-1 0,1-1 0,0 0 0,1-2 0,0-1 0,0 0 0,1-1 0,0-2 0,25 4 0,-26-5 0,0-2 0,1-1 0,-1 0 0,0-2 0,1 0 0,-1-1 0,0-1 0,0-2 0,0 0 0,37-14 0,-52 16 0,1-1 0,-1 0 0,0 0 0,-1 0 0,1 0 0,-1-1 0,0 0 0,0 0 0,0-1 0,-1 0 0,0 1 0,0-1 0,0 0 0,-1-1 0,0 1 0,0-1 0,0 1 0,-1-1 0,0 0 0,0 0 0,-1 0 0,0 0 0,0 0 0,-1 0 0,-1-14 0,0 2 0,0 1 0,-2-1 0,0 1 0,-1 0 0,-1 0 0,-1 1 0,0-1 0,-17-29 0,15 31 0,-2 0 0,0 1 0,-1 0 0,0 1 0,-1 0 0,-1 1 0,0 1 0,-1 0 0,0 0 0,-18-10 0,20 15 0,1 2 0,-1-1 0,0 1 0,-1 1 0,1 0 0,-1 1 0,1 1 0,-1 0 0,0 0 0,0 1 0,0 1 0,0 0 0,0 1 0,0 0 0,-15 4 0,-27 9-37,0 3-1,-79 36 1,61-23-1216,47-19-5573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2.4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24575,'18'1'0,"-1"1"0,0 0 0,1 2 0,25 8 0,18 4 0,74 26 0,-12-11 0,216 67 0,-232-59 0,-25-10 0,81 41 0,-46-8 0,186 128 0,-238-137 0,-1 2 0,-4 3 0,83 101 0,-86-92 0,-2-4 0,-2 1 0,-4 3 0,74 130 0,-61-79 0,51 116 0,-80-138 0,10 24 0,166 386 0,-109-242 0,-84-225 0,-3 2 0,12 56 0,-1-2 0,-9-42 0,43 168 0,-50-191 0,1 0 0,2-1 0,20 42 0,15 41 0,49 125 0,-20-60 0,85 339 0,-107-252 0,-45-194 91,3 14-1547,-7-72-5370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3.5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24575,'23'21'0,"1"-2"0,0 0 0,47 26 0,-35-23 0,44 26 0,129 55 0,97 16 0,0 5-1319,-304-123 1273,15 7-6780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4.2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24575,'-1'69'0,"1"26"0,0-67 0,1-24 0,-1-7 0,0 2 0,0 0 0,0-1 0,0 1 0,0 0 0,0 0 0,0-1 0,1 1 0,-1 0 0,0 0 0,1-1 0,-1 1 0,1 0 0,-1 0 0,1 0 0,-1 0 0,1 0 0,0-1 0,0 1 0,0 1 0,-1-1 0,1 0 0,0 0 0,0 0 0,0 0 0,0 1 0,1-1 0,-1 0 0,0 1 0,2-2 0,0 2 0,0 0 0,-1 1 0,1-1 0,0 0 0,-1 1 0,1-1 0,-1 1 0,1 0 0,-1 0 0,1 0 0,-1 0 0,0 1 0,4 1 0,8 7 0,0 1 0,-1 0 0,16 16 0,-9-6 0,0 1 0,-1 1 0,-1 0 0,-2 1 0,18 33 0,-34-56 3,1 0 0,-1 0 1,1 0-1,-1 0 0,1 0 0,-1 0 0,0 0 0,1 0 0,-1 0 0,0 0 0,0 0 1,0 0-1,0 0 0,0 0 0,0 0 0,0 0 0,0 1 0,-1-1 0,1 0 0,0 0 1,-1 0-1,1 0 0,0 0 0,-1 0 0,1 0 0,-1-1 0,0 1 0,1 0 0,-1 0 1,0 0-1,1 0 0,-1-1 0,-2 2 0,-34 11-1211,34-12 945,-23 5-6563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4.9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24575,'4'1'0,"0"0"0,0 0 0,0 1 0,-1 0 0,1 0 0,0 0 0,-1 0 0,1 1 0,-1-1 0,0 1 0,5 5 0,5 2 0,178 152 0,-103-85 0,99 68 0,163 59 0,-175-108 0,-161-87-1365,-4-1-5461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5.6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1 24575,'1'0'0,"-1"1"0,1-1 0,0 1 0,0-1 0,0 1 0,0 0 0,-1-1 0,1 1 0,0 0 0,-1-1 0,1 1 0,0 0 0,-1 0 0,1 0 0,-1-1 0,0 1 0,1 0 0,-1 0 0,1 0 0,-1 0 0,0 0 0,0 0 0,0 0 0,1 0 0,-1 0 0,0 2 0,2 28 0,-3-12 0,-1 1 0,-2-1 0,1 0 0,-2 0 0,-12 31 0,-5 20 0,11-45 0,11-25 0,-1 0 0,1 0 0,0 1 0,-1-1 0,1 0 0,0 0 0,-1 0 0,1 0 0,0 0 0,-1 1 0,1-1 0,0 0 0,-1 0 0,1 0 0,0 0 0,-1 0 0,1 0 0,-1 0 0,1 0 0,0 0 0,-1 0 0,1 0 0,0-1 0,-1 1 0,1 0 0,0 0 0,-1 0 0,1 0 0,0 0 0,-1-1 0,1 1 0,0 0 0,0 0 0,-1-1 0,1 1 0,-2-3 0,0 1 0,1-1 0,-1 1 0,1-1 0,0 0 0,0 0 0,0 1 0,0-1 0,0 0 0,0 0 0,1 0 0,0 0 0,-1-4 0,2-3 0,-1 0 0,1 0 0,1 0 0,0 0 0,0 0 0,1 0 0,0 0 0,1 1 0,0 0 0,0 0 0,1 0 0,1 0 0,-1 0 0,1 1 0,1 0 0,-1 1 0,1-1 0,9-7 0,-13 14 0,0-1 0,0 1 0,0-1 0,0 1 0,0 0 0,0 0 0,0 0 0,0 1 0,1-1 0,-1 1 0,0 0 0,0 0 0,0 0 0,1 0 0,-1 0 0,0 1 0,0-1 0,0 1 0,1 0 0,-1 0 0,0 0 0,0 0 0,-1 1 0,1-1 0,4 3 0,6 4 0,-1 1 0,0 0 0,0 1 0,11 12 0,61 67 0,135 192 0,-210-269-120,-5-8 31,-1 0 0,1 1 0,-1 0 0,0 0 0,0 0 0,0 0 1,-1 0-1,1 1 0,-1-1 0,-1 1 0,1-1 0,-1 1 0,1 6 0,-6 0-6737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6.4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24575,'3'3'0,"8"8"0,9 12 0,10 8 0,10 16 0,8 15 0,6 8 0,3 8 0,-1-3 0,0 0 0,-11-11 0,-5-9 0,-7-11 0,-8-9 0,-9-11-8191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7.1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0 24575,'-11'3'0,"1"-1"0,0 2 0,0-1 0,0 1 0,0 1 0,0 0 0,1 0 0,0 1 0,0 0 0,0 1 0,-7 7 0,18-14 0,-1-1 0,1 0 0,0 1 0,0 0 0,0-1 0,0 1 0,0 0 0,0 0 0,-1 0 0,1 0 0,0 1 0,0-1 0,0 0 0,0 1 0,0-1 0,-1 1 0,1 0 0,3 1 0,33 17 0,-24-9 0,0 0 0,0 1 0,-1 1 0,-1 0 0,0 0 0,0 1 0,-2 1 0,1 0 0,11 22 0,-22-35-68,1 0 0,0 1-1,-1-1 1,1 0 0,-1 1 0,0-1-1,1 1 1,-1-1 0,0 1 0,0-1-1,0 1 1,0-1 0,0 1 0,0-1-1,0 1 1,-1-1 0,1 1-1,0-1 1,-1 2 0,-6 5-6758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8.1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375 630 24575,'-4'-1'0,"-1"1"0,0-1 0,0 0 0,1 0 0,-1-1 0,1 1 0,-1-1 0,1 0 0,-1-1 0,1 1 0,0-1 0,0 1 0,0-1 0,1 0 0,-1-1 0,-5-6 0,-5-6 0,0-2 0,-15-27 0,13 21 0,-6-8 0,-98-161 0,107 167 0,1-1 0,1 1 0,1-2 0,1 1 0,-8-54 0,12 56-1365,0 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8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46 24575,'3'0'0,"5"0"0,3 0 0,4 0 0,3 0 0,4-3 0,2-5 0,1 0 0,-2 0 0,-1 3 0,-4-2 0,-5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09.1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1 288 24575,'0'-20'0,"1"1"0,0-1 0,2 1 0,0-1 0,10-28 0,-9 37 0,0 0 0,1 0 0,1 0 0,0 1 0,0-1 0,1 2 0,0-1 0,1 1 0,0 0 0,12-11 0,-17 18 0,0 0 0,0 0 0,0 0 0,1 0 0,-1 0 0,0 1 0,1 0 0,-1-1 0,1 1 0,0 1 0,-1-1 0,1 0 0,0 1 0,-1 0 0,1-1 0,0 2 0,-1-1 0,1 0 0,0 1 0,-1-1 0,1 1 0,0 0 0,-1 1 0,1-1 0,-1 0 0,0 1 0,1 0 0,3 3 0,10 6 0,-1 0 0,-1 2 0,0 0 0,15 16 0,-17-16 0,58 58-1365,-43-44-5461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25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1898 1 24575,'-3'2'0,"0"0"0,0 1 0,0-1 0,0 1 0,0 0 0,1 0 0,-1 0 0,1 0 0,0 1 0,0-1 0,0 1 0,-2 5 0,-1 1 0,-71 103 0,-174 199 0,112-150 0,58-69 0,-3-3 0,-5-4 0,-3-5 0,-140 97 0,-33 18 0,201-144 0,3 2 0,-56 66 0,99-102 0,-1 0 0,-22 15 0,21-18 0,0 1 0,-21 25 0,-80 108 0,83-102-1365,30-34-5461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30.0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24575,'13'1'0,"0"0"0,0 1 0,0 1 0,0 0 0,0 0 0,17 8 0,75 39 0,-64-30 0,61 32 0,10 4 0,120 43 0,-229-98-38,0 0 0,1-1 0,-1 1 1,1-1-1,-1 1 0,0-1 0,1 0 0,-1-1 0,1 1 0,-1-1 0,0 1 0,1-1 0,-1 0 0,0 0 0,0 0 0,1-1 1,-1 1-1,0-1 0,0 0 0,-1 0 0,1 0 0,0 0 0,-1 0 0,1 0 0,-1-1 0,1 1 0,-1-1 0,0 0 0,0 0 1,-1 0-1,1 0 0,0 0 0,-1 0 0,0 0 0,2-6 0,3-9-6788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30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 24575,'1'39'0,"0"-21"0,0 0 0,-2 0 0,1-1 0,-2 1 0,-1 0 0,0-1 0,-1 0 0,-8 23 0,4-29 0,5-16 0,3 3 0,0 1 0,1 0 0,-1 0 0,0 0 0,1 0 0,-1 0 0,1 0 0,0 0 0,-1 0 0,1 0 0,0 0 0,-1 0 0,1 0 0,0 0 0,0 0 0,0 1 0,0-1 0,0 0 0,0 1 0,0-1 0,0 0 0,0 1 0,0-1 0,2 0 0,3 1 0,0-1 0,1 1 0,-1 0 0,0 0 0,0 0 0,0 1 0,1 0 0,-1 0 0,0 1 0,0 0 0,0 0 0,-1 0 0,1 0 0,7 5 0,3 2 0,-1 0 0,0 1 0,24 21 0,-25-16-1365,-5-2-5461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19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24575,'2'11'0,"0"-1"0,1 0 0,0 0 0,1 0 0,0 0 0,1 0 0,-1-1 0,2 0 0,0 0 0,12 16 0,3 5 0,161 275 0,45 71 0,-135-226 0,-8 5 0,69 173 0,-13 12 0,-6 57 0,53 113 0,13 26 0,-16-47 0,-143-347-1365,-35-123-5461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20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1 24575,'1'301'0,"-3"319"0,-7-395 0,-1 101 0,11 976 0,-3-1272 0,-8 48 0,1-16 0,1-4 30,-2 37-1425,9-77-5431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22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24575,'3'36'0,"2"0"0,1 0 0,2-1 0,1 0 0,20 48 0,-1 0 0,67 249 0,70 213 0,-63-240 0,130 340 0,-131-426 0,16 39 0,-43-97 0,112 179 0,-47-95 0,80 126 0,-67-96 0,-144-260 0,-1 1 0,8 27 0,-11-29 0,1 0 0,1 0 0,11 22 0,-7-25-1365,-1-3-5461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31.6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0 282 24575,'3'0'0,"5"0"0,4 0 0,3-3 0,6-4 0,2-8 0,4-8 0,-2-3 0,-3-4 0,-1 0 0,-2 2 0,0-1 0,0 5 0,0 2 0,-4 3 0,0 4 0,-4 4-8191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06:32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 24575,'64'61'0,"-37"-39"0,-23-19 0,-8-10 0,-39-55 0,40 57 0,1 0 0,-1-1 0,1 1 0,0-1 0,0 0 0,0 0 0,1 0 0,0 0 0,0 0 0,0-8 0,1 13 0,0 1 0,0-1 0,0 0 0,0 0 0,1 1 0,-1-1 0,0 0 0,0 1 0,1-1 0,-1 0 0,0 1 0,1-1 0,-1 0 0,0 1 0,1-1 0,-1 1 0,1-1 0,-1 0 0,1 1 0,0-1 0,-1 1 0,1 0 0,-1-1 0,1 1 0,0-1 0,-1 1 0,1 0 0,1-1 0,25 3 0,28 19 0,-52-19 0,8 3 0,42 22 0,-50-25 0,0 0 0,1 0 0,-1 1 0,0-1 0,0 1 0,0-1 0,-1 1 0,1 0 0,-1 0 0,0 0 0,4 7 0,-5-10 2,-1 1 0,0-1 0,0 1 0,0-1 0,0 1 1,0-1-1,0 0 0,0 1 0,0-1 0,0 1 0,0-1 0,0 1 0,0-1 0,0 1 0,0-1 0,0 0 0,-1 1 0,1-1 0,0 1 0,0-1 0,0 0 0,-1 1 0,1-1 0,0 1 0,0-1 0,-1 0 0,1 1 0,0-1 0,-1 0 1,1 0-1,0 1 0,-1-1 0,1 0 0,-1 0 0,1 0 0,0 1 0,-1-1 0,0 0 0,-17 4-1293,18-4 1137,-16 1-6672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3.1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24575,'22'15'0,"-12"-6"0,17 7 0,1 0 0,0-2 0,1-1 0,1-1 0,0-1 0,50 10 0,194 20 0,-211-33 0,24 3 0,-7 1 0,1-4 0,-1-3 0,86-7 0,-152 1-195,0 0 0,0-1 0,0-1 0,0-1 0,-1 0 0,18-7 0,-12 0-6631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3.8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34 132 24575,'-1'15'0,"-1"0"0,0 0 0,-5 16 0,-2 7 0,-1 11 0,8-40 0,7-32 0,0 5 0,14-58 0,31-79 0,-50 153 0,1 0 0,-1 1 0,1-1 0,-1 0 0,1 1 0,0-1 0,0 1 0,0-1 0,0 1 0,0 0 0,0-1 0,0 1 0,1 0 0,-1 0 0,0 0 0,1 0 0,-1 0 0,1 0 0,-1 0 0,1 0 0,-1 1 0,1-1 0,-1 0 0,1 1 0,3-1 0,-2 1 0,0 1 0,0-1 0,0 1 0,0 0 0,0 0 0,0 0 0,-1 0 0,1 0 0,0 1 0,-1-1 0,1 1 0,-1 0 0,4 3 0,9 8 0,-2 1 0,0 1 0,17 24 0,-27-36 0,10 15 0,0 1 0,-1 1 0,-1 0 0,-1 0 0,-1 1 0,11 39 0,-19-58 0,-1 0 0,1 0 0,-1 0 0,0 0 0,0 0 0,0 0 0,0 1 0,0-1 0,-1 0 0,1 0 0,-1 0 0,1 0 0,-1 0 0,0 0 0,1 0 0,-1 0 0,0 0 0,-1 0 0,1-1 0,0 1 0,0 0 0,-1-1 0,1 1 0,-1-1 0,1 1 0,-1-1 0,0 0 0,1 1 0,-1-1 0,0 0 0,0 0 0,0 0 0,-4 1 0,-7 2 0,-1 0 0,1-1 0,-1-1 0,-19 2 0,0 0 0,-92 31-1365,94-25-5461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4.4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24575,'2'12'0,"0"0"0,0 0 0,1 0 0,0-1 0,1 1 0,8 17 0,6 18 0,31 124 0,23 70 0,-71-238 0,0 0 0,0 1 0,0-1 0,1 0 0,-1 1 0,1-1 0,0 0 0,0 0 0,0 0 0,0-1 0,0 1 0,1 0 0,4 3 0,-6-5 0,-1-1 0,1 0 0,0 0 0,-1 0 0,1 0 0,0 1 0,0-1 0,-1 0 0,1 0 0,0 0 0,-1 0 0,1 0 0,0-1 0,0 1 0,-1 0 0,1 0 0,0 0 0,-1-1 0,1 1 0,0 0 0,-1-1 0,1 1 0,-1 0 0,2-2 0,17-25 0,21-55 0,69-130 0,-22 44-1365,-80 154-5461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5.2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247 22 24575,'-4'-3'0,"1"1"0,-1-1 0,0 1 0,0 0 0,-1 0 0,1 1 0,0-1 0,0 1 0,-1 0 0,1 0 0,-1 0 0,1 1 0,-1 0 0,1 0 0,-1 0 0,-5 1 0,2-1 0,0 1 0,1 1 0,-1-1 0,0 1 0,1 0 0,0 1 0,-1 0 0,-10 6 0,11-3 0,-1 1 0,2 0 0,-1 0 0,1 0 0,0 1 0,1 0 0,0 0 0,0 0 0,1 0 0,0 1 0,0 0 0,1 0 0,-3 13 0,2-10 0,1 0 0,1 0 0,0 0 0,1 0 0,0 0 0,1 0 0,0 0 0,1 1 0,0-1 0,4 14 0,-4-23 0,0 0 0,0 0 0,0-1 0,0 1 0,0 0 0,1-1 0,-1 1 0,1-1 0,0 1 0,0-1 0,0 0 0,0 1 0,0-1 0,1 0 0,-1-1 0,1 1 0,-1 0 0,1-1 0,-1 1 0,1-1 0,5 2 0,-2-2 0,0 0 0,0 0 0,-1-1 0,1 0 0,0 0 0,0 0 0,0-1 0,-1 0 0,1 0 0,10-3 0,-2-1 0,1-1 0,-1 0 0,-1-1 0,0 0 0,0-1 0,0-1 0,-1 0 0,12-10 0,-11 4 0,-11 12 0,0 1 0,1-1 0,-1 0 0,1 1 0,-1 0 0,1-1 0,0 1 0,0 0 0,0 0 0,5-2 0,-7 4 0,-1 0 0,1 0 0,0 0 0,-1 0 0,1 0 0,-1 0 0,1 0 0,0 0 0,-1 1 0,1-1 0,0 0 0,-1 0 0,1 1 0,-1-1 0,1 0 0,-1 1 0,1-1 0,-1 0 0,1 1 0,-1-1 0,1 1 0,-1-1 0,1 1 0,0 0 0,11 30 0,5 58 0,-4 0 0,3 178 0,-16-258 0,1 5 0,-1 1 0,-1 0 0,0 0 0,-1 0 0,-3 16 0,4-29 0,0 1 0,1-1 0,-1 1 0,0-1 0,0 0 0,-1 1 0,1-1 0,0 0 0,-1 0 0,1 0 0,-1 0 0,0 0 0,0 0 0,0 0 0,0 0 0,0-1 0,0 1 0,0-1 0,0 1 0,-1-1 0,1 0 0,0 0 0,-1 0 0,1 0 0,-1-1 0,1 1 0,-1-1 0,0 1 0,1-1 0,-1 0 0,1 0 0,-1 0 0,0 0 0,1-1 0,-5 0 0,-5-2-151,0 0-1,1 0 0,-1-1 0,1-1 1,0 0-1,1 0 0,-1-1 1,-16-13-1,9 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5.8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122 637 24575,'2'0'0,"0"1"0,1 0 0,-1-1 0,0 1 0,0 0 0,0 0 0,1 0 0,-1 0 0,0 1 0,-1-1 0,1 1 0,0-1 0,0 1 0,0-1 0,2 4 0,26 35 0,-17-22 0,-8-12 0,-1 0 0,2 0 0,-1 0 0,1 0 0,-1-1 0,1 0 0,1 0 0,11 6 0,-14-9 0,-1-2 0,0 1 0,1 0 0,-1-1 0,1 0 0,-1 1 0,1-2 0,-1 1 0,1 0 0,-1 0 0,1-1 0,-1 0 0,0 0 0,1 0 0,-1 0 0,0 0 0,0-1 0,0 0 0,0 1 0,0-1 0,0 0 0,3-4 0,7-3 0,-1-1 0,0-1 0,-1 0 0,0-1 0,-1 0 0,0-1 0,-1 0 0,-1 0 0,0-1 0,-1 0 0,0 0 0,-1-1 0,-1 0 0,0 0 0,-1 0 0,0-1 0,-2 1 0,1-1 0,-2 0 0,0 0 0,-1 0 0,-1 1 0,-1-1 0,0 0 0,0 0 0,-2 1 0,0 0 0,-1 0 0,0 0 0,-1 0 0,-1 1 0,0 0 0,-1 0 0,-14-18 0,-1 6 0,0 1 0,-2 0 0,-1 2 0,-1 1 0,-1 1 0,-1 2 0,-1 0 0,0 2 0,-37-14 0,63 29-68,0 0 0,0 0-1,0 1 1,0-1 0,0 1 0,0 0-1,0 0 1,-1 0 0,1 1 0,0 0-1,-1 0 1,1 0 0,-1 0 0,1 0-1,0 1 1,0 0 0,-1 0-1,1 0 1,-5 2 0,-9 10-6758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9.6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24575,'3'0'0,"5"3"0,4 4 0,10 8 0,4 5 0,1 1 0,3 2 0,-4-1 0,0-1 0,-4 0 0,-3-4 0,-4-1 0,-6-4-8191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2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360 368 24575,'-11'0'0,"-4"0"0,0 0 0,0-1 0,-29-5 0,39 5 0,0-1 0,0 0 0,0 0 0,0 0 0,1-1 0,-1 1 0,1-1 0,0 0 0,-1 0 0,1-1 0,1 1 0,-1-1 0,0 0 0,1 0 0,-4-6 0,-8-16 0,0 0 0,-10-31 0,18 39 0,-1 0 0,0 0 0,-1 1 0,-1 1 0,0-1 0,-1 2 0,-1-1 0,-14-13 0,3 5-1365,15 13-5461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2.6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0 229 24575,'3'0'0,"5"0"0,4-7 0,6-5 0,4-7 0,5-7 0,-3-3 0,-2-2 0,-4 0 0,-6 3 0,-8 6 0,-8 6 0,-7 10 0,0 5-8191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3.1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0 537 24575,'1'-9'0,"1"1"0,0-1 0,1 1 0,0 0 0,0 0 0,0 0 0,8-12 0,-1 0 0,16-34 0,-3-1 0,-2-1 0,-3 0 0,17-92 0,-35 143 0,1 0 0,0 1 0,0-1 0,0 1 0,0 0 0,1-1 0,0 1 0,0 0 0,0 0 0,0 0 0,5-6 0,-5 8 0,0 1 0,0 0 0,0 0 0,0 0 0,0 0 0,0 0 0,0 0 0,0 0 0,0 1 0,1-1 0,-1 1 0,0 0 0,0-1 0,1 1 0,-1 0 0,0 1 0,0-1 0,1 0 0,-1 0 0,0 1 0,0-1 0,0 1 0,0 0 0,1 0 0,2 2 0,52 26 50,-46-23-252,-1 0 0,1 0 0,0-1-1,1-1 1,-1 0 0,13 3 0,-9-5-6624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5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0 226 24575,'54'-3'0,"-1"-2"0,92-22 0,-78 13 0,507-119 0,-561 129-183,0-1 0,0 0-1,0-1 1,21-14 0,-28 17-266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6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331 0 24575,'0'380'0,"1"-373"0,-2-3 0,1 1 0,0-1 0,0 1 0,0-1 0,1 1 0,0-1 0,0 0 0,0 1 0,0-1 0,0 0 0,1 0 0,0 0 0,0 0 0,0 0 0,3 4 0,-4-8 0,-1 0 0,1 0 0,0 0 0,0-1 0,-1 1 0,1 0 0,0 0 0,-1 0 0,1 0 0,0-1 0,-1 1 0,1 0 0,0-1 0,-1 1 0,1-1 0,-1 1 0,1 0 0,-1-1 0,1 1 0,-1-1 0,1 1 0,-1-1 0,1 0 0,-1 1 0,0-1 0,1 1 0,-1-1 0,0 0 0,1 1 0,-1-1 0,0 0 0,0 1 0,0-1 0,0 0 0,0 0 0,1 0 0,8-30 0,0-24 0,5-94 0,-2 5 0,-12 143 0,11-39 0,-11 40 0,1-1 0,-1 0 0,1 0 0,0 0 0,-1 0 0,1 1 0,0-1 0,0 0 0,0 1 0,-1-1 0,1 0 0,0 1 0,0-1 0,0 1 0,0 0 0,0-1 0,0 1 0,0 0 0,0-1 0,0 1 0,0 0 0,0 0 0,0 0 0,1 0 0,-1 0 0,0 0 0,0 0 0,0 0 0,0 1 0,0-1 0,0 0 0,0 1 0,0-1 0,0 0 0,1 2 0,27 11 0,0 2 0,44 32 0,2 0 0,-64-42 0,-2 0 0,0 0 0,-1 1 0,1-1 0,13 14 0,-20-18 0,-1 0 0,0 0 0,0 1 0,0-1 0,0 0 0,0 1 0,0-1 0,0 1 0,0-1 0,-1 1 0,1-1 0,0 1 0,-1-1 0,1 1 0,-1 0 0,0-1 0,0 1 0,1 0 0,-1-1 0,0 1 0,-1 0 0,1 0 0,0-1 0,0 1 0,-1 0 0,1-1 0,-1 1 0,1-1 0,-1 1 0,0 0 0,1-1 0,-1 0 0,0 1 0,0-1 0,-2 3 0,-6 5 0,0 0 0,0-1 0,-1 0 0,0 0 0,0-1 0,-19 10 0,-74 29 0,92-42 0,-479 180 0,454-165-1365,27-10-5461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7.9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372 0 24575,'-3'0'0,"-4"0"0,-9 0 0,-6 0 0,-4 3 0,-7 5 0,-8 7 0,-3 1 0,2 5 0,5-2 0,6 0 0,8-1 0,5-3 0,2-4 0,3-4-8191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8.3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24575,'3'0'0,"5"0"0,0 7 0,0 8 0,1 15 0,2 9 0,3 7 0,-1 7 0,1-1 0,0-4 0,-1-12-8191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59.0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0 24575,'-2'5'0,"0"1"0,0-1 0,-1 0 0,0 0 0,0 0 0,0-1 0,-1 1 0,1-1 0,-1 0 0,0 0 0,-6 5 0,-4 5 0,6-3 0,0-1 0,0 2 0,1-1 0,0 1 0,1 0 0,-6 16 0,11-26 0,-1 1 0,2 0 0,-1-1 0,0 1 0,0 0 0,1-1 0,-1 1 0,1 0 0,0 0 0,0 0 0,0-1 0,0 1 0,1 0 0,-1 0 0,1 0 0,0-1 0,-1 1 0,1 0 0,0-1 0,1 1 0,-1-1 0,0 1 0,1-1 0,-1 0 0,1 1 0,0-1 0,0 0 0,0 0 0,0 0 0,0-1 0,0 1 0,0 0 0,1-1 0,-1 1 0,1-1 0,2 2 0,15 4 0,0-1 0,0-1 0,1 0 0,0-1 0,41 1 0,105-8 0,-97-8-1365,-56 7-5461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3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584 269 24575,'6'3'0,"3"5"0,-4 0 0,-9-3 0,-14-10 0,-20-11 0,-17-12 0,-19-14 0,-9-4 0,-1 3 0,11 6 0,11 8 0,13 7 0,11 7 0,13 5-8191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4.0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334 71 24575,'-16'392'0,"6"-304"0,-3 0 0,-35 117 0,48-204 0,1-1 0,-1 1 0,0-1 0,0 1 0,0-1 0,-1 1 0,1-1 0,0 0 0,0 1 0,0-1 0,0 1 0,0-1 0,0 1 0,-1-1 0,1 1 0,0-1 0,0 0 0,-1 1 0,1-1 0,0 1 0,-1-1 0,1 0 0,0 1 0,-1-1 0,1 0 0,0 0 0,-1 1 0,1-1 0,-1 0 0,1 0 0,-1 0 0,1 1 0,-1-1 0,0 0 0,-7-17 0,-2-39 0,9 50 0,-6-46 0,4 20 0,-2-1 0,-2 1 0,-18-57 0,23 85 0,0 0 0,0 0 0,-1 0 0,0 1 0,1-1 0,-1 1 0,0 0 0,-1 0 0,1 0 0,-1 0 0,1 1 0,-1-1 0,0 1 0,0 0 0,0 0 0,-5-2 0,4 2 0,0 0 0,0-1 0,0 1 0,1-1 0,-1 0 0,1-1 0,0 1 0,0-1 0,0 0 0,-3-4 0,-1-4 0,0-1 0,1 0 0,1 0 0,0 0 0,1-1 0,0 0 0,1 0 0,0-1 0,2 1 0,-1-1 0,2 1 0,0-1 0,1 0 0,2-17 0,-2 21 0,2 0 0,0 1 0,0-1 0,1 1 0,0 0 0,1 0 0,0 0 0,1 0 0,0 1 0,0 0 0,1 0 0,0 0 0,0 0 0,1 1 0,1 0 0,-1 1 0,1 0 0,0 0 0,1 0 0,9-5 0,19-11-1365,-28 17-5461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4.4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0 24575,'-1'139'0,"-1"-7"0,18 159 0,-16-285 0,1 1 0,0-1 0,1 0 0,-1 0 0,1 0 0,5 10 0,-7-16 0,0 1 0,1-1 0,-1 1 0,0-1 0,1 1 0,-1-1 0,0 0 0,1 1 0,-1-1 0,1 1 0,-1-1 0,1 0 0,-1 1 0,1-1 0,-1 0 0,1 0 0,-1 1 0,1-1 0,0 0 0,-1 0 0,1 0 0,-1 0 0,1 0 0,-1 0 0,1 0 0,0 0 0,0 0 0,1 0 0,0-1 0,-1 0 0,1 0 0,0 0 0,-1 0 0,1-1 0,-1 1 0,1 0 0,-1-1 0,0 1 0,0 0 0,0-1 0,2-2 0,132-232 0,-62 100 0,37-50-1365,-95 160-5461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4.9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1 568 24575,'0'19'0,"1"-1"0,1 0 0,1 0 0,0 0 0,7 18 0,-8-29 0,0 0 0,1 0 0,0 0 0,0 0 0,1-1 0,0 1 0,0-1 0,0 0 0,1 0 0,0-1 0,0 1 0,0-1 0,1 0 0,11 8 0,-14-12 0,0 0 0,0 0 0,0 0 0,1 0 0,-1-1 0,0 1 0,0-1 0,0 0 0,1 0 0,-1 0 0,0 0 0,0 0 0,0-1 0,0 1 0,1-1 0,-1 0 0,0 0 0,0 0 0,0-1 0,-1 1 0,1-1 0,0 1 0,0-1 0,3-3 0,8-6 0,-1-1 0,0 0 0,14-16 0,-24 24 0,23-27 0,-1-2 0,-2-1 0,-1-1 0,-2 0 0,-1-2 0,-2 0 0,-1-1 0,-3-1 0,-1 0 0,-1-1 0,-3 0 0,-1 0 0,-2-1 0,0-75 0,-5 111 11,0 0 0,0 0 0,0 0 0,-1 1 0,0-1 0,0 0-1,0 0 1,0 1 0,-1-1 0,-3-8 0,3 12-76,0-1 1,1 0-1,-1 1 1,0-1-1,0 1 1,0-1-1,0 1 0,0 0 1,0 0-1,-1 0 1,1 0-1,0 0 1,0 0-1,-1 1 0,1-1 1,-1 1-1,1 0 1,0-1-1,-1 1 1,1 0-1,-1 1 1,-4 0-1,-13 0-6761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7.5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24575,'5'2'0,"-1"-1"0,1 1 0,0 0 0,-1 0 0,1 0 0,-1 1 0,0-1 0,0 1 0,0 0 0,0 0 0,6 7 0,2 1 0,105 95 0,-81-70 0,2-2 0,55 39 0,-26-17-1365,-58-48-5461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7.9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6:48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17 24575,'-23'25'0,"1"0"0,-32 48 0,53-66 0,13-18 0,17-21 0,-12 7 0,-11 16 0,0 0 0,0 0 0,0 1 0,1 0 0,0 0 0,10-7 0,-15 13 0,1 1 0,-1-1 0,1 1 0,-1 0 0,1 0 0,-1 0 0,1 0 0,0 0 0,-1 1 0,1-1 0,0 1 0,0 0 0,-1 0 0,1 0 0,0 0 0,0 0 0,-1 1 0,1-1 0,0 1 0,0-1 0,-1 1 0,1 0 0,-1 0 0,1 1 0,-1-1 0,1 0 0,-1 1 0,4 2 0,1 1 0,-1 1 0,0-1 0,0 1 0,0 0 0,-1 0 0,0 0 0,4 8 0,-8-13 0,0 0 0,0 0 0,0 0 0,0 1 0,0-1 0,-1 0 0,1 1 0,-1-1 0,1 1 0,-1-1 0,1 0 0,-1 1 0,0-1 0,0 1 0,1-1 0,-1 1 0,0-1 0,0 1 0,-1-1 0,1 1 0,0-1 0,0 1 0,-1-1 0,1 1 0,-1-1 0,1 0 0,-1 1 0,0-1 0,1 0 0,-1 1 0,0-1 0,0 0 0,0 0 0,0 0 0,0 0 0,0 0 0,0 0 0,-1 0 0,1 0 0,0 0 0,0 0 0,-1-1 0,1 1 0,-3 0 0,-12 5 43,-1-2 0,-30 5-1,-7 2-1535,37-6-5333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6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337 385 24575,'-1'-4'0,"-1"1"0,1-1 0,-1 0 0,0 1 0,0-1 0,0 1 0,-1 0 0,1 0 0,-1 0 0,0 0 0,0 0 0,0 0 0,0 1 0,-4-3 0,-5-6 0,-193-206 0,154 161 0,28 18-1365,17 26-5461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7.0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1 271 24575,'7'-4'0,"1"0"0,-1-1 0,0 0 0,0 0 0,-1-1 0,1 0 0,-1 0 0,-1 0 0,1-1 0,6-9 0,5-6 0,34-34 0,-26 31 0,-2-1 0,32-45 0,-62 77 23,1-1-1,-1 1 0,-1-1 0,1 0 0,-12 5 1,-32 22-1522,38-22-5327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7.8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80 133 24575,'0'5'0,"0"-1"0,-1 0 0,0 1 0,0-1 0,0 0 0,-1 0 0,1 0 0,-1 0 0,0 0 0,0 0 0,-5 6 0,6-9 0,1 0 0,-1-1 0,1 1 0,-1 0 0,0-1 0,1 1 0,-1-1 0,0 1 0,1-1 0,-1 1 0,0-1 0,0 1 0,0-1 0,1 0 0,-1 1 0,0-1 0,0 0 0,0 0 0,0 0 0,0 0 0,0 1 0,1-1 0,-2-1 0,0 1 0,1-1 0,0 0 0,-1 0 0,1 1 0,0-1 0,0 0 0,0 0 0,-1 0 0,1-1 0,0 1 0,1 0 0,-1 0 0,0 0 0,0-1 0,0 1 0,1-1 0,-1 1 0,1 0 0,-1-2 0,-3-8 0,0 0 0,1 0 0,0 0 0,1 0 0,0-1 0,1 1 0,0-1 0,1 1 0,0-1 0,1 1 0,3-19 0,-4 29 0,1-1 0,0 1 0,-1 0 0,1 0 0,0 0 0,-1 0 0,1 0 0,0 0 0,0 0 0,0 0 0,0 0 0,0 0 0,0 0 0,0 0 0,1 1 0,-1-1 0,0 0 0,0 1 0,0-1 0,1 1 0,-1 0 0,0-1 0,2 1 0,1-1 0,1 1 0,-1 0 0,0 0 0,0 1 0,0-1 0,0 1 0,8 2 0,4 2 0,1 2 0,26 14 0,-40-20 0,64 30-1365,-50-26-5461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8.2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 24575,'-2'82'0,"0"-36"0,2 0 0,8 60 0,-7-99 0,0-1 0,1 0 0,0 0 0,0 0 0,0 0 0,1 0 0,0 0 0,0-1 0,7 10 0,-9-14 0,0 1 0,1-1 0,-1 0 0,0 1 0,1-1 0,-1 0 0,1 0 0,-1 0 0,1 0 0,0 0 0,-1 0 0,1-1 0,0 1 0,-1-1 0,1 1 0,0-1 0,0 1 0,0-1 0,0 0 0,-1 0 0,1 0 0,0 0 0,0 0 0,0 0 0,0-1 0,-1 1 0,1-1 0,0 1 0,0-1 0,-1 0 0,1 1 0,0-1 0,-1 0 0,1 0 0,-1 0 0,1 0 0,-1-1 0,2 0 0,24-23-82,-2-1 1,-1-1-1,0-1 0,26-42 0,-26 36-874,-13 18-5870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8.7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4 215 24575,'-1'71'0,"-1"-38"0,1-1 0,2 1 0,6 38 0,-7-70 0,0 0 0,0 0 0,0 0 0,1 0 0,-1 0 0,0 0 0,0 0 0,0 0 0,1 1 0,-1-1 0,0 0 0,1 0 0,-1-1 0,1 1 0,0 0 0,-1 0 0,1 0 0,0 0 0,-1 0 0,1-1 0,0 1 0,0 0 0,0 0 0,-1-1 0,1 1 0,0-1 0,0 1 0,0-1 0,0 1 0,0-1 0,0 0 0,0 1 0,0-1 0,1 0 0,-1 0 0,0 0 0,0 0 0,0 0 0,0 0 0,0 0 0,0 0 0,0 0 0,0 0 0,0-1 0,0 1 0,0 0 0,0-1 0,0 1 0,0-1 0,0 1 0,0-1 0,0 0 0,0 1 0,0-1 0,-1 0 0,1 1 0,0-1 0,1-2 0,8-6 0,-1 0 0,1 0 0,11-17 0,-20 23 0,19-23 0,-2 0 0,-1-2 0,-1 0 0,16-39 0,-25 50 0,-1 0 0,-1 0 0,0-1 0,-1 0 0,-1 0 0,-1 0 0,-1 0 0,0 0 0,-3-23 0,3 39 2,-1 1 0,-1-1 1,1 0-1,0 1 0,0-1 0,-1 1 0,1-1 0,-1 1 0,1-1 0,-1 1 1,1-1-1,-1 1 0,0-1 0,0 1 0,0 0 0,0-1 0,0 1 0,0 0 0,0 0 1,0 0-1,-1 0 0,1 0 0,0 0 0,-1 0 0,1 0 0,-1 0 0,1 1 0,-1-1 1,1 0-1,-1 1 0,1 0 0,-1-1 0,1 1 0,-1 0 0,0 0 0,1 0 1,-1 0-1,0 0 0,1 0 0,-1 0 0,1 0 0,-1 1 0,1-1 0,-1 1 0,0-1 1,1 1-1,-1 0 0,-1 1 0,-10 3-208,-1 2 0,1 0 0,1 1 0,-14 9 0,20-12-233,-18 12-6387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09.4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24575,'2'39'0,"2"0"0,15 63 0,1 14 0,-14-64 0,-4-19 0,2-1 0,14 56 0,-18-87 0,1 1 0,-1-1 0,0 1 0,1-1 0,-1 0 0,1 1 0,-1-1 0,1 0 0,0 0 0,-1 0 0,1 1 0,0-1 0,0 0 0,0 0 0,0 0 0,0 0 0,0 0 0,0-1 0,0 1 0,1 0 0,-1 0 0,0-1 0,2 1 0,-1-1 0,-1 0 0,1 0 0,-1 0 0,1 0 0,-1-1 0,1 1 0,-1-1 0,0 1 0,1-1 0,-1 1 0,0-1 0,1 0 0,-1 0 0,0 0 0,0 1 0,1-1 0,1-3 0,7-7 0,0-1 0,-1 0 0,12-21 0,-11 19 0,161-274-1365,-161 267-5461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10.0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 37 24575,'-2'1'0,"-1"-1"0,1 1 0,-1-1 0,1 1 0,0 0 0,0 0 0,-1 0 0,1 1 0,0-1 0,0 0 0,0 1 0,0-1 0,0 1 0,1 0 0,-1 0 0,0-1 0,1 1 0,-2 3 0,-26 42 0,24-37 0,-3 3 0,-2 3 0,1-1 0,1 1 0,1 1 0,0 0 0,1 0 0,0 0 0,-3 24 0,9-41 0,-1 1 0,1 0 0,0-1 0,0 1 0,0 0 0,0-1 0,0 1 0,0 0 0,0-1 0,0 1 0,0 0 0,0 0 0,0-1 0,0 1 0,0 0 0,1-1 0,-1 1 0,0 0 0,0-1 0,1 1 0,-1-1 0,0 1 0,1-1 0,-1 1 0,1 0 0,-1-1 0,1 1 0,-1-1 0,1 0 0,-1 1 0,1-1 0,-1 1 0,1-1 0,0 0 0,-1 1 0,1-1 0,-1 0 0,2 0 0,0 0 0,1 0 0,-1-1 0,0 0 0,0 1 0,1-1 0,-1 0 0,0 0 0,0 0 0,0-1 0,0 1 0,3-2 0,49-47 0,115-150 0,-161 190 0,-5 5 0,1 1 0,-1-1 0,1 1 0,0 0 0,1 1 0,-1-1 0,7-4 0,-10 8 0,0 0 0,0-1 0,0 1 0,0 0 0,0 0 0,1 0 0,-1 0 0,0 0 0,0 0 0,0 0 0,0 0 0,1 0 0,-1 0 0,0 1 0,0-1 0,0 0 0,0 1 0,0-1 0,0 1 0,0-1 0,0 1 0,0 0 0,0-1 0,0 1 0,0 0 0,0 0 0,-1 0 0,1-1 0,0 1 0,0 0 0,-1 0 0,1 0 0,-1 0 0,1 0 0,-1 0 0,1 1 0,-1-1 0,0 0 0,1 0 0,-1 2 0,7 16 0,-1-1 0,-1 1 0,-1 1 0,0-1 0,0 25 0,0 104 0,-4-127 0,1-12 0,-1-1 0,-1 1 0,0-1 0,0 1 0,0-1 0,-1 1 0,-4 9 0,5-15 0,-1 0 0,1 0 0,-1 0 0,0-1 0,0 1 0,0 0 0,-1-1 0,1 0 0,-1 0 0,1 1 0,-1-1 0,0-1 0,0 1 0,0 0 0,0-1 0,0 1 0,0-1 0,0 0 0,0 0 0,0 0 0,-5 0 0,-24 3-98,0 0 0,0-3-1,-34-2 1,36 1-874,-3-1-5854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22:17:10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0 314 24575,'4'5'0,"0"1"0,-1-1 0,0 1 0,0 0 0,0 0 0,-1 0 0,2 8 0,12 24 0,-12-31 0,0-1 0,0 0 0,0 0 0,1 0 0,0-1 0,1 1 0,-1-1 0,1-1 0,0 1 0,0-1 0,9 6 0,-12-9 0,0 0 0,0 0 0,1 0 0,-1 0 0,0-1 0,1 1 0,-1-1 0,1 0 0,-1 0 0,0 0 0,1 0 0,-1 0 0,0-1 0,1 0 0,-1 0 0,0 0 0,0 0 0,1 0 0,-1 0 0,0-1 0,0 0 0,-1 0 0,1 1 0,0-1 0,0-1 0,4-4 0,3-2 0,-1-2 0,1 1 0,-2-1 0,1 0 0,-2-1 0,1 0 0,-2-1 0,0 1 0,0-1 0,-1 0 0,-1 0 0,0-1 0,0 0 0,-2 1 0,2-17 0,-3 18 0,-1 1 0,0-1 0,-1 0 0,-1 1 0,1-1 0,-2 1 0,1 0 0,-2-1 0,0 1 0,0 1 0,-1-1 0,0 0 0,0 1 0,-2 0 0,1 1 0,-1-1 0,0 1 0,-15-13 0,0 4-1365,3 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228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171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392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634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604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480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6693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613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8237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469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13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736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342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7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17.xml"/><Relationship Id="rId7" Type="http://schemas.openxmlformats.org/officeDocument/2006/relationships/image" Target="../media/image98.png"/><Relationship Id="rId12" Type="http://schemas.openxmlformats.org/officeDocument/2006/relationships/customXml" Target="../ink/ink6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.png"/><Relationship Id="rId38" Type="http://schemas.openxmlformats.org/officeDocument/2006/relationships/customXml" Target="../ink/ink19.xml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13.png"/><Relationship Id="rId5" Type="http://schemas.openxmlformats.org/officeDocument/2006/relationships/image" Target="../media/image97.png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8.png"/><Relationship Id="rId31" Type="http://schemas.openxmlformats.org/officeDocument/2006/relationships/image" Target="../media/image110.png"/><Relationship Id="rId4" Type="http://schemas.openxmlformats.org/officeDocument/2006/relationships/customXml" Target="../ink/ink2.xml"/><Relationship Id="rId9" Type="http://schemas.openxmlformats.org/officeDocument/2006/relationships/image" Target="../media/image9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9.png"/><Relationship Id="rId30" Type="http://schemas.openxmlformats.org/officeDocument/2006/relationships/customXml" Target="../ink/ink15.xml"/><Relationship Id="rId35" Type="http://schemas.openxmlformats.org/officeDocument/2006/relationships/image" Target="../media/image12.png"/><Relationship Id="rId8" Type="http://schemas.openxmlformats.org/officeDocument/2006/relationships/customXml" Target="../ink/ink4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customXml" Target="../ink/ink27.xml"/><Relationship Id="rId26" Type="http://schemas.openxmlformats.org/officeDocument/2006/relationships/customXml" Target="../ink/ink31.xml"/><Relationship Id="rId39" Type="http://schemas.openxmlformats.org/officeDocument/2006/relationships/image" Target="../media/image133.png"/><Relationship Id="rId21" Type="http://schemas.openxmlformats.org/officeDocument/2006/relationships/image" Target="../media/image124.png"/><Relationship Id="rId34" Type="http://schemas.openxmlformats.org/officeDocument/2006/relationships/customXml" Target="../ink/ink35.xml"/><Relationship Id="rId42" Type="http://schemas.openxmlformats.org/officeDocument/2006/relationships/customXml" Target="../ink/ink39.xml"/><Relationship Id="rId47" Type="http://schemas.openxmlformats.org/officeDocument/2006/relationships/image" Target="../media/image137.png"/><Relationship Id="rId50" Type="http://schemas.openxmlformats.org/officeDocument/2006/relationships/customXml" Target="../ink/ink43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26.xml"/><Relationship Id="rId29" Type="http://schemas.openxmlformats.org/officeDocument/2006/relationships/image" Target="../media/image128.png"/><Relationship Id="rId11" Type="http://schemas.openxmlformats.org/officeDocument/2006/relationships/image" Target="../media/image119.png"/><Relationship Id="rId24" Type="http://schemas.openxmlformats.org/officeDocument/2006/relationships/customXml" Target="../ink/ink30.xml"/><Relationship Id="rId32" Type="http://schemas.openxmlformats.org/officeDocument/2006/relationships/customXml" Target="../ink/ink34.xml"/><Relationship Id="rId37" Type="http://schemas.openxmlformats.org/officeDocument/2006/relationships/image" Target="../media/image132.png"/><Relationship Id="rId40" Type="http://schemas.openxmlformats.org/officeDocument/2006/relationships/customXml" Target="../ink/ink38.xml"/><Relationship Id="rId45" Type="http://schemas.openxmlformats.org/officeDocument/2006/relationships/image" Target="../media/image136.png"/><Relationship Id="rId53" Type="http://schemas.openxmlformats.org/officeDocument/2006/relationships/image" Target="../media/image140.png"/><Relationship Id="rId58" Type="http://schemas.openxmlformats.org/officeDocument/2006/relationships/customXml" Target="../ink/ink47.xml"/><Relationship Id="rId5" Type="http://schemas.openxmlformats.org/officeDocument/2006/relationships/image" Target="../media/image116.png"/><Relationship Id="rId61" Type="http://schemas.openxmlformats.org/officeDocument/2006/relationships/image" Target="../media/image144.png"/><Relationship Id="rId19" Type="http://schemas.openxmlformats.org/officeDocument/2006/relationships/image" Target="../media/image123.png"/><Relationship Id="rId14" Type="http://schemas.openxmlformats.org/officeDocument/2006/relationships/customXml" Target="../ink/ink25.xml"/><Relationship Id="rId22" Type="http://schemas.openxmlformats.org/officeDocument/2006/relationships/customXml" Target="../ink/ink29.xml"/><Relationship Id="rId27" Type="http://schemas.openxmlformats.org/officeDocument/2006/relationships/image" Target="../media/image127.png"/><Relationship Id="rId30" Type="http://schemas.openxmlformats.org/officeDocument/2006/relationships/customXml" Target="../ink/ink33.xml"/><Relationship Id="rId35" Type="http://schemas.openxmlformats.org/officeDocument/2006/relationships/image" Target="../media/image131.png"/><Relationship Id="rId43" Type="http://schemas.openxmlformats.org/officeDocument/2006/relationships/image" Target="../media/image135.png"/><Relationship Id="rId48" Type="http://schemas.openxmlformats.org/officeDocument/2006/relationships/customXml" Target="../ink/ink42.xml"/><Relationship Id="rId56" Type="http://schemas.openxmlformats.org/officeDocument/2006/relationships/customXml" Target="../ink/ink46.xml"/><Relationship Id="rId8" Type="http://schemas.openxmlformats.org/officeDocument/2006/relationships/customXml" Target="../ink/ink22.xml"/><Relationship Id="rId51" Type="http://schemas.openxmlformats.org/officeDocument/2006/relationships/image" Target="../media/image139.png"/><Relationship Id="rId3" Type="http://schemas.openxmlformats.org/officeDocument/2006/relationships/image" Target="../media/image13.png"/><Relationship Id="rId12" Type="http://schemas.openxmlformats.org/officeDocument/2006/relationships/customXml" Target="../ink/ink24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image" Target="../media/image130.png"/><Relationship Id="rId38" Type="http://schemas.openxmlformats.org/officeDocument/2006/relationships/customXml" Target="../ink/ink37.xml"/><Relationship Id="rId46" Type="http://schemas.openxmlformats.org/officeDocument/2006/relationships/customXml" Target="../ink/ink41.xml"/><Relationship Id="rId59" Type="http://schemas.openxmlformats.org/officeDocument/2006/relationships/image" Target="../media/image143.png"/><Relationship Id="rId20" Type="http://schemas.openxmlformats.org/officeDocument/2006/relationships/customXml" Target="../ink/ink28.xml"/><Relationship Id="rId41" Type="http://schemas.openxmlformats.org/officeDocument/2006/relationships/image" Target="../media/image134.png"/><Relationship Id="rId54" Type="http://schemas.openxmlformats.org/officeDocument/2006/relationships/customXml" Target="../ink/ink4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.xml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32.xml"/><Relationship Id="rId36" Type="http://schemas.openxmlformats.org/officeDocument/2006/relationships/customXml" Target="../ink/ink36.xml"/><Relationship Id="rId49" Type="http://schemas.openxmlformats.org/officeDocument/2006/relationships/image" Target="../media/image138.png"/><Relationship Id="rId57" Type="http://schemas.openxmlformats.org/officeDocument/2006/relationships/image" Target="../media/image142.png"/><Relationship Id="rId10" Type="http://schemas.openxmlformats.org/officeDocument/2006/relationships/customXml" Target="../ink/ink23.xml"/><Relationship Id="rId31" Type="http://schemas.openxmlformats.org/officeDocument/2006/relationships/image" Target="../media/image129.png"/><Relationship Id="rId44" Type="http://schemas.openxmlformats.org/officeDocument/2006/relationships/customXml" Target="../ink/ink40.xml"/><Relationship Id="rId52" Type="http://schemas.openxmlformats.org/officeDocument/2006/relationships/customXml" Target="../ink/ink44.xml"/><Relationship Id="rId60" Type="http://schemas.openxmlformats.org/officeDocument/2006/relationships/customXml" Target="../ink/ink48.xml"/><Relationship Id="rId4" Type="http://schemas.openxmlformats.org/officeDocument/2006/relationships/customXml" Target="../ink/ink20.xml"/><Relationship Id="rId9" Type="http://schemas.openxmlformats.org/officeDocument/2006/relationships/image" Target="../media/image1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81" y="1908431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Concepção e Dimensionamento de Platibandas</a:t>
            </a:r>
            <a:endParaRPr lang="pt-BR" sz="2800" b="1" i="0" u="none" strike="noStrike" cap="none" dirty="0">
              <a:solidFill>
                <a:srgbClr val="FFC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07371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#01 – Concepção estrutural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#02 – Definir cargas atuantes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#03 – Lançamento das cargas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#04 – Combinações de segurança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#05 – Esforços internos nas Barras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#06 – Dimensionamento dos Perfis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Passos do Projeto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400438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Concepção Estrutural	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D53D795-B134-EB81-03CB-D1D15C056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51" y="1143934"/>
            <a:ext cx="5081358" cy="280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3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Concepção Estrutural	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A6E80A-3687-BBD7-C18A-C88C5BEF9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435" y="1143934"/>
            <a:ext cx="4730874" cy="330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8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Concepção Estrutural	</a:t>
            </a: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8B0004-14CD-74DC-80F2-8B1EE130A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387" y="1246907"/>
            <a:ext cx="4424959" cy="31553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1B67839E-3AC3-B5AE-95F2-A1840B057386}"/>
                  </a:ext>
                </a:extLst>
              </p14:cNvPr>
              <p14:cNvContentPartPr/>
              <p14:nvPr/>
            </p14:nvContentPartPr>
            <p14:xfrm>
              <a:off x="5332200" y="4132135"/>
              <a:ext cx="274680" cy="21384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1B67839E-3AC3-B5AE-95F2-A1840B05738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23560" y="4123495"/>
                <a:ext cx="292320" cy="23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537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80676B98-171F-3450-79C5-39D78EDB16D0}"/>
              </a:ext>
            </a:extLst>
          </p:cNvPr>
          <p:cNvSpPr txBox="1"/>
          <p:nvPr/>
        </p:nvSpPr>
        <p:spPr>
          <a:xfrm>
            <a:off x="3544201" y="253739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Concepção Estrutural	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9DDCD3-8814-DA88-37A8-FB52EDAD6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790" y="1210798"/>
            <a:ext cx="4953691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2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2B787A5D-D66C-01E6-41AC-69A5CCE3406F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Cargas Atuantes – NBR 6123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B840D3C-ED5A-AA42-8B5D-C1BDE1C0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7" y="1387323"/>
            <a:ext cx="5248758" cy="193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3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2B787A5D-D66C-01E6-41AC-69A5CCE3406F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ECF9FE-A31B-D570-2DEE-A31A0C1FA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464" y="1053128"/>
            <a:ext cx="3477110" cy="3591426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BEFF252-9512-2C43-9F7A-958AEE88BCF2}"/>
              </a:ext>
            </a:extLst>
          </p:cNvPr>
          <p:cNvGrpSpPr/>
          <p:nvPr/>
        </p:nvGrpSpPr>
        <p:grpSpPr>
          <a:xfrm>
            <a:off x="4814160" y="1440775"/>
            <a:ext cx="1853280" cy="2234160"/>
            <a:chOff x="4814160" y="1440775"/>
            <a:chExt cx="1853280" cy="22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BC7C96E2-A81D-F2E6-ACD4-E7D9F4E5A2E8}"/>
                    </a:ext>
                  </a:extLst>
                </p14:cNvPr>
                <p14:cNvContentPartPr/>
                <p14:nvPr/>
              </p14:nvContentPartPr>
              <p14:xfrm>
                <a:off x="5430840" y="1911655"/>
                <a:ext cx="1236600" cy="176328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BC7C96E2-A81D-F2E6-ACD4-E7D9F4E5A2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21840" y="1903015"/>
                  <a:ext cx="1254240" cy="17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93FDDCD7-0490-D8B2-E923-746B2D4DA93F}"/>
                    </a:ext>
                  </a:extLst>
                </p14:cNvPr>
                <p14:cNvContentPartPr/>
                <p14:nvPr/>
              </p14:nvContentPartPr>
              <p14:xfrm>
                <a:off x="4911360" y="1440775"/>
                <a:ext cx="395640" cy="19044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93FDDCD7-0490-D8B2-E923-746B2D4DA9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02360" y="1431775"/>
                  <a:ext cx="413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1138042-78FD-B41A-A494-A252553D8D99}"/>
                    </a:ext>
                  </a:extLst>
                </p14:cNvPr>
                <p14:cNvContentPartPr/>
                <p14:nvPr/>
              </p14:nvContentPartPr>
              <p14:xfrm>
                <a:off x="5319960" y="1586215"/>
                <a:ext cx="94320" cy="16452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1138042-78FD-B41A-A494-A252553D8D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10960" y="1577575"/>
                  <a:ext cx="111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22F846C4-0217-16DB-7310-2C83199C2043}"/>
                    </a:ext>
                  </a:extLst>
                </p14:cNvPr>
                <p14:cNvContentPartPr/>
                <p14:nvPr/>
              </p14:nvContentPartPr>
              <p14:xfrm>
                <a:off x="4814160" y="2486575"/>
                <a:ext cx="387720" cy="2671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22F846C4-0217-16DB-7310-2C83199C20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05160" y="2477563"/>
                  <a:ext cx="405360" cy="284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16FC1F21-702D-E27E-E92A-9F6E90FDDC61}"/>
                    </a:ext>
                  </a:extLst>
                </p14:cNvPr>
                <p14:cNvContentPartPr/>
                <p14:nvPr/>
              </p14:nvContentPartPr>
              <p14:xfrm>
                <a:off x="5230680" y="2638855"/>
                <a:ext cx="212040" cy="2174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16FC1F21-702D-E27E-E92A-9F6E90FDDC6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21680" y="2630215"/>
                  <a:ext cx="229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2C2316E1-833B-A696-ECCA-6F64B690F41D}"/>
                    </a:ext>
                  </a:extLst>
                </p14:cNvPr>
                <p14:cNvContentPartPr/>
                <p14:nvPr/>
              </p14:nvContentPartPr>
              <p14:xfrm>
                <a:off x="5562600" y="1973935"/>
                <a:ext cx="192240" cy="25128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2C2316E1-833B-A696-ECCA-6F64B690F4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53600" y="1965295"/>
                  <a:ext cx="209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A6A3BD7-4434-A42F-FD98-5A21E4CD98EB}"/>
                    </a:ext>
                  </a:extLst>
                </p14:cNvPr>
                <p14:cNvContentPartPr/>
                <p14:nvPr/>
              </p14:nvContentPartPr>
              <p14:xfrm>
                <a:off x="5753400" y="2202895"/>
                <a:ext cx="77760" cy="968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A6A3BD7-4434-A42F-FD98-5A21E4CD98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44760" y="2193895"/>
                  <a:ext cx="95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DE323A3-CA56-1A18-AEA3-4A3FDBFC0156}"/>
                    </a:ext>
                  </a:extLst>
                </p14:cNvPr>
                <p14:cNvContentPartPr/>
                <p14:nvPr/>
              </p14:nvContentPartPr>
              <p14:xfrm>
                <a:off x="6417960" y="3119095"/>
                <a:ext cx="135360" cy="2271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DE323A3-CA56-1A18-AEA3-4A3FDBFC01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08960" y="3110095"/>
                  <a:ext cx="153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883C0AE-D689-31E3-87E6-56C1E3A59092}"/>
                    </a:ext>
                  </a:extLst>
                </p14:cNvPr>
                <p14:cNvContentPartPr/>
                <p14:nvPr/>
              </p14:nvContentPartPr>
              <p14:xfrm>
                <a:off x="6379800" y="3114415"/>
                <a:ext cx="73080" cy="169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883C0AE-D689-31E3-87E6-56C1E3A590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71160" y="3105415"/>
                  <a:ext cx="90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3D918752-DFDA-03AD-50AF-9C8AFF113519}"/>
                    </a:ext>
                  </a:extLst>
                </p14:cNvPr>
                <p14:cNvContentPartPr/>
                <p14:nvPr/>
              </p14:nvContentPartPr>
              <p14:xfrm>
                <a:off x="6345240" y="3048175"/>
                <a:ext cx="148680" cy="10368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3D918752-DFDA-03AD-50AF-9C8AFF1135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36600" y="3039175"/>
                  <a:ext cx="16632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DA30CC58-AD0F-1235-FBBB-DAE1B6402020}"/>
                  </a:ext>
                </a:extLst>
              </p14:cNvPr>
              <p14:cNvContentPartPr/>
              <p14:nvPr/>
            </p14:nvContentPartPr>
            <p14:xfrm>
              <a:off x="5433360" y="2223415"/>
              <a:ext cx="683280" cy="69948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DA30CC58-AD0F-1235-FBBB-DAE1B640202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24720" y="2214775"/>
                <a:ext cx="700920" cy="71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AE2DF1AD-B16C-9110-3ED3-72B41EE118C7}"/>
              </a:ext>
            </a:extLst>
          </p:cNvPr>
          <p:cNvGrpSpPr/>
          <p:nvPr/>
        </p:nvGrpSpPr>
        <p:grpSpPr>
          <a:xfrm>
            <a:off x="5035920" y="1440775"/>
            <a:ext cx="374400" cy="132120"/>
            <a:chOff x="5035920" y="1440775"/>
            <a:chExt cx="37440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57404667-3155-CD15-C66C-9C038DAA9FB0}"/>
                    </a:ext>
                  </a:extLst>
                </p14:cNvPr>
                <p14:cNvContentPartPr/>
                <p14:nvPr/>
              </p14:nvContentPartPr>
              <p14:xfrm>
                <a:off x="5035920" y="1440775"/>
                <a:ext cx="290520" cy="1098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57404667-3155-CD15-C66C-9C038DAA9F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26920" y="1431804"/>
                  <a:ext cx="308160" cy="1273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8F3791E-90C5-54C3-682F-2483CF8809A3}"/>
                    </a:ext>
                  </a:extLst>
                </p14:cNvPr>
                <p14:cNvContentPartPr/>
                <p14:nvPr/>
              </p14:nvContentPartPr>
              <p14:xfrm>
                <a:off x="5328600" y="1461295"/>
                <a:ext cx="81720" cy="1116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8F3791E-90C5-54C3-682F-2483CF8809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19600" y="1452295"/>
                  <a:ext cx="99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47A258A6-B0B8-AA87-1566-EA878427068B}"/>
              </a:ext>
            </a:extLst>
          </p:cNvPr>
          <p:cNvGrpSpPr/>
          <p:nvPr/>
        </p:nvGrpSpPr>
        <p:grpSpPr>
          <a:xfrm>
            <a:off x="5444520" y="1925695"/>
            <a:ext cx="1275480" cy="1793520"/>
            <a:chOff x="5444520" y="1925695"/>
            <a:chExt cx="1275480" cy="179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3CBE999-9C76-CED0-B466-BD66BECC7D5A}"/>
                    </a:ext>
                  </a:extLst>
                </p14:cNvPr>
                <p14:cNvContentPartPr/>
                <p14:nvPr/>
              </p14:nvContentPartPr>
              <p14:xfrm>
                <a:off x="5444520" y="1925695"/>
                <a:ext cx="615240" cy="14043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3CBE999-9C76-CED0-B466-BD66BECC7D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35880" y="1916695"/>
                  <a:ext cx="632880" cy="14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2FB4BED-0643-CFF2-D05A-D7918ECC34AF}"/>
                    </a:ext>
                  </a:extLst>
                </p14:cNvPr>
                <p14:cNvContentPartPr/>
                <p14:nvPr/>
              </p14:nvContentPartPr>
              <p14:xfrm>
                <a:off x="6047160" y="2223415"/>
                <a:ext cx="21960" cy="11217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2FB4BED-0643-CFF2-D05A-D7918ECC34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38160" y="2214415"/>
                  <a:ext cx="39600" cy="11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22956B09-09C4-15EA-C5E4-B028A126D355}"/>
                    </a:ext>
                  </a:extLst>
                </p14:cNvPr>
                <p14:cNvContentPartPr/>
                <p14:nvPr/>
              </p14:nvContentPartPr>
              <p14:xfrm>
                <a:off x="6088920" y="2202895"/>
                <a:ext cx="631080" cy="15163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22956B09-09C4-15EA-C5E4-B028A126D35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79915" y="2193895"/>
                  <a:ext cx="648730" cy="15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705B63B5-AD24-966E-0297-A12B583EB0B0}"/>
                    </a:ext>
                  </a:extLst>
                </p14:cNvPr>
                <p14:cNvContentPartPr/>
                <p14:nvPr/>
              </p14:nvContentPartPr>
              <p14:xfrm>
                <a:off x="5825760" y="2260495"/>
                <a:ext cx="106200" cy="10188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705B63B5-AD24-966E-0297-A12B583EB0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16760" y="2251495"/>
                  <a:ext cx="123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FBD2FD40-DB21-9683-A05F-AE5D121C7530}"/>
                    </a:ext>
                  </a:extLst>
                </p14:cNvPr>
                <p14:cNvContentPartPr/>
                <p14:nvPr/>
              </p14:nvContentPartPr>
              <p14:xfrm>
                <a:off x="5922600" y="2218735"/>
                <a:ext cx="82440" cy="565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FBD2FD40-DB21-9683-A05F-AE5D121C75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13960" y="2209735"/>
                  <a:ext cx="100080" cy="7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531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2B787A5D-D66C-01E6-41AC-69A5CCE3406F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D9F0B80-BCE3-240E-3412-E951C9B4C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416" y="993741"/>
            <a:ext cx="4020111" cy="3762900"/>
          </a:xfrm>
          <a:prstGeom prst="rect">
            <a:avLst/>
          </a:prstGeom>
        </p:spPr>
      </p:pic>
      <p:grpSp>
        <p:nvGrpSpPr>
          <p:cNvPr id="28" name="Agrupar 27">
            <a:extLst>
              <a:ext uri="{FF2B5EF4-FFF2-40B4-BE49-F238E27FC236}">
                <a16:creationId xmlns:a16="http://schemas.microsoft.com/office/drawing/2014/main" id="{6FB5B00F-EA52-F92C-5735-C13DCADF72A3}"/>
              </a:ext>
            </a:extLst>
          </p:cNvPr>
          <p:cNvGrpSpPr/>
          <p:nvPr/>
        </p:nvGrpSpPr>
        <p:grpSpPr>
          <a:xfrm>
            <a:off x="4911360" y="1156015"/>
            <a:ext cx="797760" cy="481320"/>
            <a:chOff x="4911360" y="1156015"/>
            <a:chExt cx="797760" cy="48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544FFB35-D17E-55D1-5348-60A255A059B8}"/>
                    </a:ext>
                  </a:extLst>
                </p14:cNvPr>
                <p14:cNvContentPartPr/>
                <p14:nvPr/>
              </p14:nvContentPartPr>
              <p14:xfrm>
                <a:off x="4911360" y="1503055"/>
                <a:ext cx="449280" cy="7632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544FFB35-D17E-55D1-5348-60A255A059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02360" y="1494055"/>
                  <a:ext cx="4669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2F2EB01-A9CC-16BA-07BB-39A03F10916E}"/>
                    </a:ext>
                  </a:extLst>
                </p14:cNvPr>
                <p14:cNvContentPartPr/>
                <p14:nvPr/>
              </p14:nvContentPartPr>
              <p14:xfrm>
                <a:off x="5349480" y="1490455"/>
                <a:ext cx="114840" cy="1468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2F2EB01-A9CC-16BA-07BB-39A03F1091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40840" y="1481815"/>
                  <a:ext cx="132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63D0DADB-EB84-B807-43FF-5348EF256E46}"/>
                    </a:ext>
                  </a:extLst>
                </p14:cNvPr>
                <p14:cNvContentPartPr/>
                <p14:nvPr/>
              </p14:nvContentPartPr>
              <p14:xfrm>
                <a:off x="5202240" y="1170415"/>
                <a:ext cx="171360" cy="21888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63D0DADB-EB84-B807-43FF-5348EF256E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93240" y="1161775"/>
                  <a:ext cx="189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33153CA-188E-BE5A-6C26-E14F08C78195}"/>
                    </a:ext>
                  </a:extLst>
                </p14:cNvPr>
                <p14:cNvContentPartPr/>
                <p14:nvPr/>
              </p14:nvContentPartPr>
              <p14:xfrm>
                <a:off x="5411400" y="1162855"/>
                <a:ext cx="137160" cy="3121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33153CA-188E-BE5A-6C26-E14F08C781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02760" y="1154215"/>
                  <a:ext cx="1548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ED64F785-5E41-AD3E-B0D6-606EC78BCE0B}"/>
                    </a:ext>
                  </a:extLst>
                </p14:cNvPr>
                <p14:cNvContentPartPr/>
                <p14:nvPr/>
              </p14:nvContentPartPr>
              <p14:xfrm>
                <a:off x="5532720" y="1156015"/>
                <a:ext cx="176400" cy="2797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ED64F785-5E41-AD3E-B0D6-606EC78BCE0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23720" y="1147375"/>
                  <a:ext cx="194040" cy="29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2E19FE4C-731C-8498-3D0D-287CAA1F04B7}"/>
                  </a:ext>
                </a:extLst>
              </p14:cNvPr>
              <p14:cNvContentPartPr/>
              <p14:nvPr/>
            </p14:nvContentPartPr>
            <p14:xfrm>
              <a:off x="6400680" y="2930095"/>
              <a:ext cx="88560" cy="7164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2E19FE4C-731C-8498-3D0D-287CAA1F04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91680" y="2921455"/>
                <a:ext cx="10620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663DA77-1DBC-0BC3-9DCD-A3F601235DA5}"/>
              </a:ext>
            </a:extLst>
          </p:cNvPr>
          <p:cNvGrpSpPr/>
          <p:nvPr/>
        </p:nvGrpSpPr>
        <p:grpSpPr>
          <a:xfrm>
            <a:off x="6885600" y="3346615"/>
            <a:ext cx="194040" cy="311400"/>
            <a:chOff x="6885600" y="3346615"/>
            <a:chExt cx="19404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47204F70-8872-CAD7-62FD-BBE923D194EC}"/>
                    </a:ext>
                  </a:extLst>
                </p14:cNvPr>
                <p14:cNvContentPartPr/>
                <p14:nvPr/>
              </p14:nvContentPartPr>
              <p14:xfrm>
                <a:off x="6950040" y="3525175"/>
                <a:ext cx="129600" cy="1328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47204F70-8872-CAD7-62FD-BBE923D194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41400" y="3516535"/>
                  <a:ext cx="147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2053E26C-B9F8-E7A5-0337-7050161F512A}"/>
                    </a:ext>
                  </a:extLst>
                </p14:cNvPr>
                <p14:cNvContentPartPr/>
                <p14:nvPr/>
              </p14:nvContentPartPr>
              <p14:xfrm>
                <a:off x="6941040" y="3450655"/>
                <a:ext cx="61560" cy="8244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2053E26C-B9F8-E7A5-0337-7050161F51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32040" y="3442015"/>
                  <a:ext cx="792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14E99DD-891A-45C3-5553-4657A5FA3265}"/>
                    </a:ext>
                  </a:extLst>
                </p14:cNvPr>
                <p14:cNvContentPartPr/>
                <p14:nvPr/>
              </p14:nvContentPartPr>
              <p14:xfrm>
                <a:off x="6885600" y="3346615"/>
                <a:ext cx="145800" cy="19332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14E99DD-891A-45C3-5553-4657A5FA32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6600" y="3337615"/>
                  <a:ext cx="1634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E96805E-8420-F206-8D8B-2AE4EAB365A6}"/>
              </a:ext>
            </a:extLst>
          </p:cNvPr>
          <p:cNvGrpSpPr/>
          <p:nvPr/>
        </p:nvGrpSpPr>
        <p:grpSpPr>
          <a:xfrm>
            <a:off x="6657000" y="2431495"/>
            <a:ext cx="475200" cy="203760"/>
            <a:chOff x="6657000" y="2431495"/>
            <a:chExt cx="4752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F9CE350C-D21A-1889-A74F-146106E42ABA}"/>
                    </a:ext>
                  </a:extLst>
                </p14:cNvPr>
                <p14:cNvContentPartPr/>
                <p14:nvPr/>
              </p14:nvContentPartPr>
              <p14:xfrm>
                <a:off x="6657000" y="2523295"/>
                <a:ext cx="354960" cy="813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F9CE350C-D21A-1889-A74F-146106E42AB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48000" y="2514655"/>
                  <a:ext cx="372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B8C49732-4AC2-1122-FA54-641A9DC2E554}"/>
                    </a:ext>
                  </a:extLst>
                </p14:cNvPr>
                <p14:cNvContentPartPr/>
                <p14:nvPr/>
              </p14:nvContentPartPr>
              <p14:xfrm>
                <a:off x="6863640" y="2431495"/>
                <a:ext cx="268560" cy="2037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B8C49732-4AC2-1122-FA54-641A9DC2E5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54640" y="2422495"/>
                  <a:ext cx="286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74EE4BB1-2C6F-B732-6292-84D2DFD5198C}"/>
              </a:ext>
            </a:extLst>
          </p:cNvPr>
          <p:cNvGrpSpPr/>
          <p:nvPr/>
        </p:nvGrpSpPr>
        <p:grpSpPr>
          <a:xfrm>
            <a:off x="5519400" y="2916415"/>
            <a:ext cx="168120" cy="117720"/>
            <a:chOff x="5519400" y="2916415"/>
            <a:chExt cx="16812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B55F93E7-83ED-1631-AEB0-84A8F0F74B5B}"/>
                    </a:ext>
                  </a:extLst>
                </p14:cNvPr>
                <p14:cNvContentPartPr/>
                <p14:nvPr/>
              </p14:nvContentPartPr>
              <p14:xfrm>
                <a:off x="5553240" y="2950975"/>
                <a:ext cx="134280" cy="5508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B55F93E7-83ED-1631-AEB0-84A8F0F74B5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44240" y="2941975"/>
                  <a:ext cx="151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6E164E8B-599B-8491-423F-62B4D7FA4473}"/>
                    </a:ext>
                  </a:extLst>
                </p14:cNvPr>
                <p14:cNvContentPartPr/>
                <p14:nvPr/>
              </p14:nvContentPartPr>
              <p14:xfrm>
                <a:off x="5555400" y="2916415"/>
                <a:ext cx="42120" cy="11772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6E164E8B-599B-8491-423F-62B4D7FA44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46760" y="2907415"/>
                  <a:ext cx="59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4D906FDD-773B-6C0D-9EFC-EF06744D4660}"/>
                    </a:ext>
                  </a:extLst>
                </p14:cNvPr>
                <p14:cNvContentPartPr/>
                <p14:nvPr/>
              </p14:nvContentPartPr>
              <p14:xfrm>
                <a:off x="5519400" y="2923255"/>
                <a:ext cx="164520" cy="10548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4D906FDD-773B-6C0D-9EFC-EF06744D46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10400" y="2914255"/>
                  <a:ext cx="1821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725D16CC-6BE2-F85F-F30F-0D80E62EF466}"/>
              </a:ext>
            </a:extLst>
          </p:cNvPr>
          <p:cNvGrpSpPr/>
          <p:nvPr/>
        </p:nvGrpSpPr>
        <p:grpSpPr>
          <a:xfrm>
            <a:off x="4715160" y="2440495"/>
            <a:ext cx="328320" cy="308880"/>
            <a:chOff x="4715160" y="2440495"/>
            <a:chExt cx="32832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F0A265B9-2516-4186-DE1C-D7959B232CF3}"/>
                    </a:ext>
                  </a:extLst>
                </p14:cNvPr>
                <p14:cNvContentPartPr/>
                <p14:nvPr/>
              </p14:nvContentPartPr>
              <p14:xfrm>
                <a:off x="4826040" y="2542375"/>
                <a:ext cx="217440" cy="105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F0A265B9-2516-4186-DE1C-D7959B232C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7400" y="2533375"/>
                  <a:ext cx="235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608C3AAB-299B-F769-8EE3-94F16FA1C6A2}"/>
                    </a:ext>
                  </a:extLst>
                </p14:cNvPr>
                <p14:cNvContentPartPr/>
                <p14:nvPr/>
              </p14:nvContentPartPr>
              <p14:xfrm>
                <a:off x="4715160" y="2440495"/>
                <a:ext cx="120240" cy="30888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608C3AAB-299B-F769-8EE3-94F16FA1C6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06520" y="2431495"/>
                  <a:ext cx="13788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6D4EA000-85AC-B28F-48F3-DFF847D9CB31}"/>
              </a:ext>
            </a:extLst>
          </p:cNvPr>
          <p:cNvGrpSpPr/>
          <p:nvPr/>
        </p:nvGrpSpPr>
        <p:grpSpPr>
          <a:xfrm>
            <a:off x="4723080" y="2864215"/>
            <a:ext cx="309240" cy="288720"/>
            <a:chOff x="4723080" y="2864215"/>
            <a:chExt cx="30924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74DB30AE-0515-A7D9-16A7-DAC582D03B00}"/>
                    </a:ext>
                  </a:extLst>
                </p14:cNvPr>
                <p14:cNvContentPartPr/>
                <p14:nvPr/>
              </p14:nvContentPartPr>
              <p14:xfrm>
                <a:off x="4723080" y="2909215"/>
                <a:ext cx="144000" cy="2242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74DB30AE-0515-A7D9-16A7-DAC582D03B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14080" y="2900215"/>
                  <a:ext cx="161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B3ABD7DD-46CB-A7A7-E117-C8BEA45108A6}"/>
                    </a:ext>
                  </a:extLst>
                </p14:cNvPr>
                <p14:cNvContentPartPr/>
                <p14:nvPr/>
              </p14:nvContentPartPr>
              <p14:xfrm>
                <a:off x="4862760" y="2864215"/>
                <a:ext cx="169560" cy="28872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B3ABD7DD-46CB-A7A7-E117-C8BEA45108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4120" y="2855215"/>
                  <a:ext cx="18720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0FEA9069-CAFC-16AB-89A6-0E92B7792BCB}"/>
              </a:ext>
            </a:extLst>
          </p:cNvPr>
          <p:cNvGrpSpPr/>
          <p:nvPr/>
        </p:nvGrpSpPr>
        <p:grpSpPr>
          <a:xfrm>
            <a:off x="5666280" y="1842535"/>
            <a:ext cx="681840" cy="636840"/>
            <a:chOff x="5666280" y="1842535"/>
            <a:chExt cx="681840" cy="63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52AA5D0A-9C37-C46F-4009-89B5C1B133AA}"/>
                    </a:ext>
                  </a:extLst>
                </p14:cNvPr>
                <p14:cNvContentPartPr/>
                <p14:nvPr/>
              </p14:nvContentPartPr>
              <p14:xfrm>
                <a:off x="5666280" y="2015695"/>
                <a:ext cx="155160" cy="12960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52AA5D0A-9C37-C46F-4009-89B5C1B133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57640" y="2006695"/>
                  <a:ext cx="172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D87DC104-3053-C5E1-6962-DC62B7A33A08}"/>
                    </a:ext>
                  </a:extLst>
                </p14:cNvPr>
                <p14:cNvContentPartPr/>
                <p14:nvPr/>
              </p14:nvContentPartPr>
              <p14:xfrm>
                <a:off x="5832600" y="2147455"/>
                <a:ext cx="360" cy="36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D87DC104-3053-C5E1-6962-DC62B7A33A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23960" y="21384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21D8C12-9A05-6D1E-0CBF-E579DF444782}"/>
                    </a:ext>
                  </a:extLst>
                </p14:cNvPr>
                <p14:cNvContentPartPr/>
                <p14:nvPr/>
              </p14:nvContentPartPr>
              <p14:xfrm>
                <a:off x="5810280" y="2134135"/>
                <a:ext cx="91080" cy="5796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21D8C12-9A05-6D1E-0CBF-E579DF4447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01640" y="2125495"/>
                  <a:ext cx="108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709D3D47-7140-657A-DFC7-86ED041667E6}"/>
                    </a:ext>
                  </a:extLst>
                </p14:cNvPr>
                <p14:cNvContentPartPr/>
                <p14:nvPr/>
              </p14:nvContentPartPr>
              <p14:xfrm>
                <a:off x="5988480" y="2327455"/>
                <a:ext cx="121680" cy="13896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709D3D47-7140-657A-DFC7-86ED041667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79840" y="2318815"/>
                  <a:ext cx="139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063B787-24CC-8CB0-B07E-30A2125CC9E4}"/>
                    </a:ext>
                  </a:extLst>
                </p14:cNvPr>
                <p14:cNvContentPartPr/>
                <p14:nvPr/>
              </p14:nvContentPartPr>
              <p14:xfrm>
                <a:off x="5957160" y="2278495"/>
                <a:ext cx="90000" cy="975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063B787-24CC-8CB0-B07E-30A2125CC9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48520" y="2269855"/>
                  <a:ext cx="107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F971DADB-4F19-F754-F08F-E6F5A6B02533}"/>
                    </a:ext>
                  </a:extLst>
                </p14:cNvPr>
                <p14:cNvContentPartPr/>
                <p14:nvPr/>
              </p14:nvContentPartPr>
              <p14:xfrm>
                <a:off x="5949240" y="2286415"/>
                <a:ext cx="84600" cy="7200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F971DADB-4F19-F754-F08F-E6F5A6B025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40600" y="2277415"/>
                  <a:ext cx="102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7095F79-B3EF-6283-B0BB-C888161F752C}"/>
                    </a:ext>
                  </a:extLst>
                </p14:cNvPr>
                <p14:cNvContentPartPr/>
                <p14:nvPr/>
              </p14:nvContentPartPr>
              <p14:xfrm>
                <a:off x="6128880" y="2320255"/>
                <a:ext cx="103680" cy="13212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7095F79-B3EF-6283-B0BB-C888161F752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20240" y="2311615"/>
                  <a:ext cx="121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AC639D3-1003-507F-6DAA-2F04254FDC59}"/>
                    </a:ext>
                  </a:extLst>
                </p14:cNvPr>
                <p14:cNvContentPartPr/>
                <p14:nvPr/>
              </p14:nvContentPartPr>
              <p14:xfrm>
                <a:off x="6260640" y="2305495"/>
                <a:ext cx="87480" cy="1738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AC639D3-1003-507F-6DAA-2F04254FDC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51640" y="2296855"/>
                  <a:ext cx="105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B620F2EC-822C-D0BF-A553-54887CF39932}"/>
                    </a:ext>
                  </a:extLst>
                </p14:cNvPr>
                <p14:cNvContentPartPr/>
                <p14:nvPr/>
              </p14:nvContentPartPr>
              <p14:xfrm>
                <a:off x="5839440" y="1842535"/>
                <a:ext cx="131400" cy="19044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B620F2EC-822C-D0BF-A553-54887CF399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30800" y="1833895"/>
                  <a:ext cx="149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07CD1CBB-F9DE-1035-6779-425556A84315}"/>
                    </a:ext>
                  </a:extLst>
                </p14:cNvPr>
                <p14:cNvContentPartPr/>
                <p14:nvPr/>
              </p14:nvContentPartPr>
              <p14:xfrm>
                <a:off x="5960400" y="1877815"/>
                <a:ext cx="137520" cy="1674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07CD1CBB-F9DE-1035-6779-425556A843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51760" y="1869175"/>
                  <a:ext cx="155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971D1671-B082-0BB7-A909-A6ACCA0CB8BA}"/>
                    </a:ext>
                  </a:extLst>
                </p14:cNvPr>
                <p14:cNvContentPartPr/>
                <p14:nvPr/>
              </p14:nvContentPartPr>
              <p14:xfrm>
                <a:off x="6109800" y="1882135"/>
                <a:ext cx="110160" cy="17388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971D1671-B082-0BB7-A909-A6ACCA0CB8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00800" y="1873135"/>
                  <a:ext cx="127800" cy="19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434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2B787A5D-D66C-01E6-41AC-69A5CCE3406F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Cargas Atuantes – NBR 6123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B840D3C-ED5A-AA42-8B5D-C1BDE1C0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7" y="1387323"/>
            <a:ext cx="5248758" cy="193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6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2B787A5D-D66C-01E6-41AC-69A5CCE3406F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Forças Aplicadas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8BA3D4-99AF-2621-7514-DDC3A918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327" y="1087306"/>
            <a:ext cx="4314239" cy="321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2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1;p7">
            <a:extLst>
              <a:ext uri="{FF2B5EF4-FFF2-40B4-BE49-F238E27FC236}">
                <a16:creationId xmlns:a16="http://schemas.microsoft.com/office/drawing/2014/main" id="{7939F97B-11C4-2856-E2FC-4BE8D1D5D8C6}"/>
              </a:ext>
            </a:extLst>
          </p:cNvPr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Escadas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" name="Google Shape;142;p7">
            <a:extLst>
              <a:ext uri="{FF2B5EF4-FFF2-40B4-BE49-F238E27FC236}">
                <a16:creationId xmlns:a16="http://schemas.microsoft.com/office/drawing/2014/main" id="{2B787A5D-D66C-01E6-41AC-69A5CCE3406F}"/>
              </a:ext>
            </a:extLst>
          </p:cNvPr>
          <p:cNvSpPr txBox="1"/>
          <p:nvPr/>
        </p:nvSpPr>
        <p:spPr>
          <a:xfrm>
            <a:off x="3544200" y="402445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Forças Aplicadas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BF7A27-F028-8AA7-2FF4-8545EF54F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79" y="1198419"/>
            <a:ext cx="4741626" cy="319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9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Galpão em Arco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Lançar Cargas no Software</a:t>
            </a:r>
          </a:p>
        </p:txBody>
      </p:sp>
      <p:sp>
        <p:nvSpPr>
          <p:cNvPr id="2" name="Google Shape;143;p7">
            <a:extLst>
              <a:ext uri="{FF2B5EF4-FFF2-40B4-BE49-F238E27FC236}">
                <a16:creationId xmlns:a16="http://schemas.microsoft.com/office/drawing/2014/main" id="{42D72458-B993-3421-4849-6D3319765253}"/>
              </a:ext>
            </a:extLst>
          </p:cNvPr>
          <p:cNvSpPr txBox="1"/>
          <p:nvPr/>
        </p:nvSpPr>
        <p:spPr>
          <a:xfrm>
            <a:off x="3544200" y="747001"/>
            <a:ext cx="5599800" cy="269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Criar Hipóteses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Lançar Cargas Variáveis</a:t>
            </a:r>
          </a:p>
        </p:txBody>
      </p:sp>
    </p:spTree>
    <p:extLst>
      <p:ext uri="{BB962C8B-B14F-4D97-AF65-F5344CB8AC3E}">
        <p14:creationId xmlns:p14="http://schemas.microsoft.com/office/powerpoint/2010/main" val="2756472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Galpão em Arco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Calcular Estrutura</a:t>
            </a:r>
          </a:p>
        </p:txBody>
      </p:sp>
      <p:sp>
        <p:nvSpPr>
          <p:cNvPr id="2" name="Google Shape;143;p7">
            <a:extLst>
              <a:ext uri="{FF2B5EF4-FFF2-40B4-BE49-F238E27FC236}">
                <a16:creationId xmlns:a16="http://schemas.microsoft.com/office/drawing/2014/main" id="{42D72458-B993-3421-4849-6D3319765253}"/>
              </a:ext>
            </a:extLst>
          </p:cNvPr>
          <p:cNvSpPr txBox="1"/>
          <p:nvPr/>
        </p:nvSpPr>
        <p:spPr>
          <a:xfrm>
            <a:off x="3544200" y="747001"/>
            <a:ext cx="5599800" cy="269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Esforços Internos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Dimensionamento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Análise</a:t>
            </a:r>
          </a:p>
          <a:p>
            <a:pPr marL="4381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i="0" u="none" strike="noStrike" cap="non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Otimização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051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</TotalTime>
  <Words>213</Words>
  <Application>Microsoft Office PowerPoint</Application>
  <PresentationFormat>Apresentação na tela (16:9)</PresentationFormat>
  <Paragraphs>57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Roboto Light</vt:lpstr>
      <vt:lpstr>Arial</vt:lpstr>
      <vt:lpstr>Roboto Black</vt:lpstr>
      <vt:lpstr>Roboto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2025-06-06T17:14:43Z</dcterms:modified>
</cp:coreProperties>
</file>