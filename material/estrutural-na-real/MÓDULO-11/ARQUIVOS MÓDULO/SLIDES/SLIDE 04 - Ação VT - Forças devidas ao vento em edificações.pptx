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7" r:id="rId2"/>
    <p:sldId id="282" r:id="rId3"/>
    <p:sldId id="306" r:id="rId4"/>
    <p:sldId id="310" r:id="rId5"/>
    <p:sldId id="311" r:id="rId6"/>
    <p:sldId id="312" r:id="rId7"/>
    <p:sldId id="313" r:id="rId8"/>
    <p:sldId id="316" r:id="rId9"/>
    <p:sldId id="317" r:id="rId10"/>
    <p:sldId id="319" r:id="rId11"/>
    <p:sldId id="320" r:id="rId12"/>
    <p:sldId id="321" r:id="rId13"/>
    <p:sldId id="322" r:id="rId14"/>
    <p:sldId id="323" r:id="rId15"/>
    <p:sldId id="324" r:id="rId16"/>
    <p:sldId id="326" r:id="rId17"/>
    <p:sldId id="325" r:id="rId18"/>
    <p:sldId id="281" r:id="rId1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  <p:embeddedFont>
      <p:font typeface="Roboto Black" panose="02000000000000000000" pitchFamily="2" charset="0"/>
      <p:bold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59" roundtripDataSignature="AMtx7miIJMjT5N1UhotwkRym+xiseY5+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CB9F73-0316-4C7A-9939-728BD819529A}" v="66" dt="2025-05-27T00:11:09.1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5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13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59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ônidas Müller de Oliveira" userId="5af9566427f0cd7a" providerId="LiveId" clId="{F94B9D56-2B52-4E30-B4B5-0F58CBE2FBF9}"/>
    <pc:docChg chg="undo custSel addSld delSld modSld sldOrd">
      <pc:chgData name="Leônidas Müller de Oliveira" userId="5af9566427f0cd7a" providerId="LiveId" clId="{F94B9D56-2B52-4E30-B4B5-0F58CBE2FBF9}" dt="2021-02-18T15:12:14.743" v="850" actId="1076"/>
      <pc:docMkLst>
        <pc:docMk/>
      </pc:docMkLst>
      <pc:sldChg chg="modSp mod">
        <pc:chgData name="Leônidas Müller de Oliveira" userId="5af9566427f0cd7a" providerId="LiveId" clId="{F94B9D56-2B52-4E30-B4B5-0F58CBE2FBF9}" dt="2021-02-18T15:05:39.964" v="743" actId="20577"/>
        <pc:sldMkLst>
          <pc:docMk/>
          <pc:sldMk cId="0" sldId="257"/>
        </pc:sldMkLst>
        <pc:spChg chg="mod">
          <ac:chgData name="Leônidas Müller de Oliveira" userId="5af9566427f0cd7a" providerId="LiveId" clId="{F94B9D56-2B52-4E30-B4B5-0F58CBE2FBF9}" dt="2021-02-17T19:41:59.696" v="43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05:39.964" v="743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F94B9D56-2B52-4E30-B4B5-0F58CBE2FBF9}" dt="2021-02-18T15:12:01.860" v="849" actId="1076"/>
        <pc:sldMkLst>
          <pc:docMk/>
          <pc:sldMk cId="0" sldId="262"/>
        </pc:sldMkLst>
        <pc:spChg chg="mod">
          <ac:chgData name="Leônidas Müller de Oliveira" userId="5af9566427f0cd7a" providerId="LiveId" clId="{F94B9D56-2B52-4E30-B4B5-0F58CBE2FBF9}" dt="2021-02-17T19:52:09.948" v="351" actId="14100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12:01.860" v="849" actId="1076"/>
          <ac:spMkLst>
            <pc:docMk/>
            <pc:sldMk cId="0" sldId="26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F94B9D56-2B52-4E30-B4B5-0F58CBE2FBF9}" dt="2021-02-17T19:51:46.911" v="323" actId="47"/>
        <pc:sldMkLst>
          <pc:docMk/>
          <pc:sldMk cId="0" sldId="264"/>
        </pc:sldMkLst>
      </pc:sldChg>
      <pc:sldChg chg="addSp delSp modSp add mod ord">
        <pc:chgData name="Leônidas Müller de Oliveira" userId="5af9566427f0cd7a" providerId="LiveId" clId="{F94B9D56-2B52-4E30-B4B5-0F58CBE2FBF9}" dt="2021-02-18T15:12:14.743" v="850" actId="1076"/>
        <pc:sldMkLst>
          <pc:docMk/>
          <pc:sldMk cId="3187776213" sldId="282"/>
        </pc:sldMkLst>
        <pc:spChg chg="add mod">
          <ac:chgData name="Leônidas Müller de Oliveira" userId="5af9566427f0cd7a" providerId="LiveId" clId="{F94B9D56-2B52-4E30-B4B5-0F58CBE2FBF9}" dt="2021-02-18T14:58:12.389" v="491" actId="20577"/>
          <ac:spMkLst>
            <pc:docMk/>
            <pc:sldMk cId="3187776213" sldId="282"/>
            <ac:spMk id="7" creationId="{FD65234F-CE76-4586-9D67-44EDBAE0C0F0}"/>
          </ac:spMkLst>
        </pc:spChg>
        <pc:spChg chg="add mod">
          <ac:chgData name="Leônidas Müller de Oliveira" userId="5af9566427f0cd7a" providerId="LiveId" clId="{F94B9D56-2B52-4E30-B4B5-0F58CBE2FBF9}" dt="2021-02-18T15:05:19.193" v="722" actId="20577"/>
          <ac:spMkLst>
            <pc:docMk/>
            <pc:sldMk cId="3187776213" sldId="282"/>
            <ac:spMk id="8" creationId="{62CAAAAD-2D0D-416A-A598-DBBFD5C0667F}"/>
          </ac:spMkLst>
        </pc:spChg>
        <pc:spChg chg="add mod">
          <ac:chgData name="Leônidas Müller de Oliveira" userId="5af9566427f0cd7a" providerId="LiveId" clId="{F94B9D56-2B52-4E30-B4B5-0F58CBE2FBF9}" dt="2021-02-18T15:10:36.158" v="847" actId="1076"/>
          <ac:spMkLst>
            <pc:docMk/>
            <pc:sldMk cId="3187776213" sldId="282"/>
            <ac:spMk id="9" creationId="{9C81958B-AE4B-43C9-BC2C-2CBADE7FE55A}"/>
          </ac:spMkLst>
        </pc:spChg>
        <pc:spChg chg="mod">
          <ac:chgData name="Leônidas Müller de Oliveira" userId="5af9566427f0cd7a" providerId="LiveId" clId="{F94B9D56-2B52-4E30-B4B5-0F58CBE2FBF9}" dt="2021-02-18T14:56:55.333" v="402" actId="20577"/>
          <ac:spMkLst>
            <pc:docMk/>
            <pc:sldMk cId="3187776213" sldId="282"/>
            <ac:spMk id="141" creationId="{00000000-0000-0000-0000-000000000000}"/>
          </ac:spMkLst>
        </pc:spChg>
        <pc:spChg chg="del mod">
          <ac:chgData name="Leônidas Müller de Oliveira" userId="5af9566427f0cd7a" providerId="LiveId" clId="{F94B9D56-2B52-4E30-B4B5-0F58CBE2FBF9}" dt="2021-02-18T14:57:09.472" v="406" actId="478"/>
          <ac:spMkLst>
            <pc:docMk/>
            <pc:sldMk cId="3187776213" sldId="282"/>
            <ac:spMk id="142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12:14.743" v="850" actId="1076"/>
          <ac:spMkLst>
            <pc:docMk/>
            <pc:sldMk cId="3187776213" sldId="282"/>
            <ac:spMk id="143" creationId="{00000000-0000-0000-0000-000000000000}"/>
          </ac:spMkLst>
        </pc:spChg>
        <pc:graphicFrameChg chg="add del mod">
          <ac:chgData name="Leônidas Müller de Oliveira" userId="5af9566427f0cd7a" providerId="LiveId" clId="{F94B9D56-2B52-4E30-B4B5-0F58CBE2FBF9}" dt="2021-02-18T14:57:43.022" v="408"/>
          <ac:graphicFrameMkLst>
            <pc:docMk/>
            <pc:sldMk cId="3187776213" sldId="282"/>
            <ac:graphicFrameMk id="2" creationId="{B80F1164-C1AC-4C70-9417-CB100EADF64D}"/>
          </ac:graphicFrameMkLst>
        </pc:graphicFrameChg>
      </pc:sldChg>
    </pc:docChg>
  </pc:docChgLst>
  <pc:docChgLst>
    <pc:chgData name="Leônidas Müller de Oliveira" userId="5af9566427f0cd7a" providerId="LiveId" clId="{E0CB9F73-0316-4C7A-9939-728BD819529A}"/>
    <pc:docChg chg="undo custSel addSld delSld modSld sldOrd">
      <pc:chgData name="Leônidas Müller de Oliveira" userId="5af9566427f0cd7a" providerId="LiveId" clId="{E0CB9F73-0316-4C7A-9939-728BD819529A}" dt="2025-05-27T00:19:56.718" v="976" actId="478"/>
      <pc:docMkLst>
        <pc:docMk/>
      </pc:docMkLst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0" sldId="262"/>
        </pc:sldMkLst>
      </pc:sldChg>
      <pc:sldChg chg="delSp modSp mod">
        <pc:chgData name="Leônidas Müller de Oliveira" userId="5af9566427f0cd7a" providerId="LiveId" clId="{E0CB9F73-0316-4C7A-9939-728BD819529A}" dt="2025-05-25T18:23:08.723" v="724" actId="20577"/>
        <pc:sldMkLst>
          <pc:docMk/>
          <pc:sldMk cId="3187776213" sldId="282"/>
        </pc:sldMkLst>
        <pc:spChg chg="mod">
          <ac:chgData name="Leônidas Müller de Oliveira" userId="5af9566427f0cd7a" providerId="LiveId" clId="{E0CB9F73-0316-4C7A-9939-728BD819529A}" dt="2025-05-25T18:23:08.723" v="724" actId="20577"/>
          <ac:spMkLst>
            <pc:docMk/>
            <pc:sldMk cId="3187776213" sldId="282"/>
            <ac:spMk id="7" creationId="{FD65234F-CE76-4586-9D67-44EDBAE0C0F0}"/>
          </ac:spMkLst>
        </pc:spChg>
        <pc:spChg chg="mod">
          <ac:chgData name="Leônidas Müller de Oliveira" userId="5af9566427f0cd7a" providerId="LiveId" clId="{E0CB9F73-0316-4C7A-9939-728BD819529A}" dt="2025-05-24T21:52:51.155" v="0"/>
          <ac:spMkLst>
            <pc:docMk/>
            <pc:sldMk cId="3187776213" sldId="282"/>
            <ac:spMk id="141" creationId="{00000000-0000-0000-0000-000000000000}"/>
          </ac:spMkLst>
        </pc:spChg>
        <pc:spChg chg="mod">
          <ac:chgData name="Leônidas Müller de Oliveira" userId="5af9566427f0cd7a" providerId="LiveId" clId="{E0CB9F73-0316-4C7A-9939-728BD819529A}" dt="2025-05-24T21:53:48.852" v="13" actId="1076"/>
          <ac:spMkLst>
            <pc:docMk/>
            <pc:sldMk cId="3187776213" sldId="282"/>
            <ac:spMk id="143" creationId="{00000000-0000-0000-0000-000000000000}"/>
          </ac:spMkLst>
        </pc:spChg>
        <pc:picChg chg="del">
          <ac:chgData name="Leônidas Müller de Oliveira" userId="5af9566427f0cd7a" providerId="LiveId" clId="{E0CB9F73-0316-4C7A-9939-728BD819529A}" dt="2025-05-24T21:53:33.546" v="2" actId="478"/>
          <ac:picMkLst>
            <pc:docMk/>
            <pc:sldMk cId="3187776213" sldId="282"/>
            <ac:picMk id="2" creationId="{1EFFEBF7-8F3E-C311-CFF7-2BFFA2BD60D4}"/>
          </ac:picMkLst>
        </pc:picChg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3283063515" sldId="283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1223144774" sldId="284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3454911189" sldId="285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858716699" sldId="286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2449695710" sldId="288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3380683963" sldId="289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1162287814" sldId="291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4250600602" sldId="292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630394464" sldId="293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253044051" sldId="295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1222361712" sldId="296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3708159361" sldId="297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1068881733" sldId="298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441636794" sldId="299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536045490" sldId="300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962331060" sldId="301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2800828381" sldId="302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2519461963" sldId="303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699166848" sldId="304"/>
        </pc:sldMkLst>
      </pc:sldChg>
      <pc:sldChg chg="del">
        <pc:chgData name="Leônidas Müller de Oliveira" userId="5af9566427f0cd7a" providerId="LiveId" clId="{E0CB9F73-0316-4C7A-9939-728BD819529A}" dt="2025-05-25T18:31:53.987" v="730" actId="47"/>
        <pc:sldMkLst>
          <pc:docMk/>
          <pc:sldMk cId="782874864" sldId="305"/>
        </pc:sldMkLst>
      </pc:sldChg>
      <pc:sldChg chg="addSp delSp modSp add mod">
        <pc:chgData name="Leônidas Müller de Oliveira" userId="5af9566427f0cd7a" providerId="LiveId" clId="{E0CB9F73-0316-4C7A-9939-728BD819529A}" dt="2025-05-27T00:02:18.509" v="746" actId="478"/>
        <pc:sldMkLst>
          <pc:docMk/>
          <pc:sldMk cId="1607192202" sldId="306"/>
        </pc:sldMkLst>
        <pc:spChg chg="add mod">
          <ac:chgData name="Leônidas Müller de Oliveira" userId="5af9566427f0cd7a" providerId="LiveId" clId="{E0CB9F73-0316-4C7A-9939-728BD819529A}" dt="2025-05-25T18:23:28.316" v="727"/>
          <ac:spMkLst>
            <pc:docMk/>
            <pc:sldMk cId="1607192202" sldId="306"/>
            <ac:spMk id="2" creationId="{4096D34C-A6D6-31E8-AE7F-35F9B17FFA67}"/>
          </ac:spMkLst>
        </pc:spChg>
        <pc:spChg chg="del mod">
          <ac:chgData name="Leônidas Müller de Oliveira" userId="5af9566427f0cd7a" providerId="LiveId" clId="{E0CB9F73-0316-4C7A-9939-728BD819529A}" dt="2025-05-25T18:23:28.028" v="726" actId="478"/>
          <ac:spMkLst>
            <pc:docMk/>
            <pc:sldMk cId="1607192202" sldId="306"/>
            <ac:spMk id="7" creationId="{FD65234F-CE76-4586-9D67-44EDBAE0C0F0}"/>
          </ac:spMkLst>
        </pc:spChg>
        <pc:spChg chg="mod">
          <ac:chgData name="Leônidas Müller de Oliveira" userId="5af9566427f0cd7a" providerId="LiveId" clId="{E0CB9F73-0316-4C7A-9939-728BD819529A}" dt="2025-05-25T22:29:01.526" v="733" actId="6549"/>
          <ac:spMkLst>
            <pc:docMk/>
            <pc:sldMk cId="1607192202" sldId="306"/>
            <ac:spMk id="143" creationId="{00000000-0000-0000-0000-000000000000}"/>
          </ac:spMkLst>
        </pc:spChg>
        <pc:grpChg chg="del mod">
          <ac:chgData name="Leônidas Müller de Oliveira" userId="5af9566427f0cd7a" providerId="LiveId" clId="{E0CB9F73-0316-4C7A-9939-728BD819529A}" dt="2025-05-27T00:02:13.009" v="745"/>
          <ac:grpSpMkLst>
            <pc:docMk/>
            <pc:sldMk cId="1607192202" sldId="306"/>
            <ac:grpSpMk id="5" creationId="{0E587B20-80BE-0F7F-1F94-A4E6A7CBF7D7}"/>
          </ac:grpSpMkLst>
        </pc:grpChg>
        <pc:grpChg chg="del mod">
          <ac:chgData name="Leônidas Müller de Oliveira" userId="5af9566427f0cd7a" providerId="LiveId" clId="{E0CB9F73-0316-4C7A-9939-728BD819529A}" dt="2025-05-27T00:02:18.509" v="746" actId="478"/>
          <ac:grpSpMkLst>
            <pc:docMk/>
            <pc:sldMk cId="1607192202" sldId="306"/>
            <ac:grpSpMk id="13" creationId="{495EB70D-0DAA-653D-39DC-DF2F08BCDB62}"/>
          </ac:grpSpMkLst>
        </pc:grpChg>
        <pc:inkChg chg="add del mod topLvl">
          <ac:chgData name="Leônidas Müller de Oliveira" userId="5af9566427f0cd7a" providerId="LiveId" clId="{E0CB9F73-0316-4C7A-9939-728BD819529A}" dt="2025-05-27T00:02:18.509" v="746" actId="478"/>
          <ac:inkMkLst>
            <pc:docMk/>
            <pc:sldMk cId="1607192202" sldId="306"/>
            <ac:inkMk id="3" creationId="{D49A091A-3389-C065-38A6-217668B5DE5A}"/>
          </ac:inkMkLst>
        </pc:inkChg>
        <pc:inkChg chg="add del mod">
          <ac:chgData name="Leônidas Müller de Oliveira" userId="5af9566427f0cd7a" providerId="LiveId" clId="{E0CB9F73-0316-4C7A-9939-728BD819529A}" dt="2025-05-27T00:02:18.509" v="746" actId="478"/>
          <ac:inkMkLst>
            <pc:docMk/>
            <pc:sldMk cId="1607192202" sldId="306"/>
            <ac:inkMk id="4" creationId="{BD5CA6D0-3E01-DFF9-8D73-942C0010F8A4}"/>
          </ac:inkMkLst>
        </pc:inkChg>
        <pc:inkChg chg="add del">
          <ac:chgData name="Leônidas Müller de Oliveira" userId="5af9566427f0cd7a" providerId="LiveId" clId="{E0CB9F73-0316-4C7A-9939-728BD819529A}" dt="2025-05-27T00:02:18.509" v="746" actId="478"/>
          <ac:inkMkLst>
            <pc:docMk/>
            <pc:sldMk cId="1607192202" sldId="306"/>
            <ac:inkMk id="6" creationId="{1DF1080E-3C3E-75F9-BCAC-43090875F2C2}"/>
          </ac:inkMkLst>
        </pc:inkChg>
        <pc:inkChg chg="add del">
          <ac:chgData name="Leônidas Müller de Oliveira" userId="5af9566427f0cd7a" providerId="LiveId" clId="{E0CB9F73-0316-4C7A-9939-728BD819529A}" dt="2025-05-27T00:02:18.509" v="746" actId="478"/>
          <ac:inkMkLst>
            <pc:docMk/>
            <pc:sldMk cId="1607192202" sldId="306"/>
            <ac:inkMk id="7" creationId="{D68D6813-3895-E9D7-11CC-567C0BB89CB0}"/>
          </ac:inkMkLst>
        </pc:inkChg>
        <pc:inkChg chg="add del">
          <ac:chgData name="Leônidas Müller de Oliveira" userId="5af9566427f0cd7a" providerId="LiveId" clId="{E0CB9F73-0316-4C7A-9939-728BD819529A}" dt="2025-05-27T00:02:18.509" v="746" actId="478"/>
          <ac:inkMkLst>
            <pc:docMk/>
            <pc:sldMk cId="1607192202" sldId="306"/>
            <ac:inkMk id="8" creationId="{8B9104A6-0C22-583C-16A2-B830860E494D}"/>
          </ac:inkMkLst>
        </pc:inkChg>
        <pc:inkChg chg="add del mod topLvl">
          <ac:chgData name="Leônidas Müller de Oliveira" userId="5af9566427f0cd7a" providerId="LiveId" clId="{E0CB9F73-0316-4C7A-9939-728BD819529A}" dt="2025-05-27T00:02:18.509" v="746" actId="478"/>
          <ac:inkMkLst>
            <pc:docMk/>
            <pc:sldMk cId="1607192202" sldId="306"/>
            <ac:inkMk id="9" creationId="{68B96001-D4D6-F6C2-554E-D6C811D908E0}"/>
          </ac:inkMkLst>
        </pc:inkChg>
        <pc:inkChg chg="add del mod">
          <ac:chgData name="Leônidas Müller de Oliveira" userId="5af9566427f0cd7a" providerId="LiveId" clId="{E0CB9F73-0316-4C7A-9939-728BD819529A}" dt="2025-05-27T00:02:18.509" v="746" actId="478"/>
          <ac:inkMkLst>
            <pc:docMk/>
            <pc:sldMk cId="1607192202" sldId="306"/>
            <ac:inkMk id="10" creationId="{BCCE67E7-2FE5-C07D-C010-E918F2DF723A}"/>
          </ac:inkMkLst>
        </pc:inkChg>
        <pc:inkChg chg="add del mod">
          <ac:chgData name="Leônidas Müller de Oliveira" userId="5af9566427f0cd7a" providerId="LiveId" clId="{E0CB9F73-0316-4C7A-9939-728BD819529A}" dt="2025-05-27T00:02:18.509" v="746" actId="478"/>
          <ac:inkMkLst>
            <pc:docMk/>
            <pc:sldMk cId="1607192202" sldId="306"/>
            <ac:inkMk id="11" creationId="{7161F7DA-D005-B0C3-F1C0-9B260F9F369D}"/>
          </ac:inkMkLst>
        </pc:inkChg>
        <pc:inkChg chg="add del mod">
          <ac:chgData name="Leônidas Müller de Oliveira" userId="5af9566427f0cd7a" providerId="LiveId" clId="{E0CB9F73-0316-4C7A-9939-728BD819529A}" dt="2025-05-27T00:02:18.509" v="746" actId="478"/>
          <ac:inkMkLst>
            <pc:docMk/>
            <pc:sldMk cId="1607192202" sldId="306"/>
            <ac:inkMk id="12" creationId="{764F756A-9CAE-3D2A-9B87-5EBC0632BB39}"/>
          </ac:inkMkLst>
        </pc:inkChg>
      </pc:sldChg>
      <pc:sldChg chg="addSp delSp modSp add del mod">
        <pc:chgData name="Leônidas Müller de Oliveira" userId="5af9566427f0cd7a" providerId="LiveId" clId="{E0CB9F73-0316-4C7A-9939-728BD819529A}" dt="2025-05-25T18:31:53.987" v="730" actId="47"/>
        <pc:sldMkLst>
          <pc:docMk/>
          <pc:sldMk cId="1873590892" sldId="307"/>
        </pc:sldMkLst>
        <pc:spChg chg="add del mod">
          <ac:chgData name="Leônidas Müller de Oliveira" userId="5af9566427f0cd7a" providerId="LiveId" clId="{E0CB9F73-0316-4C7A-9939-728BD819529A}" dt="2025-05-24T22:34:56.722" v="92"/>
          <ac:spMkLst>
            <pc:docMk/>
            <pc:sldMk cId="1873590892" sldId="307"/>
            <ac:spMk id="3" creationId="{763D8848-E6C5-5A4E-80DA-68D749E8C50E}"/>
          </ac:spMkLst>
        </pc:spChg>
        <pc:spChg chg="add del mod">
          <ac:chgData name="Leônidas Müller de Oliveira" userId="5af9566427f0cd7a" providerId="LiveId" clId="{E0CB9F73-0316-4C7A-9939-728BD819529A}" dt="2025-05-24T22:35:39.007" v="106"/>
          <ac:spMkLst>
            <pc:docMk/>
            <pc:sldMk cId="1873590892" sldId="307"/>
            <ac:spMk id="5" creationId="{8FE97EE0-35CA-F809-BC62-44E640490358}"/>
          </ac:spMkLst>
        </pc:spChg>
        <pc:spChg chg="mod">
          <ac:chgData name="Leônidas Müller de Oliveira" userId="5af9566427f0cd7a" providerId="LiveId" clId="{E0CB9F73-0316-4C7A-9939-728BD819529A}" dt="2025-05-24T22:35:45.914" v="109" actId="14100"/>
          <ac:spMkLst>
            <pc:docMk/>
            <pc:sldMk cId="1873590892" sldId="307"/>
            <ac:spMk id="143" creationId="{00000000-0000-0000-0000-000000000000}"/>
          </ac:spMkLst>
        </pc:spChg>
        <pc:graphicFrameChg chg="add del mod">
          <ac:chgData name="Leônidas Müller de Oliveira" userId="5af9566427f0cd7a" providerId="LiveId" clId="{E0CB9F73-0316-4C7A-9939-728BD819529A}" dt="2025-05-24T22:34:56.722" v="92"/>
          <ac:graphicFrameMkLst>
            <pc:docMk/>
            <pc:sldMk cId="1873590892" sldId="307"/>
            <ac:graphicFrameMk id="2" creationId="{81457E02-3371-3CE8-CBD0-609C9FEC6BA5}"/>
          </ac:graphicFrameMkLst>
        </pc:graphicFrameChg>
        <pc:graphicFrameChg chg="add del mod">
          <ac:chgData name="Leônidas Müller de Oliveira" userId="5af9566427f0cd7a" providerId="LiveId" clId="{E0CB9F73-0316-4C7A-9939-728BD819529A}" dt="2025-05-24T22:35:39.007" v="106"/>
          <ac:graphicFrameMkLst>
            <pc:docMk/>
            <pc:sldMk cId="1873590892" sldId="307"/>
            <ac:graphicFrameMk id="4" creationId="{44F1AA1A-5434-1415-10DE-88C11A0041B7}"/>
          </ac:graphicFrameMkLst>
        </pc:graphicFrameChg>
      </pc:sldChg>
      <pc:sldChg chg="modSp add del mod">
        <pc:chgData name="Leônidas Müller de Oliveira" userId="5af9566427f0cd7a" providerId="LiveId" clId="{E0CB9F73-0316-4C7A-9939-728BD819529A}" dt="2025-05-25T18:31:53.987" v="730" actId="47"/>
        <pc:sldMkLst>
          <pc:docMk/>
          <pc:sldMk cId="2969837939" sldId="308"/>
        </pc:sldMkLst>
        <pc:spChg chg="mod">
          <ac:chgData name="Leônidas Müller de Oliveira" userId="5af9566427f0cd7a" providerId="LiveId" clId="{E0CB9F73-0316-4C7A-9939-728BD819529A}" dt="2025-05-24T22:36:04.352" v="112"/>
          <ac:spMkLst>
            <pc:docMk/>
            <pc:sldMk cId="2969837939" sldId="308"/>
            <ac:spMk id="143" creationId="{00000000-0000-0000-0000-000000000000}"/>
          </ac:spMkLst>
        </pc:spChg>
      </pc:sldChg>
      <pc:sldChg chg="modSp add del mod">
        <pc:chgData name="Leônidas Müller de Oliveira" userId="5af9566427f0cd7a" providerId="LiveId" clId="{E0CB9F73-0316-4C7A-9939-728BD819529A}" dt="2025-05-25T18:31:53.987" v="730" actId="47"/>
        <pc:sldMkLst>
          <pc:docMk/>
          <pc:sldMk cId="2366000490" sldId="309"/>
        </pc:sldMkLst>
        <pc:spChg chg="mod">
          <ac:chgData name="Leônidas Müller de Oliveira" userId="5af9566427f0cd7a" providerId="LiveId" clId="{E0CB9F73-0316-4C7A-9939-728BD819529A}" dt="2025-05-24T22:37:30.598" v="128" actId="6549"/>
          <ac:spMkLst>
            <pc:docMk/>
            <pc:sldMk cId="2366000490" sldId="309"/>
            <ac:spMk id="143" creationId="{00000000-0000-0000-0000-000000000000}"/>
          </ac:spMkLst>
        </pc:spChg>
      </pc:sldChg>
      <pc:sldChg chg="addSp delSp modSp add mod">
        <pc:chgData name="Leônidas Müller de Oliveira" userId="5af9566427f0cd7a" providerId="LiveId" clId="{E0CB9F73-0316-4C7A-9939-728BD819529A}" dt="2025-05-27T00:10:00.250" v="947" actId="478"/>
        <pc:sldMkLst>
          <pc:docMk/>
          <pc:sldMk cId="479345343" sldId="310"/>
        </pc:sldMkLst>
        <pc:spChg chg="mod">
          <ac:chgData name="Leônidas Müller de Oliveira" userId="5af9566427f0cd7a" providerId="LiveId" clId="{E0CB9F73-0316-4C7A-9939-728BD819529A}" dt="2025-05-24T22:37:51.051" v="130"/>
          <ac:spMkLst>
            <pc:docMk/>
            <pc:sldMk cId="479345343" sldId="310"/>
            <ac:spMk id="7" creationId="{FD65234F-CE76-4586-9D67-44EDBAE0C0F0}"/>
          </ac:spMkLst>
        </pc:spChg>
        <pc:spChg chg="mod">
          <ac:chgData name="Leônidas Müller de Oliveira" userId="5af9566427f0cd7a" providerId="LiveId" clId="{E0CB9F73-0316-4C7A-9939-728BD819529A}" dt="2025-05-27T00:02:27.389" v="748" actId="20577"/>
          <ac:spMkLst>
            <pc:docMk/>
            <pc:sldMk cId="479345343" sldId="310"/>
            <ac:spMk id="143" creationId="{00000000-0000-0000-0000-000000000000}"/>
          </ac:spMkLst>
        </pc:spChg>
        <pc:grpChg chg="del mod">
          <ac:chgData name="Leônidas Müller de Oliveira" userId="5af9566427f0cd7a" providerId="LiveId" clId="{E0CB9F73-0316-4C7A-9939-728BD819529A}" dt="2025-05-27T00:03:15.926" v="793"/>
          <ac:grpSpMkLst>
            <pc:docMk/>
            <pc:sldMk cId="479345343" sldId="310"/>
            <ac:grpSpMk id="13" creationId="{D04B1CB4-2A3C-51A6-ED7C-841288DBA3B0}"/>
          </ac:grpSpMkLst>
        </pc:grpChg>
        <pc:grpChg chg="del mod">
          <ac:chgData name="Leônidas Müller de Oliveira" userId="5af9566427f0cd7a" providerId="LiveId" clId="{E0CB9F73-0316-4C7A-9939-728BD819529A}" dt="2025-05-27T00:03:15.926" v="793"/>
          <ac:grpSpMkLst>
            <pc:docMk/>
            <pc:sldMk cId="479345343" sldId="310"/>
            <ac:grpSpMk id="15" creationId="{A43076CD-76EA-5E1A-0AA5-F7A58692FA6E}"/>
          </ac:grpSpMkLst>
        </pc:grpChg>
        <pc:grpChg chg="del mod">
          <ac:chgData name="Leônidas Müller de Oliveira" userId="5af9566427f0cd7a" providerId="LiveId" clId="{E0CB9F73-0316-4C7A-9939-728BD819529A}" dt="2025-05-27T00:03:18.481" v="795"/>
          <ac:grpSpMkLst>
            <pc:docMk/>
            <pc:sldMk cId="479345343" sldId="310"/>
            <ac:grpSpMk id="47" creationId="{7E9E027B-925F-F21F-3929-60382B0B06EA}"/>
          </ac:grpSpMkLst>
        </pc:grpChg>
        <pc:grpChg chg="del mod">
          <ac:chgData name="Leônidas Müller de Oliveira" userId="5af9566427f0cd7a" providerId="LiveId" clId="{E0CB9F73-0316-4C7A-9939-728BD819529A}" dt="2025-05-27T00:03:37.257" v="802"/>
          <ac:grpSpMkLst>
            <pc:docMk/>
            <pc:sldMk cId="479345343" sldId="310"/>
            <ac:grpSpMk id="49" creationId="{CDE8781D-9D3D-A6B0-439C-F16541A50441}"/>
          </ac:grpSpMkLst>
        </pc:grpChg>
        <pc:grpChg chg="del mod">
          <ac:chgData name="Leônidas Müller de Oliveira" userId="5af9566427f0cd7a" providerId="LiveId" clId="{E0CB9F73-0316-4C7A-9939-728BD819529A}" dt="2025-05-27T00:04:00.172" v="816"/>
          <ac:grpSpMkLst>
            <pc:docMk/>
            <pc:sldMk cId="479345343" sldId="310"/>
            <ac:grpSpMk id="56" creationId="{5A45B052-335E-0F51-4574-7F56379A5FAC}"/>
          </ac:grpSpMkLst>
        </pc:grpChg>
        <pc:grpChg chg="del mod">
          <ac:chgData name="Leônidas Müller de Oliveira" userId="5af9566427f0cd7a" providerId="LiveId" clId="{E0CB9F73-0316-4C7A-9939-728BD819529A}" dt="2025-05-27T00:04:04.801" v="819"/>
          <ac:grpSpMkLst>
            <pc:docMk/>
            <pc:sldMk cId="479345343" sldId="310"/>
            <ac:grpSpMk id="134" creationId="{F24770E5-C242-5EF0-98A1-38C380E8C0BA}"/>
          </ac:grpSpMkLst>
        </pc:grpChg>
        <pc:grpChg chg="del mod">
          <ac:chgData name="Leônidas Müller de Oliveira" userId="5af9566427f0cd7a" providerId="LiveId" clId="{E0CB9F73-0316-4C7A-9939-728BD819529A}" dt="2025-05-27T00:04:09.662" v="825"/>
          <ac:grpSpMkLst>
            <pc:docMk/>
            <pc:sldMk cId="479345343" sldId="310"/>
            <ac:grpSpMk id="137" creationId="{E0C132ED-81B8-88EC-7B42-9363466D0A09}"/>
          </ac:grpSpMkLst>
        </pc:grpChg>
        <pc:grpChg chg="del mod">
          <ac:chgData name="Leônidas Müller de Oliveira" userId="5af9566427f0cd7a" providerId="LiveId" clId="{E0CB9F73-0316-4C7A-9939-728BD819529A}" dt="2025-05-27T00:04:09.662" v="825"/>
          <ac:grpSpMkLst>
            <pc:docMk/>
            <pc:sldMk cId="479345343" sldId="310"/>
            <ac:grpSpMk id="144" creationId="{14B878AF-A7ED-A221-5A08-A4A1F41E55E8}"/>
          </ac:grpSpMkLst>
        </pc:grpChg>
        <pc:grpChg chg="del mod">
          <ac:chgData name="Leônidas Müller de Oliveira" userId="5af9566427f0cd7a" providerId="LiveId" clId="{E0CB9F73-0316-4C7A-9939-728BD819529A}" dt="2025-05-27T00:04:13.767" v="827"/>
          <ac:grpSpMkLst>
            <pc:docMk/>
            <pc:sldMk cId="479345343" sldId="310"/>
            <ac:grpSpMk id="146" creationId="{52DDE3C1-A168-5A51-8A84-F31335470AAE}"/>
          </ac:grpSpMkLst>
        </pc:grpChg>
        <pc:grpChg chg="del mod">
          <ac:chgData name="Leônidas Müller de Oliveira" userId="5af9566427f0cd7a" providerId="LiveId" clId="{E0CB9F73-0316-4C7A-9939-728BD819529A}" dt="2025-05-27T00:04:15.918" v="829"/>
          <ac:grpSpMkLst>
            <pc:docMk/>
            <pc:sldMk cId="479345343" sldId="310"/>
            <ac:grpSpMk id="148" creationId="{72F89C39-F345-A122-E4BD-2D37CF73D5EB}"/>
          </ac:grpSpMkLst>
        </pc:grpChg>
        <pc:grpChg chg="del mod">
          <ac:chgData name="Leônidas Müller de Oliveira" userId="5af9566427f0cd7a" providerId="LiveId" clId="{E0CB9F73-0316-4C7A-9939-728BD819529A}" dt="2025-05-27T00:04:17.467" v="831"/>
          <ac:grpSpMkLst>
            <pc:docMk/>
            <pc:sldMk cId="479345343" sldId="310"/>
            <ac:grpSpMk id="150" creationId="{11D1C230-6D2B-9008-5DCB-9911AB7D6C16}"/>
          </ac:grpSpMkLst>
        </pc:grpChg>
        <pc:grpChg chg="del mod">
          <ac:chgData name="Leônidas Müller de Oliveira" userId="5af9566427f0cd7a" providerId="LiveId" clId="{E0CB9F73-0316-4C7A-9939-728BD819529A}" dt="2025-05-27T00:05:27.413" v="906"/>
          <ac:grpSpMkLst>
            <pc:docMk/>
            <pc:sldMk cId="479345343" sldId="310"/>
            <ac:grpSpMk id="152" creationId="{AA94F7E5-DE9B-3533-8097-00895A7353D7}"/>
          </ac:grpSpMkLst>
        </pc:grpChg>
        <pc:grpChg chg="del mod">
          <ac:chgData name="Leônidas Müller de Oliveira" userId="5af9566427f0cd7a" providerId="LiveId" clId="{E0CB9F73-0316-4C7A-9939-728BD819529A}" dt="2025-05-27T00:04:30.091" v="850"/>
          <ac:grpSpMkLst>
            <pc:docMk/>
            <pc:sldMk cId="479345343" sldId="310"/>
            <ac:grpSpMk id="157" creationId="{1839EA06-0AFB-5835-A183-6042AB7EBA6A}"/>
          </ac:grpSpMkLst>
        </pc:grpChg>
        <pc:grpChg chg="del mod">
          <ac:chgData name="Leônidas Müller de Oliveira" userId="5af9566427f0cd7a" providerId="LiveId" clId="{E0CB9F73-0316-4C7A-9939-728BD819529A}" dt="2025-05-27T00:04:37.148" v="856"/>
          <ac:grpSpMkLst>
            <pc:docMk/>
            <pc:sldMk cId="479345343" sldId="310"/>
            <ac:grpSpMk id="171" creationId="{3CD46295-26F2-D04F-3367-A30CB324099D}"/>
          </ac:grpSpMkLst>
        </pc:grpChg>
        <pc:grpChg chg="del mod">
          <ac:chgData name="Leônidas Müller de Oliveira" userId="5af9566427f0cd7a" providerId="LiveId" clId="{E0CB9F73-0316-4C7A-9939-728BD819529A}" dt="2025-05-27T00:04:43.157" v="863"/>
          <ac:grpSpMkLst>
            <pc:docMk/>
            <pc:sldMk cId="479345343" sldId="310"/>
            <ac:grpSpMk id="177" creationId="{893A259A-F0D0-6BE4-4EF5-2FD8ABAD0F60}"/>
          </ac:grpSpMkLst>
        </pc:grpChg>
        <pc:grpChg chg="del mod">
          <ac:chgData name="Leônidas Müller de Oliveira" userId="5af9566427f0cd7a" providerId="LiveId" clId="{E0CB9F73-0316-4C7A-9939-728BD819529A}" dt="2025-05-27T00:04:46.860" v="867"/>
          <ac:grpSpMkLst>
            <pc:docMk/>
            <pc:sldMk cId="479345343" sldId="310"/>
            <ac:grpSpMk id="184" creationId="{59429F19-B169-9971-B7F7-E2A25F9C8723}"/>
          </ac:grpSpMkLst>
        </pc:grpChg>
        <pc:grpChg chg="del mod">
          <ac:chgData name="Leônidas Müller de Oliveira" userId="5af9566427f0cd7a" providerId="LiveId" clId="{E0CB9F73-0316-4C7A-9939-728BD819529A}" dt="2025-05-27T00:04:48.853" v="871"/>
          <ac:grpSpMkLst>
            <pc:docMk/>
            <pc:sldMk cId="479345343" sldId="310"/>
            <ac:grpSpMk id="188" creationId="{4FBAAD69-73C7-35B4-F8E0-EA095C71372A}"/>
          </ac:grpSpMkLst>
        </pc:grpChg>
        <pc:grpChg chg="del mod">
          <ac:chgData name="Leônidas Müller de Oliveira" userId="5af9566427f0cd7a" providerId="LiveId" clId="{E0CB9F73-0316-4C7A-9939-728BD819529A}" dt="2025-05-27T00:05:02.450" v="879"/>
          <ac:grpSpMkLst>
            <pc:docMk/>
            <pc:sldMk cId="479345343" sldId="310"/>
            <ac:grpSpMk id="192" creationId="{3074B17F-1CE6-6025-5AC5-652E1B996AAD}"/>
          </ac:grpSpMkLst>
        </pc:grpChg>
        <pc:grpChg chg="del mod">
          <ac:chgData name="Leônidas Müller de Oliveira" userId="5af9566427f0cd7a" providerId="LiveId" clId="{E0CB9F73-0316-4C7A-9939-728BD819529A}" dt="2025-05-27T00:05:03.907" v="882"/>
          <ac:grpSpMkLst>
            <pc:docMk/>
            <pc:sldMk cId="479345343" sldId="310"/>
            <ac:grpSpMk id="199" creationId="{946E9D26-9D9E-235A-A7E7-2F9AEACCE54F}"/>
          </ac:grpSpMkLst>
        </pc:grpChg>
        <pc:grpChg chg="del mod">
          <ac:chgData name="Leônidas Müller de Oliveira" userId="5af9566427f0cd7a" providerId="LiveId" clId="{E0CB9F73-0316-4C7A-9939-728BD819529A}" dt="2025-05-27T00:06:46.193" v="910" actId="478"/>
          <ac:grpSpMkLst>
            <pc:docMk/>
            <pc:sldMk cId="479345343" sldId="310"/>
            <ac:grpSpMk id="202" creationId="{11772E25-77D0-D36E-6A7E-B63FDEA18A65}"/>
          </ac:grpSpMkLst>
        </pc:grpChg>
        <pc:grpChg chg="del mod">
          <ac:chgData name="Leônidas Müller de Oliveira" userId="5af9566427f0cd7a" providerId="LiveId" clId="{E0CB9F73-0316-4C7A-9939-728BD819529A}" dt="2025-05-27T00:05:11.456" v="892"/>
          <ac:grpSpMkLst>
            <pc:docMk/>
            <pc:sldMk cId="479345343" sldId="310"/>
            <ac:grpSpMk id="208" creationId="{0412FFA9-93EC-226E-11D9-11C8A1B29A14}"/>
          </ac:grpSpMkLst>
        </pc:grpChg>
        <pc:grpChg chg="del mod">
          <ac:chgData name="Leônidas Müller de Oliveira" userId="5af9566427f0cd7a" providerId="LiveId" clId="{E0CB9F73-0316-4C7A-9939-728BD819529A}" dt="2025-05-27T00:05:12.448" v="894"/>
          <ac:grpSpMkLst>
            <pc:docMk/>
            <pc:sldMk cId="479345343" sldId="310"/>
            <ac:grpSpMk id="212" creationId="{6E384BD2-0E18-0A9C-98A3-34BFD3B4CB03}"/>
          </ac:grpSpMkLst>
        </pc:grpChg>
        <pc:grpChg chg="del mod">
          <ac:chgData name="Leônidas Müller de Oliveira" userId="5af9566427f0cd7a" providerId="LiveId" clId="{E0CB9F73-0316-4C7A-9939-728BD819529A}" dt="2025-05-27T00:06:46.193" v="910" actId="478"/>
          <ac:grpSpMkLst>
            <pc:docMk/>
            <pc:sldMk cId="479345343" sldId="310"/>
            <ac:grpSpMk id="214" creationId="{08024715-EDB3-17DD-C9BA-3C81ADE8657F}"/>
          </ac:grpSpMkLst>
        </pc:grpChg>
        <pc:grpChg chg="del mod">
          <ac:chgData name="Leônidas Müller de Oliveira" userId="5af9566427f0cd7a" providerId="LiveId" clId="{E0CB9F73-0316-4C7A-9939-728BD819529A}" dt="2025-05-27T00:05:37.825" v="908"/>
          <ac:grpSpMkLst>
            <pc:docMk/>
            <pc:sldMk cId="479345343" sldId="310"/>
            <ac:grpSpMk id="224" creationId="{93CB98AA-3157-AFB9-F246-7423D7EC1699}"/>
          </ac:grpSpMkLst>
        </pc:grpChg>
        <pc:grpChg chg="del mod">
          <ac:chgData name="Leônidas Müller de Oliveira" userId="5af9566427f0cd7a" providerId="LiveId" clId="{E0CB9F73-0316-4C7A-9939-728BD819529A}" dt="2025-05-27T00:05:37.825" v="908"/>
          <ac:grpSpMkLst>
            <pc:docMk/>
            <pc:sldMk cId="479345343" sldId="310"/>
            <ac:grpSpMk id="226" creationId="{63CA1F9B-B2DA-DA13-E85B-DD930981B7C1}"/>
          </ac:grpSpMkLst>
        </pc:grpChg>
        <pc:grpChg chg="del mod">
          <ac:chgData name="Leônidas Müller de Oliveira" userId="5af9566427f0cd7a" providerId="LiveId" clId="{E0CB9F73-0316-4C7A-9939-728BD819529A}" dt="2025-05-27T00:06:46.193" v="910" actId="478"/>
          <ac:grpSpMkLst>
            <pc:docMk/>
            <pc:sldMk cId="479345343" sldId="310"/>
            <ac:grpSpMk id="228" creationId="{9BD3E052-34E3-9C40-64F4-42381EB7544E}"/>
          </ac:grpSpMkLst>
        </pc:grpChg>
        <pc:grpChg chg="del mod">
          <ac:chgData name="Leônidas Müller de Oliveira" userId="5af9566427f0cd7a" providerId="LiveId" clId="{E0CB9F73-0316-4C7A-9939-728BD819529A}" dt="2025-05-27T00:08:54.249" v="916"/>
          <ac:grpSpMkLst>
            <pc:docMk/>
            <pc:sldMk cId="479345343" sldId="310"/>
            <ac:grpSpMk id="232" creationId="{F2F3965C-8077-A98F-B8AC-49297E61F559}"/>
          </ac:grpSpMkLst>
        </pc:grpChg>
        <pc:grpChg chg="del mod">
          <ac:chgData name="Leônidas Müller de Oliveira" userId="5af9566427f0cd7a" providerId="LiveId" clId="{E0CB9F73-0316-4C7A-9939-728BD819529A}" dt="2025-05-27T00:09:03.512" v="923"/>
          <ac:grpSpMkLst>
            <pc:docMk/>
            <pc:sldMk cId="479345343" sldId="310"/>
            <ac:grpSpMk id="235" creationId="{CB194A49-F403-C867-ABCF-6B664DDC3161}"/>
          </ac:grpSpMkLst>
        </pc:grpChg>
        <pc:grpChg chg="del mod">
          <ac:chgData name="Leônidas Müller de Oliveira" userId="5af9566427f0cd7a" providerId="LiveId" clId="{E0CB9F73-0316-4C7A-9939-728BD819529A}" dt="2025-05-27T00:09:03.512" v="923"/>
          <ac:grpSpMkLst>
            <pc:docMk/>
            <pc:sldMk cId="479345343" sldId="310"/>
            <ac:grpSpMk id="238" creationId="{69BD491E-1181-F354-6FEF-8AEE972994BD}"/>
          </ac:grpSpMkLst>
        </pc:grpChg>
        <pc:grpChg chg="del mod">
          <ac:chgData name="Leônidas Müller de Oliveira" userId="5af9566427f0cd7a" providerId="LiveId" clId="{E0CB9F73-0316-4C7A-9939-728BD819529A}" dt="2025-05-27T00:09:22.520" v="939"/>
          <ac:grpSpMkLst>
            <pc:docMk/>
            <pc:sldMk cId="479345343" sldId="310"/>
            <ac:grpSpMk id="242" creationId="{754EB815-2E17-0133-CAD4-D309F1C229B0}"/>
          </ac:grpSpMkLst>
        </pc:grpChg>
        <pc:grpChg chg="del mod">
          <ac:chgData name="Leônidas Müller de Oliveira" userId="5af9566427f0cd7a" providerId="LiveId" clId="{E0CB9F73-0316-4C7A-9939-728BD819529A}" dt="2025-05-27T00:09:13.810" v="933"/>
          <ac:grpSpMkLst>
            <pc:docMk/>
            <pc:sldMk cId="479345343" sldId="310"/>
            <ac:grpSpMk id="245" creationId="{DF858CB7-5D93-F20C-25AE-BB92A0E9EDC7}"/>
          </ac:grpSpMkLst>
        </pc:grpChg>
        <pc:grpChg chg="del mod">
          <ac:chgData name="Leônidas Müller de Oliveira" userId="5af9566427f0cd7a" providerId="LiveId" clId="{E0CB9F73-0316-4C7A-9939-728BD819529A}" dt="2025-05-27T00:09:17.739" v="936"/>
          <ac:grpSpMkLst>
            <pc:docMk/>
            <pc:sldMk cId="479345343" sldId="310"/>
            <ac:grpSpMk id="252" creationId="{607587C7-F33C-7692-F902-30913C15D73E}"/>
          </ac:grpSpMkLst>
        </pc:grpChg>
        <pc:grpChg chg="del mod">
          <ac:chgData name="Leônidas Müller de Oliveira" userId="5af9566427f0cd7a" providerId="LiveId" clId="{E0CB9F73-0316-4C7A-9939-728BD819529A}" dt="2025-05-27T00:10:00.250" v="947" actId="478"/>
          <ac:grpSpMkLst>
            <pc:docMk/>
            <pc:sldMk cId="479345343" sldId="310"/>
            <ac:grpSpMk id="255" creationId="{7474F6B5-673F-BD6F-31BF-109C4A743AF4}"/>
          </ac:grpSpMkLst>
        </pc:grpChg>
        <pc:grpChg chg="del mod">
          <ac:chgData name="Leônidas Müller de Oliveira" userId="5af9566427f0cd7a" providerId="LiveId" clId="{E0CB9F73-0316-4C7A-9939-728BD819529A}" dt="2025-05-27T00:09:25.489" v="944"/>
          <ac:grpSpMkLst>
            <pc:docMk/>
            <pc:sldMk cId="479345343" sldId="310"/>
            <ac:grpSpMk id="258" creationId="{9F7E989F-4DEB-79DD-16C8-39D8E5EB1E2F}"/>
          </ac:grpSpMkLst>
        </pc:grpChg>
        <pc:grpChg chg="del mod">
          <ac:chgData name="Leônidas Müller de Oliveira" userId="5af9566427f0cd7a" providerId="LiveId" clId="{E0CB9F73-0316-4C7A-9939-728BD819529A}" dt="2025-05-27T00:09:34.572" v="946"/>
          <ac:grpSpMkLst>
            <pc:docMk/>
            <pc:sldMk cId="479345343" sldId="310"/>
            <ac:grpSpMk id="263" creationId="{9DA0A2A0-3745-9AAA-F719-FBB425CBE0D0}"/>
          </ac:grpSpMkLst>
        </pc:grpChg>
        <pc:grpChg chg="del mod">
          <ac:chgData name="Leônidas Müller de Oliveira" userId="5af9566427f0cd7a" providerId="LiveId" clId="{E0CB9F73-0316-4C7A-9939-728BD819529A}" dt="2025-05-27T00:10:00.250" v="947" actId="478"/>
          <ac:grpSpMkLst>
            <pc:docMk/>
            <pc:sldMk cId="479345343" sldId="310"/>
            <ac:grpSpMk id="265" creationId="{C44190EA-6B46-7ECA-1370-84D0C6E25D16}"/>
          </ac:grpSpMkLst>
        </pc:grp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" creationId="{9BA8BA03-D5D9-FD51-B9A8-6722B33452FC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3" creationId="{78236551-4577-DC74-8001-6554903EC8C7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4" creationId="{595CDAC0-EC30-51A6-6BD8-FA3970F0B217}"/>
          </ac:inkMkLst>
        </pc:inkChg>
        <pc:inkChg chg="add del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5" creationId="{73F72CBA-9B24-764F-6C4E-E93EFA9FC357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6" creationId="{54CF4FD3-0204-1455-909E-BB7974F8E863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8" creationId="{80C54F87-EC89-2752-80B1-A583A5BE044F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9" creationId="{3D6AE36C-E028-ABC0-94E4-1E5879D6E399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0" creationId="{D7B607C3-7E0F-D4AF-3B1E-BAD693D21039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1" creationId="{DA45B507-0182-0D6D-56C8-7CF860A6614A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2" creationId="{CC6FFCD1-8540-CAA0-CAC3-99E0F70BCD17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4" creationId="{1B265B9A-C664-4388-0B61-E5BD1FDAD491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6" creationId="{A09196B1-8FED-C22C-66D8-B6920C1D0346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7" creationId="{71196669-CE1B-B599-795A-68836ACAEE81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8" creationId="{01919CF1-E81A-743B-2CFE-31D1B00BDC8F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9" creationId="{616E3CDB-E2E5-0B3B-F46C-B759BD0942A0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0" creationId="{FE5EB484-82DC-4379-04F2-CFE3AC0E2B02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1" creationId="{12A35715-636F-1289-B10D-F621C86ED37E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2" creationId="{2DDC02DB-DED4-5CD6-30F0-B3AD6152339F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3" creationId="{BCF15A8D-3014-ABBA-DAAE-A8802045E41D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4" creationId="{F57B6096-4398-5E7E-2801-D8F54A428163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5" creationId="{A202D6B3-7809-DF2F-72D4-895F81C82AF0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6" creationId="{86214C9C-B089-52C6-72C3-692EB859B9A4}"/>
          </ac:inkMkLst>
        </pc:inkChg>
        <pc:inkChg chg="add del mod topLvl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7" creationId="{E6DC4781-DF0F-2A1B-2E56-45D4C678B9BB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8" creationId="{D8C80E2F-3F95-CCDB-B4C8-DBA4F2A67994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9" creationId="{C82A602C-8815-3EDE-E93D-666DCFE0016F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30" creationId="{FF39F7AD-C758-2211-0991-D069FB8C1DC1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31" creationId="{00145665-F583-6212-7084-5109AFCBFB32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32" creationId="{F9CFD288-8691-59CA-6B4A-36E7260E07F0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33" creationId="{20DD299B-2820-C2E7-DA72-CAC21CC5FCA9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34" creationId="{C91762A8-2208-BD9A-48BD-69AA278E7F23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35" creationId="{BD5AFC83-CE34-CAC4-98B3-C144D18500F7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36" creationId="{A197F665-2D09-BC38-22E0-615E372496B4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37" creationId="{5A9C18AE-09FA-5B6B-0785-3D9F73CA74D5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38" creationId="{94C46AC1-2A2B-12E9-982D-4909017D5FDD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39" creationId="{0B88711C-BA50-46D7-06B1-69DADD9FC315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40" creationId="{6CB16182-E519-A155-0980-7916E1CB4EBE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41" creationId="{680E0F4F-9EBB-F4CD-CF37-CC01760E55C6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42" creationId="{46E4AEFD-0379-DFD0-7DE6-C02480361A62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43" creationId="{D56BF711-36B0-C48A-34E2-2D69BBE8AFF4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44" creationId="{919F096E-5B03-BD2F-95CB-4C1CF32D8C9B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45" creationId="{3F87DBB9-4679-C6D6-D8C3-216AD5821F50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46" creationId="{D723B22C-5E15-CBA3-F0E3-C30B6D695392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48" creationId="{AE31FD29-AB77-3E0F-90CC-0446E0CBC8F4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50" creationId="{C462E962-3853-AB00-3A23-4D3F673CF67D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51" creationId="{3390FDF0-4DC3-F4ED-3A60-1FABD8164CA2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52" creationId="{5A6924B8-E021-8EEC-EAA4-56821B84909D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53" creationId="{9F728D6E-CBA0-06A9-AB14-F1C79605BDF5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54" creationId="{1973AA25-3D16-4697-0313-CED7622F6EE5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55" creationId="{90798765-8F07-9569-C446-EAB7547EA470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57" creationId="{C2438741-914A-FB37-E3F5-3B84E025A660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58" creationId="{97078E9D-510B-B2ED-6994-8CE112690F71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59" creationId="{04A4ED88-8D07-131F-926B-AA3AA4EB4E3B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60" creationId="{4C643D32-3B6A-145F-C9C8-6F14CC09F816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61" creationId="{F0693B47-3A74-39DE-6DD9-6BE4DB158C7F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62" creationId="{5D607638-5B5C-959E-5AE0-FB6F8CCAC137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63" creationId="{573F92BC-EDEB-8A67-27E7-35E2C746CF19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28" creationId="{9309610C-28AD-2FA7-459E-F6C1259172AB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29" creationId="{56C047CE-CE04-2CF3-0648-167A5F1B54BF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30" creationId="{5CE01AC9-EE2B-16F2-6470-5E1029EDF040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31" creationId="{440B9110-9714-ED98-1EDC-658891E2B35F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32" creationId="{053F111D-1FEA-C5DC-2933-273F363A8739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33" creationId="{57A55F59-B482-F8BD-8691-686668F7D2B6}"/>
          </ac:inkMkLst>
        </pc:inkChg>
        <pc:inkChg chg="add del mod topLvl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35" creationId="{3AE06553-40E5-85B1-F2F8-222FE955BE85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36" creationId="{D1AFD42C-A0D6-DCC9-2360-A94CB07DA714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38" creationId="{12E931A4-ACCF-5337-CD96-FF995F010753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39" creationId="{FFBF283A-623D-B0F9-C0AB-43BCB784BD62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42" creationId="{03FA3A92-44BD-BA27-4CBB-9786EF047E5C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45" creationId="{EBDE50C0-F34F-3CB8-B49B-EEEA759C98ED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47" creationId="{F109A90B-A854-D23D-5AE6-D7524B35B0C9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49" creationId="{197797FB-D7AE-E784-55DC-84F69147E53E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51" creationId="{2957D525-29E1-418B-7367-7FCD2AC1E22E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53" creationId="{8562713D-E34C-9B76-2564-DCE611E276C2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54" creationId="{690E8399-E1C0-0D79-913E-1E24D8686508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55" creationId="{9F22F026-DD0F-D496-0F5F-4DC93F25548F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56" creationId="{BE6BB1B9-FECB-90E8-F7D2-21D26D8240A2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58" creationId="{17953752-007E-7999-BEA7-FD314FB4284A}"/>
          </ac:inkMkLst>
        </pc:inkChg>
        <pc:inkChg chg="add del mod topLvl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59" creationId="{F7071989-7774-ECBA-E0F3-12F17598D774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60" creationId="{6A2B61A3-DB4F-7B7E-8134-C71584E9548D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61" creationId="{51950AB4-E556-5C8E-B27D-524C49078E22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62" creationId="{F4AD6D20-5E7D-1095-93F8-DA4A7E3A291E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63" creationId="{C926FC62-CDDA-15F4-30F5-ACA8E67ADE86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64" creationId="{637599B3-9196-0A11-5AA5-8DC08D49D030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65" creationId="{0E9E7E71-0A18-08C6-E880-B533F06C42C5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66" creationId="{AEB6859D-EFF9-D3EB-EB2C-02460168A758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67" creationId="{7BDC0D63-6158-E279-82FA-B5DA1FD39B43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68" creationId="{8656BDF2-5B2B-5E5C-20D9-058F7695DE1C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69" creationId="{6F279359-D8F1-4C8C-EB23-38DE74030140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70" creationId="{38C300B2-C215-73AE-66AE-EEA5D8A42D8E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72" creationId="{72983E9A-6BA8-1685-9CD7-9EE8FAA631CA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73" creationId="{9C7FCD9D-A922-85B1-AE65-E9816C9D28FC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74" creationId="{C268D769-AE22-509E-6016-7E22381AE545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75" creationId="{4975943E-81CC-88BB-2398-1A94E6FCD619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76" creationId="{5A033109-62C5-7803-C68B-CA80705BC7C5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78" creationId="{AD2731F7-4C99-C4A3-65E8-63FACE018AC9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79" creationId="{3C5F9514-9AA8-BD2B-2B87-98B06251C4E4}"/>
          </ac:inkMkLst>
        </pc:inkChg>
        <pc:inkChg chg="add del mod">
          <ac:chgData name="Leônidas Müller de Oliveira" userId="5af9566427f0cd7a" providerId="LiveId" clId="{E0CB9F73-0316-4C7A-9939-728BD819529A}" dt="2025-05-27T00:04:56.233" v="872" actId="478"/>
          <ac:inkMkLst>
            <pc:docMk/>
            <pc:sldMk cId="479345343" sldId="310"/>
            <ac:inkMk id="180" creationId="{A492C5D7-93FB-AC41-19CC-BB447D2D0223}"/>
          </ac:inkMkLst>
        </pc:inkChg>
        <pc:inkChg chg="add del mod">
          <ac:chgData name="Leônidas Müller de Oliveira" userId="5af9566427f0cd7a" providerId="LiveId" clId="{E0CB9F73-0316-4C7A-9939-728BD819529A}" dt="2025-05-27T00:04:56.233" v="872" actId="478"/>
          <ac:inkMkLst>
            <pc:docMk/>
            <pc:sldMk cId="479345343" sldId="310"/>
            <ac:inkMk id="181" creationId="{A3C933AE-A0F1-253E-0782-77E65D37972C}"/>
          </ac:inkMkLst>
        </pc:inkChg>
        <pc:inkChg chg="add del mod">
          <ac:chgData name="Leônidas Müller de Oliveira" userId="5af9566427f0cd7a" providerId="LiveId" clId="{E0CB9F73-0316-4C7A-9939-728BD819529A}" dt="2025-05-27T00:04:56.233" v="872" actId="478"/>
          <ac:inkMkLst>
            <pc:docMk/>
            <pc:sldMk cId="479345343" sldId="310"/>
            <ac:inkMk id="182" creationId="{FAC09BF8-A967-BC10-A9BC-FAC53A03B800}"/>
          </ac:inkMkLst>
        </pc:inkChg>
        <pc:inkChg chg="add del mod">
          <ac:chgData name="Leônidas Müller de Oliveira" userId="5af9566427f0cd7a" providerId="LiveId" clId="{E0CB9F73-0316-4C7A-9939-728BD819529A}" dt="2025-05-27T00:04:56.233" v="872" actId="478"/>
          <ac:inkMkLst>
            <pc:docMk/>
            <pc:sldMk cId="479345343" sldId="310"/>
            <ac:inkMk id="183" creationId="{EF655BD9-CA17-B06E-067A-AF1FD106B70F}"/>
          </ac:inkMkLst>
        </pc:inkChg>
        <pc:inkChg chg="add del mod">
          <ac:chgData name="Leônidas Müller de Oliveira" userId="5af9566427f0cd7a" providerId="LiveId" clId="{E0CB9F73-0316-4C7A-9939-728BD819529A}" dt="2025-05-27T00:04:56.233" v="872" actId="478"/>
          <ac:inkMkLst>
            <pc:docMk/>
            <pc:sldMk cId="479345343" sldId="310"/>
            <ac:inkMk id="185" creationId="{FBAC75F3-7B80-0622-9D2E-733A055D90B8}"/>
          </ac:inkMkLst>
        </pc:inkChg>
        <pc:inkChg chg="add del mod">
          <ac:chgData name="Leônidas Müller de Oliveira" userId="5af9566427f0cd7a" providerId="LiveId" clId="{E0CB9F73-0316-4C7A-9939-728BD819529A}" dt="2025-05-27T00:04:56.233" v="872" actId="478"/>
          <ac:inkMkLst>
            <pc:docMk/>
            <pc:sldMk cId="479345343" sldId="310"/>
            <ac:inkMk id="186" creationId="{C654B0F4-3B10-643B-BAC0-D86B2B93CA91}"/>
          </ac:inkMkLst>
        </pc:inkChg>
        <pc:inkChg chg="add del mod">
          <ac:chgData name="Leônidas Müller de Oliveira" userId="5af9566427f0cd7a" providerId="LiveId" clId="{E0CB9F73-0316-4C7A-9939-728BD819529A}" dt="2025-05-27T00:04:56.233" v="872" actId="478"/>
          <ac:inkMkLst>
            <pc:docMk/>
            <pc:sldMk cId="479345343" sldId="310"/>
            <ac:inkMk id="187" creationId="{51F59469-1DF4-68B8-AC94-F8EA84CB9E12}"/>
          </ac:inkMkLst>
        </pc:inkChg>
        <pc:inkChg chg="add del mod">
          <ac:chgData name="Leônidas Müller de Oliveira" userId="5af9566427f0cd7a" providerId="LiveId" clId="{E0CB9F73-0316-4C7A-9939-728BD819529A}" dt="2025-05-27T00:04:56.233" v="872" actId="478"/>
          <ac:inkMkLst>
            <pc:docMk/>
            <pc:sldMk cId="479345343" sldId="310"/>
            <ac:inkMk id="189" creationId="{5F673A00-3FD2-B03D-28B1-7F2E80D60382}"/>
          </ac:inkMkLst>
        </pc:inkChg>
        <pc:inkChg chg="add del mod">
          <ac:chgData name="Leônidas Müller de Oliveira" userId="5af9566427f0cd7a" providerId="LiveId" clId="{E0CB9F73-0316-4C7A-9939-728BD819529A}" dt="2025-05-27T00:04:56.233" v="872" actId="478"/>
          <ac:inkMkLst>
            <pc:docMk/>
            <pc:sldMk cId="479345343" sldId="310"/>
            <ac:inkMk id="190" creationId="{BF1101F8-10B9-B6EE-90A1-48FED8948D30}"/>
          </ac:inkMkLst>
        </pc:inkChg>
        <pc:inkChg chg="add del mod">
          <ac:chgData name="Leônidas Müller de Oliveira" userId="5af9566427f0cd7a" providerId="LiveId" clId="{E0CB9F73-0316-4C7A-9939-728BD819529A}" dt="2025-05-27T00:04:56.233" v="872" actId="478"/>
          <ac:inkMkLst>
            <pc:docMk/>
            <pc:sldMk cId="479345343" sldId="310"/>
            <ac:inkMk id="191" creationId="{6E17F36B-0354-0C3E-299F-0CF9B54F0B91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93" creationId="{89BBAFB1-09A2-FCC6-5A8C-99D1029230E0}"/>
          </ac:inkMkLst>
        </pc:inkChg>
        <pc:inkChg chg="add del mod topLvl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94" creationId="{6B530902-E6C2-4E73-0A46-95254E8F7622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95" creationId="{44C6AD3F-A2B4-30BC-329E-351328D34A94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96" creationId="{247486D5-41B7-D634-5CB2-320B589E5BB2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97" creationId="{FFBFAA27-89BC-422B-4468-6A50EB34F5F5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198" creationId="{39DC1141-9F8B-598C-ABCF-E68834F8FEFA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00" creationId="{1DD7FCAA-4EB6-C8F0-3C90-B634E83B2A33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01" creationId="{79F5C138-F125-C53A-BE12-EFEADF5A1673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03" creationId="{6A6CD606-4ECA-E1C9-0A43-E966A2CE59E9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04" creationId="{63CFC2D6-B7AC-7FF4-6CBA-F374E616EAE8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05" creationId="{D424171C-6130-E57D-C764-4AC96E3EDA3F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06" creationId="{B63257A2-31A2-B4C3-0FA0-8187F05A073C}"/>
          </ac:inkMkLst>
        </pc:inkChg>
        <pc:inkChg chg="add del mod topLvl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07" creationId="{820D384D-6B0B-73A0-C34E-9CFE4FCC0D30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09" creationId="{7C7FABC5-B05E-76A3-A9CA-15AE29B5AA97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10" creationId="{96BB4CCB-B22F-5D77-5B6E-260D40EBF84E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11" creationId="{01F8A576-0932-0D18-FDE8-729EA07A382D}"/>
          </ac:inkMkLst>
        </pc:inkChg>
        <pc:inkChg chg="add del mod topLvl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13" creationId="{BF793DA8-3F75-95E2-4213-18EA6E9851A9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15" creationId="{FC76B6B9-3844-61A0-AACA-B3DAD1EF4193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16" creationId="{3F0B82EC-A8EC-1698-4329-D6372C2E813C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17" creationId="{107BDAD4-83B4-3178-EF65-D532D3AA5758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18" creationId="{BE181EF0-96BB-0118-1F7B-B256E9E2F6A3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19" creationId="{4D034E50-A703-3B17-C60C-3D85C461F6EF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20" creationId="{C48EF58E-5725-804B-F7FE-FDBA2239C9BA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21" creationId="{15F736C2-5745-704A-EA7A-C9A12FF37F87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22" creationId="{85A8D2C5-B8AA-0737-C1EB-451BAE8842EC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23" creationId="{C14BD278-E8E3-3E78-C681-54696A297BAE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25" creationId="{40033FC4-0C20-C00B-2665-9B66F3758E17}"/>
          </ac:inkMkLst>
        </pc:inkChg>
        <pc:inkChg chg="add del mod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27" creationId="{FD095FED-E943-AD25-2388-028EDDA0A2A7}"/>
          </ac:inkMkLst>
        </pc:inkChg>
        <pc:inkChg chg="add del">
          <ac:chgData name="Leônidas Müller de Oliveira" userId="5af9566427f0cd7a" providerId="LiveId" clId="{E0CB9F73-0316-4C7A-9939-728BD819529A}" dt="2025-05-27T00:06:46.193" v="910" actId="478"/>
          <ac:inkMkLst>
            <pc:docMk/>
            <pc:sldMk cId="479345343" sldId="310"/>
            <ac:inkMk id="229" creationId="{4749B085-8AA1-1936-C6E0-81CA07E05856}"/>
          </ac:inkMkLst>
        </pc:inkChg>
        <pc:inkChg chg="add del mod">
          <ac:chgData name="Leônidas Müller de Oliveira" userId="5af9566427f0cd7a" providerId="LiveId" clId="{E0CB9F73-0316-4C7A-9939-728BD819529A}" dt="2025-05-27T00:10:00.250" v="947" actId="478"/>
          <ac:inkMkLst>
            <pc:docMk/>
            <pc:sldMk cId="479345343" sldId="310"/>
            <ac:inkMk id="230" creationId="{9E4FF650-8A56-4DF0-63FB-F2CE4523CC07}"/>
          </ac:inkMkLst>
        </pc:inkChg>
        <pc:inkChg chg="add del mod">
          <ac:chgData name="Leônidas Müller de Oliveira" userId="5af9566427f0cd7a" providerId="LiveId" clId="{E0CB9F73-0316-4C7A-9939-728BD819529A}" dt="2025-05-27T00:10:00.250" v="947" actId="478"/>
          <ac:inkMkLst>
            <pc:docMk/>
            <pc:sldMk cId="479345343" sldId="310"/>
            <ac:inkMk id="231" creationId="{3100B171-43B3-5503-4BC5-EFD2E83F54E5}"/>
          </ac:inkMkLst>
        </pc:inkChg>
        <pc:inkChg chg="add del mod topLvl">
          <ac:chgData name="Leônidas Müller de Oliveira" userId="5af9566427f0cd7a" providerId="LiveId" clId="{E0CB9F73-0316-4C7A-9939-728BD819529A}" dt="2025-05-27T00:10:00.250" v="947" actId="478"/>
          <ac:inkMkLst>
            <pc:docMk/>
            <pc:sldMk cId="479345343" sldId="310"/>
            <ac:inkMk id="233" creationId="{CB5C433C-CA48-06E0-0D3F-44C431AD7CB8}"/>
          </ac:inkMkLst>
        </pc:inkChg>
        <pc:inkChg chg="add del mod">
          <ac:chgData name="Leônidas Müller de Oliveira" userId="5af9566427f0cd7a" providerId="LiveId" clId="{E0CB9F73-0316-4C7A-9939-728BD819529A}" dt="2025-05-27T00:10:00.250" v="947" actId="478"/>
          <ac:inkMkLst>
            <pc:docMk/>
            <pc:sldMk cId="479345343" sldId="310"/>
            <ac:inkMk id="234" creationId="{AC2DE475-E328-6E27-4760-484BF371A46C}"/>
          </ac:inkMkLst>
        </pc:inkChg>
        <pc:inkChg chg="add del mod">
          <ac:chgData name="Leônidas Müller de Oliveira" userId="5af9566427f0cd7a" providerId="LiveId" clId="{E0CB9F73-0316-4C7A-9939-728BD819529A}" dt="2025-05-27T00:10:00.250" v="947" actId="478"/>
          <ac:inkMkLst>
            <pc:docMk/>
            <pc:sldMk cId="479345343" sldId="310"/>
            <ac:inkMk id="236" creationId="{388637B0-1676-E213-8998-277F518496C2}"/>
          </ac:inkMkLst>
        </pc:inkChg>
        <pc:inkChg chg="add del mod">
          <ac:chgData name="Leônidas Müller de Oliveira" userId="5af9566427f0cd7a" providerId="LiveId" clId="{E0CB9F73-0316-4C7A-9939-728BD819529A}" dt="2025-05-27T00:10:00.250" v="947" actId="478"/>
          <ac:inkMkLst>
            <pc:docMk/>
            <pc:sldMk cId="479345343" sldId="310"/>
            <ac:inkMk id="237" creationId="{9D51A37A-29F0-8639-BB68-7AEB9172BA18}"/>
          </ac:inkMkLst>
        </pc:inkChg>
        <pc:inkChg chg="add del mod">
          <ac:chgData name="Leônidas Müller de Oliveira" userId="5af9566427f0cd7a" providerId="LiveId" clId="{E0CB9F73-0316-4C7A-9939-728BD819529A}" dt="2025-05-27T00:10:00.250" v="947" actId="478"/>
          <ac:inkMkLst>
            <pc:docMk/>
            <pc:sldMk cId="479345343" sldId="310"/>
            <ac:inkMk id="239" creationId="{772C1E15-6CA7-4421-3879-729F61B51E1E}"/>
          </ac:inkMkLst>
        </pc:inkChg>
        <pc:inkChg chg="add del mod">
          <ac:chgData name="Leônidas Müller de Oliveira" userId="5af9566427f0cd7a" providerId="LiveId" clId="{E0CB9F73-0316-4C7A-9939-728BD819529A}" dt="2025-05-27T00:10:00.250" v="947" actId="478"/>
          <ac:inkMkLst>
            <pc:docMk/>
            <pc:sldMk cId="479345343" sldId="310"/>
            <ac:inkMk id="240" creationId="{25885007-2F24-9A42-3FAF-910AD6ECCA73}"/>
          </ac:inkMkLst>
        </pc:inkChg>
        <pc:inkChg chg="add del mod">
          <ac:chgData name="Leônidas Müller de Oliveira" userId="5af9566427f0cd7a" providerId="LiveId" clId="{E0CB9F73-0316-4C7A-9939-728BD819529A}" dt="2025-05-27T00:10:00.250" v="947" actId="478"/>
          <ac:inkMkLst>
            <pc:docMk/>
            <pc:sldMk cId="479345343" sldId="310"/>
            <ac:inkMk id="241" creationId="{D7A73EBB-572A-B550-1E59-2109A22C2D4E}"/>
          </ac:inkMkLst>
        </pc:inkChg>
        <pc:inkChg chg="add del mod">
          <ac:chgData name="Leônidas Müller de Oliveira" userId="5af9566427f0cd7a" providerId="LiveId" clId="{E0CB9F73-0316-4C7A-9939-728BD819529A}" dt="2025-05-27T00:10:00.250" v="947" actId="478"/>
          <ac:inkMkLst>
            <pc:docMk/>
            <pc:sldMk cId="479345343" sldId="310"/>
            <ac:inkMk id="243" creationId="{8B5F771A-BA80-94AE-9C40-2F162401D262}"/>
          </ac:inkMkLst>
        </pc:inkChg>
        <pc:inkChg chg="add del mod">
          <ac:chgData name="Leônidas Müller de Oliveira" userId="5af9566427f0cd7a" providerId="LiveId" clId="{E0CB9F73-0316-4C7A-9939-728BD819529A}" dt="2025-05-27T00:10:00.250" v="947" actId="478"/>
          <ac:inkMkLst>
            <pc:docMk/>
            <pc:sldMk cId="479345343" sldId="310"/>
            <ac:inkMk id="244" creationId="{5DD9ABC7-E9CE-F4B2-C858-08CE5AA6EDBC}"/>
          </ac:inkMkLst>
        </pc:inkChg>
        <pc:inkChg chg="add del mod">
          <ac:chgData name="Leônidas Müller de Oliveira" userId="5af9566427f0cd7a" providerId="LiveId" clId="{E0CB9F73-0316-4C7A-9939-728BD819529A}" dt="2025-05-27T00:10:00.250" v="947" actId="478"/>
          <ac:inkMkLst>
            <pc:docMk/>
            <pc:sldMk cId="479345343" sldId="310"/>
            <ac:inkMk id="246" creationId="{919D0643-6CFD-677C-FD98-747C7C593EB4}"/>
          </ac:inkMkLst>
        </pc:inkChg>
        <pc:inkChg chg="add del mod topLvl">
          <ac:chgData name="Leônidas Müller de Oliveira" userId="5af9566427f0cd7a" providerId="LiveId" clId="{E0CB9F73-0316-4C7A-9939-728BD819529A}" dt="2025-05-27T00:10:00.250" v="947" actId="478"/>
          <ac:inkMkLst>
            <pc:docMk/>
            <pc:sldMk cId="479345343" sldId="310"/>
            <ac:inkMk id="247" creationId="{C59CF070-2AA8-4248-9CCF-2A229716AE99}"/>
          </ac:inkMkLst>
        </pc:inkChg>
        <pc:inkChg chg="add del mod">
          <ac:chgData name="Leônidas Müller de Oliveira" userId="5af9566427f0cd7a" providerId="LiveId" clId="{E0CB9F73-0316-4C7A-9939-728BD819529A}" dt="2025-05-27T00:10:00.250" v="947" actId="478"/>
          <ac:inkMkLst>
            <pc:docMk/>
            <pc:sldMk cId="479345343" sldId="310"/>
            <ac:inkMk id="248" creationId="{31E95379-385E-FD10-0141-A20881C11CDA}"/>
          </ac:inkMkLst>
        </pc:inkChg>
        <pc:inkChg chg="add del mod">
          <ac:chgData name="Leônidas Müller de Oliveira" userId="5af9566427f0cd7a" providerId="LiveId" clId="{E0CB9F73-0316-4C7A-9939-728BD819529A}" dt="2025-05-27T00:10:00.250" v="947" actId="478"/>
          <ac:inkMkLst>
            <pc:docMk/>
            <pc:sldMk cId="479345343" sldId="310"/>
            <ac:inkMk id="249" creationId="{B5A99989-8F67-51BC-3DB1-54F08EAD507F}"/>
          </ac:inkMkLst>
        </pc:inkChg>
        <pc:inkChg chg="add del mod topLvl">
          <ac:chgData name="Leônidas Müller de Oliveira" userId="5af9566427f0cd7a" providerId="LiveId" clId="{E0CB9F73-0316-4C7A-9939-728BD819529A}" dt="2025-05-27T00:10:00.250" v="947" actId="478"/>
          <ac:inkMkLst>
            <pc:docMk/>
            <pc:sldMk cId="479345343" sldId="310"/>
            <ac:inkMk id="250" creationId="{7E136194-4920-375B-B9EC-0AA3161B0AC9}"/>
          </ac:inkMkLst>
        </pc:inkChg>
        <pc:inkChg chg="add del mod">
          <ac:chgData name="Leônidas Müller de Oliveira" userId="5af9566427f0cd7a" providerId="LiveId" clId="{E0CB9F73-0316-4C7A-9939-728BD819529A}" dt="2025-05-27T00:10:00.250" v="947" actId="478"/>
          <ac:inkMkLst>
            <pc:docMk/>
            <pc:sldMk cId="479345343" sldId="310"/>
            <ac:inkMk id="251" creationId="{59F05B11-5C6C-F83B-5931-B88E9F6BDBC2}"/>
          </ac:inkMkLst>
        </pc:inkChg>
        <pc:inkChg chg="add del mod">
          <ac:chgData name="Leônidas Müller de Oliveira" userId="5af9566427f0cd7a" providerId="LiveId" clId="{E0CB9F73-0316-4C7A-9939-728BD819529A}" dt="2025-05-27T00:10:00.250" v="947" actId="478"/>
          <ac:inkMkLst>
            <pc:docMk/>
            <pc:sldMk cId="479345343" sldId="310"/>
            <ac:inkMk id="253" creationId="{CAB307FA-89B5-A6E9-B285-FC325558C2E4}"/>
          </ac:inkMkLst>
        </pc:inkChg>
        <pc:inkChg chg="add del mod">
          <ac:chgData name="Leônidas Müller de Oliveira" userId="5af9566427f0cd7a" providerId="LiveId" clId="{E0CB9F73-0316-4C7A-9939-728BD819529A}" dt="2025-05-27T00:10:00.250" v="947" actId="478"/>
          <ac:inkMkLst>
            <pc:docMk/>
            <pc:sldMk cId="479345343" sldId="310"/>
            <ac:inkMk id="254" creationId="{64BA1174-A869-FC1D-E809-B1F498FD943C}"/>
          </ac:inkMkLst>
        </pc:inkChg>
        <pc:inkChg chg="add del mod">
          <ac:chgData name="Leônidas Müller de Oliveira" userId="5af9566427f0cd7a" providerId="LiveId" clId="{E0CB9F73-0316-4C7A-9939-728BD819529A}" dt="2025-05-27T00:10:00.250" v="947" actId="478"/>
          <ac:inkMkLst>
            <pc:docMk/>
            <pc:sldMk cId="479345343" sldId="310"/>
            <ac:inkMk id="256" creationId="{653A9F10-FFC7-94AA-A3B3-946FAD7E1404}"/>
          </ac:inkMkLst>
        </pc:inkChg>
        <pc:inkChg chg="add del mod">
          <ac:chgData name="Leônidas Müller de Oliveira" userId="5af9566427f0cd7a" providerId="LiveId" clId="{E0CB9F73-0316-4C7A-9939-728BD819529A}" dt="2025-05-27T00:10:00.250" v="947" actId="478"/>
          <ac:inkMkLst>
            <pc:docMk/>
            <pc:sldMk cId="479345343" sldId="310"/>
            <ac:inkMk id="257" creationId="{245259B5-774D-3238-A81C-42CDBD9DC24C}"/>
          </ac:inkMkLst>
        </pc:inkChg>
        <pc:inkChg chg="add del mod">
          <ac:chgData name="Leônidas Müller de Oliveira" userId="5af9566427f0cd7a" providerId="LiveId" clId="{E0CB9F73-0316-4C7A-9939-728BD819529A}" dt="2025-05-27T00:10:00.250" v="947" actId="478"/>
          <ac:inkMkLst>
            <pc:docMk/>
            <pc:sldMk cId="479345343" sldId="310"/>
            <ac:inkMk id="259" creationId="{2D901CBA-CF78-35EF-3BBB-061DFF780886}"/>
          </ac:inkMkLst>
        </pc:inkChg>
        <pc:inkChg chg="add del mod">
          <ac:chgData name="Leônidas Müller de Oliveira" userId="5af9566427f0cd7a" providerId="LiveId" clId="{E0CB9F73-0316-4C7A-9939-728BD819529A}" dt="2025-05-27T00:10:00.250" v="947" actId="478"/>
          <ac:inkMkLst>
            <pc:docMk/>
            <pc:sldMk cId="479345343" sldId="310"/>
            <ac:inkMk id="260" creationId="{0BFDD01D-B725-D097-F96D-79F9F8F547F3}"/>
          </ac:inkMkLst>
        </pc:inkChg>
        <pc:inkChg chg="add del mod topLvl">
          <ac:chgData name="Leônidas Müller de Oliveira" userId="5af9566427f0cd7a" providerId="LiveId" clId="{E0CB9F73-0316-4C7A-9939-728BD819529A}" dt="2025-05-27T00:10:00.250" v="947" actId="478"/>
          <ac:inkMkLst>
            <pc:docMk/>
            <pc:sldMk cId="479345343" sldId="310"/>
            <ac:inkMk id="261" creationId="{DF4183F4-C706-362D-9651-C836C4874471}"/>
          </ac:inkMkLst>
        </pc:inkChg>
        <pc:inkChg chg="add del mod">
          <ac:chgData name="Leônidas Müller de Oliveira" userId="5af9566427f0cd7a" providerId="LiveId" clId="{E0CB9F73-0316-4C7A-9939-728BD819529A}" dt="2025-05-27T00:10:00.250" v="947" actId="478"/>
          <ac:inkMkLst>
            <pc:docMk/>
            <pc:sldMk cId="479345343" sldId="310"/>
            <ac:inkMk id="262" creationId="{8763F6A5-9764-A8A8-DC0D-856504CBD6F3}"/>
          </ac:inkMkLst>
        </pc:inkChg>
        <pc:inkChg chg="add del mod">
          <ac:chgData name="Leônidas Müller de Oliveira" userId="5af9566427f0cd7a" providerId="LiveId" clId="{E0CB9F73-0316-4C7A-9939-728BD819529A}" dt="2025-05-27T00:10:00.250" v="947" actId="478"/>
          <ac:inkMkLst>
            <pc:docMk/>
            <pc:sldMk cId="479345343" sldId="310"/>
            <ac:inkMk id="264" creationId="{062EDB11-C24B-375F-C245-735FD600C1CE}"/>
          </ac:inkMkLst>
        </pc:inkChg>
      </pc:sldChg>
      <pc:sldChg chg="addSp modSp add mod">
        <pc:chgData name="Leônidas Müller de Oliveira" userId="5af9566427f0cd7a" providerId="LiveId" clId="{E0CB9F73-0316-4C7A-9939-728BD819529A}" dt="2025-05-24T22:46:10.156" v="239" actId="20577"/>
        <pc:sldMkLst>
          <pc:docMk/>
          <pc:sldMk cId="649029431" sldId="311"/>
        </pc:sldMkLst>
        <pc:spChg chg="mod">
          <ac:chgData name="Leônidas Müller de Oliveira" userId="5af9566427f0cd7a" providerId="LiveId" clId="{E0CB9F73-0316-4C7A-9939-728BD819529A}" dt="2025-05-24T22:40:47.677" v="187"/>
          <ac:spMkLst>
            <pc:docMk/>
            <pc:sldMk cId="649029431" sldId="311"/>
            <ac:spMk id="7" creationId="{FD65234F-CE76-4586-9D67-44EDBAE0C0F0}"/>
          </ac:spMkLst>
        </pc:spChg>
        <pc:spChg chg="mod">
          <ac:chgData name="Leônidas Müller de Oliveira" userId="5af9566427f0cd7a" providerId="LiveId" clId="{E0CB9F73-0316-4C7A-9939-728BD819529A}" dt="2025-05-24T22:46:10.156" v="239" actId="20577"/>
          <ac:spMkLst>
            <pc:docMk/>
            <pc:sldMk cId="649029431" sldId="311"/>
            <ac:spMk id="143" creationId="{00000000-0000-0000-0000-000000000000}"/>
          </ac:spMkLst>
        </pc:spChg>
        <pc:picChg chg="add mod">
          <ac:chgData name="Leônidas Müller de Oliveira" userId="5af9566427f0cd7a" providerId="LiveId" clId="{E0CB9F73-0316-4C7A-9939-728BD819529A}" dt="2025-05-24T22:43:02.760" v="203" actId="1076"/>
          <ac:picMkLst>
            <pc:docMk/>
            <pc:sldMk cId="649029431" sldId="311"/>
            <ac:picMk id="3" creationId="{04A4459B-5559-2A61-B0F8-9358DA54CA09}"/>
          </ac:picMkLst>
        </pc:picChg>
      </pc:sldChg>
      <pc:sldChg chg="delSp modSp add mod">
        <pc:chgData name="Leônidas Müller de Oliveira" userId="5af9566427f0cd7a" providerId="LiveId" clId="{E0CB9F73-0316-4C7A-9939-728BD819529A}" dt="2025-05-24T22:48:49.635" v="271" actId="122"/>
        <pc:sldMkLst>
          <pc:docMk/>
          <pc:sldMk cId="827965788" sldId="312"/>
        </pc:sldMkLst>
        <pc:spChg chg="mod">
          <ac:chgData name="Leônidas Müller de Oliveira" userId="5af9566427f0cd7a" providerId="LiveId" clId="{E0CB9F73-0316-4C7A-9939-728BD819529A}" dt="2025-05-24T22:48:49.635" v="271" actId="122"/>
          <ac:spMkLst>
            <pc:docMk/>
            <pc:sldMk cId="827965788" sldId="312"/>
            <ac:spMk id="143" creationId="{00000000-0000-0000-0000-000000000000}"/>
          </ac:spMkLst>
        </pc:spChg>
        <pc:picChg chg="del">
          <ac:chgData name="Leônidas Müller de Oliveira" userId="5af9566427f0cd7a" providerId="LiveId" clId="{E0CB9F73-0316-4C7A-9939-728BD819529A}" dt="2025-05-24T22:44:21.326" v="206" actId="478"/>
          <ac:picMkLst>
            <pc:docMk/>
            <pc:sldMk cId="827965788" sldId="312"/>
            <ac:picMk id="3" creationId="{04A4459B-5559-2A61-B0F8-9358DA54CA09}"/>
          </ac:picMkLst>
        </pc:picChg>
      </pc:sldChg>
      <pc:sldChg chg="addSp delSp modSp add mod">
        <pc:chgData name="Leônidas Müller de Oliveira" userId="5af9566427f0cd7a" providerId="LiveId" clId="{E0CB9F73-0316-4C7A-9939-728BD819529A}" dt="2025-05-25T18:09:09.479" v="605" actId="20577"/>
        <pc:sldMkLst>
          <pc:docMk/>
          <pc:sldMk cId="1537670932" sldId="313"/>
        </pc:sldMkLst>
        <pc:spChg chg="add del mod">
          <ac:chgData name="Leônidas Müller de Oliveira" userId="5af9566427f0cd7a" providerId="LiveId" clId="{E0CB9F73-0316-4C7A-9939-728BD819529A}" dt="2025-05-25T17:19:34.043" v="294"/>
          <ac:spMkLst>
            <pc:docMk/>
            <pc:sldMk cId="1537670932" sldId="313"/>
            <ac:spMk id="3" creationId="{B316A783-10B6-52FA-B999-70B59ABC5CF0}"/>
          </ac:spMkLst>
        </pc:spChg>
        <pc:spChg chg="mod">
          <ac:chgData name="Leônidas Müller de Oliveira" userId="5af9566427f0cd7a" providerId="LiveId" clId="{E0CB9F73-0316-4C7A-9939-728BD819529A}" dt="2025-05-25T18:09:09.479" v="605" actId="20577"/>
          <ac:spMkLst>
            <pc:docMk/>
            <pc:sldMk cId="1537670932" sldId="313"/>
            <ac:spMk id="7" creationId="{FD65234F-CE76-4586-9D67-44EDBAE0C0F0}"/>
          </ac:spMkLst>
        </pc:spChg>
        <pc:spChg chg="mod">
          <ac:chgData name="Leônidas Müller de Oliveira" userId="5af9566427f0cd7a" providerId="LiveId" clId="{E0CB9F73-0316-4C7A-9939-728BD819529A}" dt="2025-05-25T17:32:15.094" v="367" actId="20577"/>
          <ac:spMkLst>
            <pc:docMk/>
            <pc:sldMk cId="1537670932" sldId="313"/>
            <ac:spMk id="143" creationId="{00000000-0000-0000-0000-000000000000}"/>
          </ac:spMkLst>
        </pc:spChg>
        <pc:graphicFrameChg chg="add del mod">
          <ac:chgData name="Leônidas Müller de Oliveira" userId="5af9566427f0cd7a" providerId="LiveId" clId="{E0CB9F73-0316-4C7A-9939-728BD819529A}" dt="2025-05-25T17:19:34.043" v="294"/>
          <ac:graphicFrameMkLst>
            <pc:docMk/>
            <pc:sldMk cId="1537670932" sldId="313"/>
            <ac:graphicFrameMk id="2" creationId="{4C3791AC-4C4F-E909-1E17-B61B45078631}"/>
          </ac:graphicFrameMkLst>
        </pc:graphicFrameChg>
      </pc:sldChg>
      <pc:sldChg chg="addSp modSp add del mod">
        <pc:chgData name="Leônidas Müller de Oliveira" userId="5af9566427f0cd7a" providerId="LiveId" clId="{E0CB9F73-0316-4C7A-9939-728BD819529A}" dt="2025-05-25T17:50:38.187" v="455" actId="47"/>
        <pc:sldMkLst>
          <pc:docMk/>
          <pc:sldMk cId="754950932" sldId="314"/>
        </pc:sldMkLst>
        <pc:spChg chg="mod">
          <ac:chgData name="Leônidas Müller de Oliveira" userId="5af9566427f0cd7a" providerId="LiveId" clId="{E0CB9F73-0316-4C7A-9939-728BD819529A}" dt="2025-05-25T17:32:31.445" v="375" actId="14100"/>
          <ac:spMkLst>
            <pc:docMk/>
            <pc:sldMk cId="754950932" sldId="314"/>
            <ac:spMk id="143" creationId="{00000000-0000-0000-0000-000000000000}"/>
          </ac:spMkLst>
        </pc:spChg>
        <pc:picChg chg="add mod">
          <ac:chgData name="Leônidas Müller de Oliveira" userId="5af9566427f0cd7a" providerId="LiveId" clId="{E0CB9F73-0316-4C7A-9939-728BD819529A}" dt="2025-05-25T17:32:35.579" v="376" actId="1076"/>
          <ac:picMkLst>
            <pc:docMk/>
            <pc:sldMk cId="754950932" sldId="314"/>
            <ac:picMk id="3" creationId="{C680C7AB-1742-8519-99DA-102A9720365C}"/>
          </ac:picMkLst>
        </pc:picChg>
      </pc:sldChg>
      <pc:sldChg chg="addSp delSp modSp add del mod">
        <pc:chgData name="Leônidas Müller de Oliveira" userId="5af9566427f0cd7a" providerId="LiveId" clId="{E0CB9F73-0316-4C7A-9939-728BD819529A}" dt="2025-05-25T17:50:39.413" v="456" actId="47"/>
        <pc:sldMkLst>
          <pc:docMk/>
          <pc:sldMk cId="2902500566" sldId="315"/>
        </pc:sldMkLst>
        <pc:spChg chg="mod">
          <ac:chgData name="Leônidas Müller de Oliveira" userId="5af9566427f0cd7a" providerId="LiveId" clId="{E0CB9F73-0316-4C7A-9939-728BD819529A}" dt="2025-05-25T17:32:43.094" v="385" actId="20577"/>
          <ac:spMkLst>
            <pc:docMk/>
            <pc:sldMk cId="2902500566" sldId="315"/>
            <ac:spMk id="143" creationId="{00000000-0000-0000-0000-000000000000}"/>
          </ac:spMkLst>
        </pc:spChg>
        <pc:picChg chg="del">
          <ac:chgData name="Leônidas Müller de Oliveira" userId="5af9566427f0cd7a" providerId="LiveId" clId="{E0CB9F73-0316-4C7A-9939-728BD819529A}" dt="2025-05-25T17:32:47.436" v="386" actId="478"/>
          <ac:picMkLst>
            <pc:docMk/>
            <pc:sldMk cId="2902500566" sldId="315"/>
            <ac:picMk id="3" creationId="{C680C7AB-1742-8519-99DA-102A9720365C}"/>
          </ac:picMkLst>
        </pc:picChg>
        <pc:picChg chg="add mod">
          <ac:chgData name="Leônidas Müller de Oliveira" userId="5af9566427f0cd7a" providerId="LiveId" clId="{E0CB9F73-0316-4C7A-9939-728BD819529A}" dt="2025-05-25T17:32:54.905" v="391" actId="1076"/>
          <ac:picMkLst>
            <pc:docMk/>
            <pc:sldMk cId="2902500566" sldId="315"/>
            <ac:picMk id="4" creationId="{DDF04223-6020-B4CF-940E-0B176304F9D0}"/>
          </ac:picMkLst>
        </pc:picChg>
      </pc:sldChg>
      <pc:sldChg chg="modSp add mod">
        <pc:chgData name="Leônidas Müller de Oliveira" userId="5af9566427f0cd7a" providerId="LiveId" clId="{E0CB9F73-0316-4C7A-9939-728BD819529A}" dt="2025-05-25T18:09:05.665" v="602" actId="20577"/>
        <pc:sldMkLst>
          <pc:docMk/>
          <pc:sldMk cId="1741338408" sldId="316"/>
        </pc:sldMkLst>
        <pc:spChg chg="mod">
          <ac:chgData name="Leônidas Müller de Oliveira" userId="5af9566427f0cd7a" providerId="LiveId" clId="{E0CB9F73-0316-4C7A-9939-728BD819529A}" dt="2025-05-25T18:09:05.665" v="602" actId="20577"/>
          <ac:spMkLst>
            <pc:docMk/>
            <pc:sldMk cId="1741338408" sldId="316"/>
            <ac:spMk id="7" creationId="{FD65234F-CE76-4586-9D67-44EDBAE0C0F0}"/>
          </ac:spMkLst>
        </pc:spChg>
        <pc:spChg chg="mod">
          <ac:chgData name="Leônidas Müller de Oliveira" userId="5af9566427f0cd7a" providerId="LiveId" clId="{E0CB9F73-0316-4C7A-9939-728BD819529A}" dt="2025-05-25T17:37:21.963" v="406" actId="108"/>
          <ac:spMkLst>
            <pc:docMk/>
            <pc:sldMk cId="1741338408" sldId="316"/>
            <ac:spMk id="143" creationId="{00000000-0000-0000-0000-000000000000}"/>
          </ac:spMkLst>
        </pc:spChg>
      </pc:sldChg>
      <pc:sldChg chg="addSp delSp modSp add mod">
        <pc:chgData name="Leônidas Müller de Oliveira" userId="5af9566427f0cd7a" providerId="LiveId" clId="{E0CB9F73-0316-4C7A-9939-728BD819529A}" dt="2025-05-27T00:11:15.080" v="962" actId="478"/>
        <pc:sldMkLst>
          <pc:docMk/>
          <pc:sldMk cId="3613589037" sldId="317"/>
        </pc:sldMkLst>
        <pc:spChg chg="mod">
          <ac:chgData name="Leônidas Müller de Oliveira" userId="5af9566427f0cd7a" providerId="LiveId" clId="{E0CB9F73-0316-4C7A-9939-728BD819529A}" dt="2025-05-25T18:09:01.778" v="599" actId="20577"/>
          <ac:spMkLst>
            <pc:docMk/>
            <pc:sldMk cId="3613589037" sldId="317"/>
            <ac:spMk id="7" creationId="{FD65234F-CE76-4586-9D67-44EDBAE0C0F0}"/>
          </ac:spMkLst>
        </pc:spChg>
        <pc:spChg chg="mod">
          <ac:chgData name="Leônidas Müller de Oliveira" userId="5af9566427f0cd7a" providerId="LiveId" clId="{E0CB9F73-0316-4C7A-9939-728BD819529A}" dt="2025-05-25T17:50:28.485" v="452" actId="14100"/>
          <ac:spMkLst>
            <pc:docMk/>
            <pc:sldMk cId="3613589037" sldId="317"/>
            <ac:spMk id="143" creationId="{00000000-0000-0000-0000-000000000000}"/>
          </ac:spMkLst>
        </pc:spChg>
        <pc:grpChg chg="del mod">
          <ac:chgData name="Leônidas Müller de Oliveira" userId="5af9566427f0cd7a" providerId="LiveId" clId="{E0CB9F73-0316-4C7A-9939-728BD819529A}" dt="2025-05-27T00:11:15.080" v="962" actId="478"/>
          <ac:grpSpMkLst>
            <pc:docMk/>
            <pc:sldMk cId="3613589037" sldId="317"/>
            <ac:grpSpMk id="8" creationId="{C422482F-1B00-4B03-3435-E4D16DBA80DB}"/>
          </ac:grpSpMkLst>
        </pc:grpChg>
        <pc:grpChg chg="del mod">
          <ac:chgData name="Leônidas Müller de Oliveira" userId="5af9566427f0cd7a" providerId="LiveId" clId="{E0CB9F73-0316-4C7A-9939-728BD819529A}" dt="2025-05-27T00:11:03.832" v="956"/>
          <ac:grpSpMkLst>
            <pc:docMk/>
            <pc:sldMk cId="3613589037" sldId="317"/>
            <ac:grpSpMk id="12" creationId="{0A561C57-4332-951E-04E1-69917B62E995}"/>
          </ac:grpSpMkLst>
        </pc:grpChg>
        <pc:grpChg chg="del mod">
          <ac:chgData name="Leônidas Müller de Oliveira" userId="5af9566427f0cd7a" providerId="LiveId" clId="{E0CB9F73-0316-4C7A-9939-728BD819529A}" dt="2025-05-27T00:11:15.080" v="962" actId="478"/>
          <ac:grpSpMkLst>
            <pc:docMk/>
            <pc:sldMk cId="3613589037" sldId="317"/>
            <ac:grpSpMk id="14" creationId="{3833829D-C28F-171F-B0ED-DDAE6B96CC7D}"/>
          </ac:grpSpMkLst>
        </pc:grpChg>
        <pc:grpChg chg="del mod">
          <ac:chgData name="Leônidas Müller de Oliveira" userId="5af9566427f0cd7a" providerId="LiveId" clId="{E0CB9F73-0316-4C7A-9939-728BD819529A}" dt="2025-05-27T00:11:15.080" v="962" actId="478"/>
          <ac:grpSpMkLst>
            <pc:docMk/>
            <pc:sldMk cId="3613589037" sldId="317"/>
            <ac:grpSpMk id="19" creationId="{A5C16AD3-B31B-9336-1EF3-EB84C7672EF6}"/>
          </ac:grpSpMkLst>
        </pc:grpChg>
        <pc:picChg chg="add mod">
          <ac:chgData name="Leônidas Müller de Oliveira" userId="5af9566427f0cd7a" providerId="LiveId" clId="{E0CB9F73-0316-4C7A-9939-728BD819529A}" dt="2025-05-25T18:04:09.871" v="554" actId="1076"/>
          <ac:picMkLst>
            <pc:docMk/>
            <pc:sldMk cId="3613589037" sldId="317"/>
            <ac:picMk id="2" creationId="{C15B73A4-65E8-D186-BC80-BB399B5EE855}"/>
          </ac:picMkLst>
        </pc:picChg>
        <pc:picChg chg="add mod">
          <ac:chgData name="Leônidas Müller de Oliveira" userId="5af9566427f0cd7a" providerId="LiveId" clId="{E0CB9F73-0316-4C7A-9939-728BD819529A}" dt="2025-05-25T18:04:27.116" v="559" actId="1076"/>
          <ac:picMkLst>
            <pc:docMk/>
            <pc:sldMk cId="3613589037" sldId="317"/>
            <ac:picMk id="3" creationId="{88E60B34-22BF-DBD1-CFF3-E13D8850BBB1}"/>
          </ac:picMkLst>
        </pc:picChg>
        <pc:picChg chg="add mod">
          <ac:chgData name="Leônidas Müller de Oliveira" userId="5af9566427f0cd7a" providerId="LiveId" clId="{E0CB9F73-0316-4C7A-9939-728BD819529A}" dt="2025-05-25T18:04:33.469" v="561" actId="14100"/>
          <ac:picMkLst>
            <pc:docMk/>
            <pc:sldMk cId="3613589037" sldId="317"/>
            <ac:picMk id="5" creationId="{1EBCD0A4-42AD-BE55-0F0D-44EE92D230CC}"/>
          </ac:picMkLst>
        </pc:picChg>
        <pc:inkChg chg="add del mod topLvl">
          <ac:chgData name="Leônidas Müller de Oliveira" userId="5af9566427f0cd7a" providerId="LiveId" clId="{E0CB9F73-0316-4C7A-9939-728BD819529A}" dt="2025-05-27T00:11:15.080" v="962" actId="478"/>
          <ac:inkMkLst>
            <pc:docMk/>
            <pc:sldMk cId="3613589037" sldId="317"/>
            <ac:inkMk id="4" creationId="{777B1B7D-4503-BCB6-6E6C-D7EDA9BC229A}"/>
          </ac:inkMkLst>
        </pc:inkChg>
        <pc:inkChg chg="add del mod topLvl">
          <ac:chgData name="Leônidas Müller de Oliveira" userId="5af9566427f0cd7a" providerId="LiveId" clId="{E0CB9F73-0316-4C7A-9939-728BD819529A}" dt="2025-05-27T00:11:15.080" v="962" actId="478"/>
          <ac:inkMkLst>
            <pc:docMk/>
            <pc:sldMk cId="3613589037" sldId="317"/>
            <ac:inkMk id="6" creationId="{A68AE15E-8BD8-4F68-182A-0605FC8DFF80}"/>
          </ac:inkMkLst>
        </pc:inkChg>
        <pc:inkChg chg="add del mod topLvl">
          <ac:chgData name="Leônidas Müller de Oliveira" userId="5af9566427f0cd7a" providerId="LiveId" clId="{E0CB9F73-0316-4C7A-9939-728BD819529A}" dt="2025-05-27T00:11:15.080" v="962" actId="478"/>
          <ac:inkMkLst>
            <pc:docMk/>
            <pc:sldMk cId="3613589037" sldId="317"/>
            <ac:inkMk id="9" creationId="{A1AC1A7A-5D13-A379-63A7-429A82BEF5DC}"/>
          </ac:inkMkLst>
        </pc:inkChg>
        <pc:inkChg chg="add del mod">
          <ac:chgData name="Leônidas Müller de Oliveira" userId="5af9566427f0cd7a" providerId="LiveId" clId="{E0CB9F73-0316-4C7A-9939-728BD819529A}" dt="2025-05-27T00:11:15.080" v="962" actId="478"/>
          <ac:inkMkLst>
            <pc:docMk/>
            <pc:sldMk cId="3613589037" sldId="317"/>
            <ac:inkMk id="10" creationId="{722FB685-180C-7928-D5B2-9252ACE99F56}"/>
          </ac:inkMkLst>
        </pc:inkChg>
        <pc:inkChg chg="add del mod topLvl">
          <ac:chgData name="Leônidas Müller de Oliveira" userId="5af9566427f0cd7a" providerId="LiveId" clId="{E0CB9F73-0316-4C7A-9939-728BD819529A}" dt="2025-05-27T00:11:15.080" v="962" actId="478"/>
          <ac:inkMkLst>
            <pc:docMk/>
            <pc:sldMk cId="3613589037" sldId="317"/>
            <ac:inkMk id="11" creationId="{97445AE0-2131-DE2C-510D-2B507EA52C68}"/>
          </ac:inkMkLst>
        </pc:inkChg>
        <pc:inkChg chg="add del mod">
          <ac:chgData name="Leônidas Müller de Oliveira" userId="5af9566427f0cd7a" providerId="LiveId" clId="{E0CB9F73-0316-4C7A-9939-728BD819529A}" dt="2025-05-27T00:11:15.080" v="962" actId="478"/>
          <ac:inkMkLst>
            <pc:docMk/>
            <pc:sldMk cId="3613589037" sldId="317"/>
            <ac:inkMk id="13" creationId="{19B354F9-B30D-3CC0-E9ED-9788084BEE09}"/>
          </ac:inkMkLst>
        </pc:inkChg>
        <pc:inkChg chg="add del mod">
          <ac:chgData name="Leônidas Müller de Oliveira" userId="5af9566427f0cd7a" providerId="LiveId" clId="{E0CB9F73-0316-4C7A-9939-728BD819529A}" dt="2025-05-27T00:11:15.080" v="962" actId="478"/>
          <ac:inkMkLst>
            <pc:docMk/>
            <pc:sldMk cId="3613589037" sldId="317"/>
            <ac:inkMk id="15" creationId="{81BA1CBD-6E58-E79D-4380-D04E1C3E052A}"/>
          </ac:inkMkLst>
        </pc:inkChg>
        <pc:inkChg chg="add del mod">
          <ac:chgData name="Leônidas Müller de Oliveira" userId="5af9566427f0cd7a" providerId="LiveId" clId="{E0CB9F73-0316-4C7A-9939-728BD819529A}" dt="2025-05-27T00:11:15.080" v="962" actId="478"/>
          <ac:inkMkLst>
            <pc:docMk/>
            <pc:sldMk cId="3613589037" sldId="317"/>
            <ac:inkMk id="16" creationId="{0D43B192-F2DD-9EC3-9841-EA4291FF66D3}"/>
          </ac:inkMkLst>
        </pc:inkChg>
        <pc:inkChg chg="add del mod topLvl">
          <ac:chgData name="Leônidas Müller de Oliveira" userId="5af9566427f0cd7a" providerId="LiveId" clId="{E0CB9F73-0316-4C7A-9939-728BD819529A}" dt="2025-05-27T00:11:15.080" v="962" actId="478"/>
          <ac:inkMkLst>
            <pc:docMk/>
            <pc:sldMk cId="3613589037" sldId="317"/>
            <ac:inkMk id="17" creationId="{BF03D85E-5008-DCDE-B5A1-A630DEB1C09F}"/>
          </ac:inkMkLst>
        </pc:inkChg>
        <pc:inkChg chg="add del mod topLvl">
          <ac:chgData name="Leônidas Müller de Oliveira" userId="5af9566427f0cd7a" providerId="LiveId" clId="{E0CB9F73-0316-4C7A-9939-728BD819529A}" dt="2025-05-27T00:11:15.080" v="962" actId="478"/>
          <ac:inkMkLst>
            <pc:docMk/>
            <pc:sldMk cId="3613589037" sldId="317"/>
            <ac:inkMk id="18" creationId="{CA19849F-5561-8266-C8C4-93DA6613C591}"/>
          </ac:inkMkLst>
        </pc:inkChg>
      </pc:sldChg>
      <pc:sldChg chg="add del">
        <pc:chgData name="Leônidas Müller de Oliveira" userId="5af9566427f0cd7a" providerId="LiveId" clId="{E0CB9F73-0316-4C7A-9939-728BD819529A}" dt="2025-05-25T17:51:14.989" v="460" actId="47"/>
        <pc:sldMkLst>
          <pc:docMk/>
          <pc:sldMk cId="807816460" sldId="318"/>
        </pc:sldMkLst>
      </pc:sldChg>
      <pc:sldChg chg="modSp add mod ord">
        <pc:chgData name="Leônidas Müller de Oliveira" userId="5af9566427f0cd7a" providerId="LiveId" clId="{E0CB9F73-0316-4C7A-9939-728BD819529A}" dt="2025-05-25T18:08:58.200" v="596" actId="20577"/>
        <pc:sldMkLst>
          <pc:docMk/>
          <pc:sldMk cId="93400512" sldId="319"/>
        </pc:sldMkLst>
        <pc:spChg chg="mod">
          <ac:chgData name="Leônidas Müller de Oliveira" userId="5af9566427f0cd7a" providerId="LiveId" clId="{E0CB9F73-0316-4C7A-9939-728BD819529A}" dt="2025-05-25T18:08:58.200" v="596" actId="20577"/>
          <ac:spMkLst>
            <pc:docMk/>
            <pc:sldMk cId="93400512" sldId="319"/>
            <ac:spMk id="7" creationId="{FD65234F-CE76-4586-9D67-44EDBAE0C0F0}"/>
          </ac:spMkLst>
        </pc:spChg>
        <pc:spChg chg="mod">
          <ac:chgData name="Leônidas Müller de Oliveira" userId="5af9566427f0cd7a" providerId="LiveId" clId="{E0CB9F73-0316-4C7A-9939-728BD819529A}" dt="2025-05-25T17:51:40.427" v="467" actId="11"/>
          <ac:spMkLst>
            <pc:docMk/>
            <pc:sldMk cId="93400512" sldId="319"/>
            <ac:spMk id="143" creationId="{00000000-0000-0000-0000-000000000000}"/>
          </ac:spMkLst>
        </pc:spChg>
      </pc:sldChg>
      <pc:sldChg chg="modSp add mod ord">
        <pc:chgData name="Leônidas Müller de Oliveira" userId="5af9566427f0cd7a" providerId="LiveId" clId="{E0CB9F73-0316-4C7A-9939-728BD819529A}" dt="2025-05-25T18:08:53.480" v="593" actId="20577"/>
        <pc:sldMkLst>
          <pc:docMk/>
          <pc:sldMk cId="884693581" sldId="320"/>
        </pc:sldMkLst>
        <pc:spChg chg="mod">
          <ac:chgData name="Leônidas Müller de Oliveira" userId="5af9566427f0cd7a" providerId="LiveId" clId="{E0CB9F73-0316-4C7A-9939-728BD819529A}" dt="2025-05-25T18:08:53.480" v="593" actId="20577"/>
          <ac:spMkLst>
            <pc:docMk/>
            <pc:sldMk cId="884693581" sldId="320"/>
            <ac:spMk id="7" creationId="{FD65234F-CE76-4586-9D67-44EDBAE0C0F0}"/>
          </ac:spMkLst>
        </pc:spChg>
        <pc:spChg chg="mod">
          <ac:chgData name="Leônidas Müller de Oliveira" userId="5af9566427f0cd7a" providerId="LiveId" clId="{E0CB9F73-0316-4C7A-9939-728BD819529A}" dt="2025-05-25T17:59:44.596" v="517" actId="1076"/>
          <ac:spMkLst>
            <pc:docMk/>
            <pc:sldMk cId="884693581" sldId="320"/>
            <ac:spMk id="143" creationId="{00000000-0000-0000-0000-000000000000}"/>
          </ac:spMkLst>
        </pc:spChg>
      </pc:sldChg>
      <pc:sldChg chg="addSp modSp add mod">
        <pc:chgData name="Leônidas Müller de Oliveira" userId="5af9566427f0cd7a" providerId="LiveId" clId="{E0CB9F73-0316-4C7A-9939-728BD819529A}" dt="2025-05-25T18:08:49.253" v="590" actId="20577"/>
        <pc:sldMkLst>
          <pc:docMk/>
          <pc:sldMk cId="2677890863" sldId="321"/>
        </pc:sldMkLst>
        <pc:spChg chg="mod">
          <ac:chgData name="Leônidas Müller de Oliveira" userId="5af9566427f0cd7a" providerId="LiveId" clId="{E0CB9F73-0316-4C7A-9939-728BD819529A}" dt="2025-05-25T18:08:49.253" v="590" actId="20577"/>
          <ac:spMkLst>
            <pc:docMk/>
            <pc:sldMk cId="2677890863" sldId="321"/>
            <ac:spMk id="7" creationId="{FD65234F-CE76-4586-9D67-44EDBAE0C0F0}"/>
          </ac:spMkLst>
        </pc:spChg>
        <pc:spChg chg="mod">
          <ac:chgData name="Leônidas Müller de Oliveira" userId="5af9566427f0cd7a" providerId="LiveId" clId="{E0CB9F73-0316-4C7A-9939-728BD819529A}" dt="2025-05-25T17:57:18.874" v="497" actId="20577"/>
          <ac:spMkLst>
            <pc:docMk/>
            <pc:sldMk cId="2677890863" sldId="321"/>
            <ac:spMk id="143" creationId="{00000000-0000-0000-0000-000000000000}"/>
          </ac:spMkLst>
        </pc:spChg>
        <pc:graphicFrameChg chg="add mod modGraphic">
          <ac:chgData name="Leônidas Müller de Oliveira" userId="5af9566427f0cd7a" providerId="LiveId" clId="{E0CB9F73-0316-4C7A-9939-728BD819529A}" dt="2025-05-25T17:58:24.131" v="512" actId="20577"/>
          <ac:graphicFrameMkLst>
            <pc:docMk/>
            <pc:sldMk cId="2677890863" sldId="321"/>
            <ac:graphicFrameMk id="2" creationId="{5EF24E49-0002-FC7B-2DE5-536A08B2C8C6}"/>
          </ac:graphicFrameMkLst>
        </pc:graphicFrameChg>
      </pc:sldChg>
      <pc:sldChg chg="addSp delSp modSp add mod">
        <pc:chgData name="Leônidas Müller de Oliveira" userId="5af9566427f0cd7a" providerId="LiveId" clId="{E0CB9F73-0316-4C7A-9939-728BD819529A}" dt="2025-05-25T22:42:48.748" v="734" actId="478"/>
        <pc:sldMkLst>
          <pc:docMk/>
          <pc:sldMk cId="46754441" sldId="322"/>
        </pc:sldMkLst>
        <pc:spChg chg="mod">
          <ac:chgData name="Leônidas Müller de Oliveira" userId="5af9566427f0cd7a" providerId="LiveId" clId="{E0CB9F73-0316-4C7A-9939-728BD819529A}" dt="2025-05-25T17:59:48.211" v="518" actId="6549"/>
          <ac:spMkLst>
            <pc:docMk/>
            <pc:sldMk cId="46754441" sldId="322"/>
            <ac:spMk id="7" creationId="{FD65234F-CE76-4586-9D67-44EDBAE0C0F0}"/>
          </ac:spMkLst>
        </pc:spChg>
        <pc:spChg chg="del">
          <ac:chgData name="Leônidas Müller de Oliveira" userId="5af9566427f0cd7a" providerId="LiveId" clId="{E0CB9F73-0316-4C7A-9939-728BD819529A}" dt="2025-05-25T22:42:48.748" v="734" actId="478"/>
          <ac:spMkLst>
            <pc:docMk/>
            <pc:sldMk cId="46754441" sldId="322"/>
            <ac:spMk id="143" creationId="{00000000-0000-0000-0000-000000000000}"/>
          </ac:spMkLst>
        </pc:spChg>
        <pc:graphicFrameChg chg="del">
          <ac:chgData name="Leônidas Müller de Oliveira" userId="5af9566427f0cd7a" providerId="LiveId" clId="{E0CB9F73-0316-4C7A-9939-728BD819529A}" dt="2025-05-25T18:00:05.986" v="519" actId="478"/>
          <ac:graphicFrameMkLst>
            <pc:docMk/>
            <pc:sldMk cId="46754441" sldId="322"/>
            <ac:graphicFrameMk id="2" creationId="{5EF24E49-0002-FC7B-2DE5-536A08B2C8C6}"/>
          </ac:graphicFrameMkLst>
        </pc:graphicFrameChg>
        <pc:graphicFrameChg chg="add mod modGraphic">
          <ac:chgData name="Leônidas Müller de Oliveira" userId="5af9566427f0cd7a" providerId="LiveId" clId="{E0CB9F73-0316-4C7A-9939-728BD819529A}" dt="2025-05-25T18:01:37.305" v="532" actId="20577"/>
          <ac:graphicFrameMkLst>
            <pc:docMk/>
            <pc:sldMk cId="46754441" sldId="322"/>
            <ac:graphicFrameMk id="3" creationId="{F571C233-3A8A-0562-DCC1-B8D9863128F3}"/>
          </ac:graphicFrameMkLst>
        </pc:graphicFrameChg>
      </pc:sldChg>
      <pc:sldChg chg="addSp delSp modSp add mod">
        <pc:chgData name="Leônidas Müller de Oliveira" userId="5af9566427f0cd7a" providerId="LiveId" clId="{E0CB9F73-0316-4C7A-9939-728BD819529A}" dt="2025-05-27T00:19:49.502" v="970" actId="478"/>
        <pc:sldMkLst>
          <pc:docMk/>
          <pc:sldMk cId="2302489053" sldId="323"/>
        </pc:sldMkLst>
        <pc:spChg chg="mod">
          <ac:chgData name="Leônidas Müller de Oliveira" userId="5af9566427f0cd7a" providerId="LiveId" clId="{E0CB9F73-0316-4C7A-9939-728BD819529A}" dt="2025-05-25T18:08:42.750" v="587" actId="20577"/>
          <ac:spMkLst>
            <pc:docMk/>
            <pc:sldMk cId="2302489053" sldId="323"/>
            <ac:spMk id="7" creationId="{FD65234F-CE76-4586-9D67-44EDBAE0C0F0}"/>
          </ac:spMkLst>
        </pc:spChg>
        <pc:spChg chg="mod">
          <ac:chgData name="Leônidas Müller de Oliveira" userId="5af9566427f0cd7a" providerId="LiveId" clId="{E0CB9F73-0316-4C7A-9939-728BD819529A}" dt="2025-05-25T18:12:19.699" v="641" actId="404"/>
          <ac:spMkLst>
            <pc:docMk/>
            <pc:sldMk cId="2302489053" sldId="323"/>
            <ac:spMk id="143" creationId="{00000000-0000-0000-0000-000000000000}"/>
          </ac:spMkLst>
        </pc:spChg>
        <pc:graphicFrameChg chg="del">
          <ac:chgData name="Leônidas Müller de Oliveira" userId="5af9566427f0cd7a" providerId="LiveId" clId="{E0CB9F73-0316-4C7A-9939-728BD819529A}" dt="2025-05-25T18:10:06.842" v="606" actId="478"/>
          <ac:graphicFrameMkLst>
            <pc:docMk/>
            <pc:sldMk cId="2302489053" sldId="323"/>
            <ac:graphicFrameMk id="3" creationId="{F571C233-3A8A-0562-DCC1-B8D9863128F3}"/>
          </ac:graphicFrameMkLst>
        </pc:graphicFrameChg>
        <pc:inkChg chg="add del">
          <ac:chgData name="Leônidas Müller de Oliveira" userId="5af9566427f0cd7a" providerId="LiveId" clId="{E0CB9F73-0316-4C7A-9939-728BD819529A}" dt="2025-05-27T00:19:49.502" v="970" actId="478"/>
          <ac:inkMkLst>
            <pc:docMk/>
            <pc:sldMk cId="2302489053" sldId="323"/>
            <ac:inkMk id="2" creationId="{9A34B029-F736-7A15-F242-1BF5E9FE02EF}"/>
          </ac:inkMkLst>
        </pc:inkChg>
      </pc:sldChg>
      <pc:sldChg chg="addSp delSp modSp add mod">
        <pc:chgData name="Leônidas Müller de Oliveira" userId="5af9566427f0cd7a" providerId="LiveId" clId="{E0CB9F73-0316-4C7A-9939-728BD819529A}" dt="2025-05-27T00:19:56.718" v="976" actId="478"/>
        <pc:sldMkLst>
          <pc:docMk/>
          <pc:sldMk cId="2697965537" sldId="324"/>
        </pc:sldMkLst>
        <pc:spChg chg="mod">
          <ac:chgData name="Leônidas Müller de Oliveira" userId="5af9566427f0cd7a" providerId="LiveId" clId="{E0CB9F73-0316-4C7A-9939-728BD819529A}" dt="2025-05-25T18:14:23.941" v="660" actId="14100"/>
          <ac:spMkLst>
            <pc:docMk/>
            <pc:sldMk cId="2697965537" sldId="324"/>
            <ac:spMk id="143" creationId="{00000000-0000-0000-0000-000000000000}"/>
          </ac:spMkLst>
        </pc:spChg>
        <pc:picChg chg="add mod">
          <ac:chgData name="Leônidas Müller de Oliveira" userId="5af9566427f0cd7a" providerId="LiveId" clId="{E0CB9F73-0316-4C7A-9939-728BD819529A}" dt="2025-05-25T18:14:20.708" v="659" actId="1076"/>
          <ac:picMkLst>
            <pc:docMk/>
            <pc:sldMk cId="2697965537" sldId="324"/>
            <ac:picMk id="3" creationId="{C37B6645-6DDD-862C-02AB-C05612C068D3}"/>
          </ac:picMkLst>
        </pc:picChg>
        <pc:inkChg chg="add del">
          <ac:chgData name="Leônidas Müller de Oliveira" userId="5af9566427f0cd7a" providerId="LiveId" clId="{E0CB9F73-0316-4C7A-9939-728BD819529A}" dt="2025-05-27T00:19:56.718" v="976" actId="478"/>
          <ac:inkMkLst>
            <pc:docMk/>
            <pc:sldMk cId="2697965537" sldId="324"/>
            <ac:inkMk id="2" creationId="{434045F7-ADFD-250E-8653-C7FEE46E4A8D}"/>
          </ac:inkMkLst>
        </pc:inkChg>
        <pc:inkChg chg="add del">
          <ac:chgData name="Leônidas Müller de Oliveira" userId="5af9566427f0cd7a" providerId="LiveId" clId="{E0CB9F73-0316-4C7A-9939-728BD819529A}" dt="2025-05-27T00:19:55.852" v="975" actId="478"/>
          <ac:inkMkLst>
            <pc:docMk/>
            <pc:sldMk cId="2697965537" sldId="324"/>
            <ac:inkMk id="4" creationId="{D5D36156-5A0F-9082-2605-07C89B88A2B2}"/>
          </ac:inkMkLst>
        </pc:inkChg>
        <pc:inkChg chg="add del">
          <ac:chgData name="Leônidas Müller de Oliveira" userId="5af9566427f0cd7a" providerId="LiveId" clId="{E0CB9F73-0316-4C7A-9939-728BD819529A}" dt="2025-05-27T00:19:51.541" v="971" actId="478"/>
          <ac:inkMkLst>
            <pc:docMk/>
            <pc:sldMk cId="2697965537" sldId="324"/>
            <ac:inkMk id="5" creationId="{B3929783-0E41-423A-475D-20586A781391}"/>
          </ac:inkMkLst>
        </pc:inkChg>
        <pc:inkChg chg="add del">
          <ac:chgData name="Leônidas Müller de Oliveira" userId="5af9566427f0cd7a" providerId="LiveId" clId="{E0CB9F73-0316-4C7A-9939-728BD819529A}" dt="2025-05-27T00:19:55.068" v="974" actId="478"/>
          <ac:inkMkLst>
            <pc:docMk/>
            <pc:sldMk cId="2697965537" sldId="324"/>
            <ac:inkMk id="6" creationId="{915A5C2B-1C4B-3564-2DDE-40407C7C996B}"/>
          </ac:inkMkLst>
        </pc:inkChg>
        <pc:inkChg chg="add del">
          <ac:chgData name="Leônidas Müller de Oliveira" userId="5af9566427f0cd7a" providerId="LiveId" clId="{E0CB9F73-0316-4C7A-9939-728BD819529A}" dt="2025-05-27T00:19:53.472" v="973" actId="478"/>
          <ac:inkMkLst>
            <pc:docMk/>
            <pc:sldMk cId="2697965537" sldId="324"/>
            <ac:inkMk id="8" creationId="{E32486AC-C397-D034-79C7-F5617710F25B}"/>
          </ac:inkMkLst>
        </pc:inkChg>
        <pc:inkChg chg="add del">
          <ac:chgData name="Leônidas Müller de Oliveira" userId="5af9566427f0cd7a" providerId="LiveId" clId="{E0CB9F73-0316-4C7A-9939-728BD819529A}" dt="2025-05-27T00:19:52.619" v="972" actId="478"/>
          <ac:inkMkLst>
            <pc:docMk/>
            <pc:sldMk cId="2697965537" sldId="324"/>
            <ac:inkMk id="9" creationId="{08923B33-5607-57B9-85B4-B598855F85F8}"/>
          </ac:inkMkLst>
        </pc:inkChg>
      </pc:sldChg>
      <pc:sldChg chg="add ord">
        <pc:chgData name="Leônidas Müller de Oliveira" userId="5af9566427f0cd7a" providerId="LiveId" clId="{E0CB9F73-0316-4C7A-9939-728BD819529A}" dt="2025-05-25T18:14:43.805" v="663"/>
        <pc:sldMkLst>
          <pc:docMk/>
          <pc:sldMk cId="1518185224" sldId="325"/>
        </pc:sldMkLst>
      </pc:sldChg>
      <pc:sldChg chg="addSp delSp modSp add mod">
        <pc:chgData name="Leônidas Müller de Oliveira" userId="5af9566427f0cd7a" providerId="LiveId" clId="{E0CB9F73-0316-4C7A-9939-728BD819529A}" dt="2025-05-25T18:20:12.710" v="700" actId="1076"/>
        <pc:sldMkLst>
          <pc:docMk/>
          <pc:sldMk cId="1563064094" sldId="326"/>
        </pc:sldMkLst>
        <pc:spChg chg="mod">
          <ac:chgData name="Leônidas Müller de Oliveira" userId="5af9566427f0cd7a" providerId="LiveId" clId="{E0CB9F73-0316-4C7A-9939-728BD819529A}" dt="2025-05-25T18:15:08.541" v="691" actId="20577"/>
          <ac:spMkLst>
            <pc:docMk/>
            <pc:sldMk cId="1563064094" sldId="326"/>
            <ac:spMk id="7" creationId="{FD65234F-CE76-4586-9D67-44EDBAE0C0F0}"/>
          </ac:spMkLst>
        </pc:spChg>
        <pc:spChg chg="mod">
          <ac:chgData name="Leônidas Müller de Oliveira" userId="5af9566427f0cd7a" providerId="LiveId" clId="{E0CB9F73-0316-4C7A-9939-728BD819529A}" dt="2025-05-25T18:15:43.909" v="696" actId="20577"/>
          <ac:spMkLst>
            <pc:docMk/>
            <pc:sldMk cId="1563064094" sldId="326"/>
            <ac:spMk id="143" creationId="{00000000-0000-0000-0000-000000000000}"/>
          </ac:spMkLst>
        </pc:spChg>
        <pc:graphicFrameChg chg="add mod modGraphic">
          <ac:chgData name="Leônidas Müller de Oliveira" userId="5af9566427f0cd7a" providerId="LiveId" clId="{E0CB9F73-0316-4C7A-9939-728BD819529A}" dt="2025-05-25T18:20:12.710" v="700" actId="1076"/>
          <ac:graphicFrameMkLst>
            <pc:docMk/>
            <pc:sldMk cId="1563064094" sldId="326"/>
            <ac:graphicFrameMk id="2" creationId="{B250C4B7-0364-C514-21B0-68ABA7CB8DF7}"/>
          </ac:graphicFrameMkLst>
        </pc:graphicFrameChg>
        <pc:picChg chg="del">
          <ac:chgData name="Leônidas Müller de Oliveira" userId="5af9566427f0cd7a" providerId="LiveId" clId="{E0CB9F73-0316-4C7A-9939-728BD819529A}" dt="2025-05-25T18:20:05.076" v="697" actId="478"/>
          <ac:picMkLst>
            <pc:docMk/>
            <pc:sldMk cId="1563064094" sldId="326"/>
            <ac:picMk id="3" creationId="{C37B6645-6DDD-862C-02AB-C05612C068D3}"/>
          </ac:picMkLst>
        </pc:picChg>
      </pc:sldChg>
    </pc:docChg>
  </pc:docChgLst>
  <pc:docChgLst>
    <pc:chgData name="Leônidas Müller de Oliveira" userId="5af9566427f0cd7a" providerId="LiveId" clId="{99B5FB97-F5DC-4A1A-835E-2BEDE9C73D50}"/>
    <pc:docChg chg="undo redo custSel addSld delSld modSld sldOrd">
      <pc:chgData name="Leônidas Müller de Oliveira" userId="5af9566427f0cd7a" providerId="LiveId" clId="{99B5FB97-F5DC-4A1A-835E-2BEDE9C73D50}" dt="2021-01-15T00:43:49.650" v="1943" actId="404"/>
      <pc:docMkLst>
        <pc:docMk/>
      </pc:docMkLst>
      <pc:sldChg chg="del">
        <pc:chgData name="Leônidas Müller de Oliveira" userId="5af9566427f0cd7a" providerId="LiveId" clId="{99B5FB97-F5DC-4A1A-835E-2BEDE9C73D50}" dt="2021-01-14T19:52:17.807" v="0" actId="47"/>
        <pc:sldMkLst>
          <pc:docMk/>
          <pc:sldMk cId="0" sldId="256"/>
        </pc:sldMkLst>
      </pc:sldChg>
      <pc:sldChg chg="modSp mod">
        <pc:chgData name="Leônidas Müller de Oliveira" userId="5af9566427f0cd7a" providerId="LiveId" clId="{99B5FB97-F5DC-4A1A-835E-2BEDE9C73D50}" dt="2021-01-14T19:53:04.853" v="67" actId="20577"/>
        <pc:sldMkLst>
          <pc:docMk/>
          <pc:sldMk cId="0" sldId="257"/>
        </pc:sldMkLst>
        <pc:spChg chg="mod">
          <ac:chgData name="Leônidas Müller de Oliveira" userId="5af9566427f0cd7a" providerId="LiveId" clId="{99B5FB97-F5DC-4A1A-835E-2BEDE9C73D50}" dt="2021-01-14T19:53:04.853" v="67" actId="20577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">
        <pc:chgData name="Leônidas Müller de Oliveira" userId="5af9566427f0cd7a" providerId="LiveId" clId="{99B5FB97-F5DC-4A1A-835E-2BEDE9C73D50}" dt="2021-01-14T20:11:32.150" v="249" actId="1076"/>
        <pc:sldMkLst>
          <pc:docMk/>
          <pc:sldMk cId="0" sldId="258"/>
        </pc:sldMkLst>
        <pc:spChg chg="mod">
          <ac:chgData name="Leônidas Müller de Oliveira" userId="5af9566427f0cd7a" providerId="LiveId" clId="{99B5FB97-F5DC-4A1A-835E-2BEDE9C73D50}" dt="2021-01-14T20:10:22.352" v="226" actId="1076"/>
          <ac:spMkLst>
            <pc:docMk/>
            <pc:sldMk cId="0" sldId="258"/>
            <ac:spMk id="73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11:32.150" v="249" actId="1076"/>
          <ac:spMkLst>
            <pc:docMk/>
            <pc:sldMk cId="0" sldId="258"/>
            <ac:spMk id="75" creationId="{00000000-0000-0000-0000-000000000000}"/>
          </ac:spMkLst>
        </pc:spChg>
        <pc:spChg chg="del mod">
          <ac:chgData name="Leônidas Müller de Oliveira" userId="5af9566427f0cd7a" providerId="LiveId" clId="{99B5FB97-F5DC-4A1A-835E-2BEDE9C73D50}" dt="2021-01-14T20:11:17.604" v="247" actId="478"/>
          <ac:spMkLst>
            <pc:docMk/>
            <pc:sldMk cId="0" sldId="258"/>
            <ac:spMk id="76" creationId="{00000000-0000-0000-0000-000000000000}"/>
          </ac:spMkLst>
        </pc:spChg>
        <pc:picChg chg="add del mod ord modCrop">
          <ac:chgData name="Leônidas Müller de Oliveira" userId="5af9566427f0cd7a" providerId="LiveId" clId="{99B5FB97-F5DC-4A1A-835E-2BEDE9C73D50}" dt="2021-01-14T20:10:47.936" v="238"/>
          <ac:picMkLst>
            <pc:docMk/>
            <pc:sldMk cId="0" sldId="258"/>
            <ac:picMk id="3" creationId="{A7C512AF-C8E4-4391-BD5A-B28620A85C63}"/>
          </ac:picMkLst>
        </pc:picChg>
        <pc:picChg chg="add del mod">
          <ac:chgData name="Leônidas Müller de Oliveira" userId="5af9566427f0cd7a" providerId="LiveId" clId="{99B5FB97-F5DC-4A1A-835E-2BEDE9C73D50}" dt="2021-01-14T20:11:29.170" v="248" actId="1076"/>
          <ac:picMkLst>
            <pc:docMk/>
            <pc:sldMk cId="0" sldId="258"/>
            <ac:picMk id="74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0:19:09.633" v="853" actId="14100"/>
        <pc:sldMkLst>
          <pc:docMk/>
          <pc:sldMk cId="0" sldId="263"/>
        </pc:sldMkLst>
        <pc:spChg chg="mod">
          <ac:chgData name="Leônidas Müller de Oliveira" userId="5af9566427f0cd7a" providerId="LiveId" clId="{99B5FB97-F5DC-4A1A-835E-2BEDE9C73D50}" dt="2021-01-14T20:18:24.436" v="831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19:09.633" v="853" actId="14100"/>
          <ac:spMkLst>
            <pc:docMk/>
            <pc:sldMk cId="0" sldId="263"/>
            <ac:spMk id="150" creationId="{00000000-0000-0000-0000-000000000000}"/>
          </ac:spMkLst>
        </pc:spChg>
        <pc:graphicFrameChg chg="add del mod">
          <ac:chgData name="Leônidas Müller de Oliveira" userId="5af9566427f0cd7a" providerId="LiveId" clId="{99B5FB97-F5DC-4A1A-835E-2BEDE9C73D50}" dt="2021-01-14T20:16:50.407" v="599"/>
          <ac:graphicFrameMkLst>
            <pc:docMk/>
            <pc:sldMk cId="0" sldId="263"/>
            <ac:graphicFrameMk id="4" creationId="{5931776F-8200-4FB8-A578-528B94DC3823}"/>
          </ac:graphicFrameMkLst>
        </pc:graphicFrameChg>
        <pc:graphicFrameChg chg="add del mod modGraphic">
          <ac:chgData name="Leônidas Müller de Oliveira" userId="5af9566427f0cd7a" providerId="LiveId" clId="{99B5FB97-F5DC-4A1A-835E-2BEDE9C73D50}" dt="2021-01-14T20:16:58.709" v="606"/>
          <ac:graphicFrameMkLst>
            <pc:docMk/>
            <pc:sldMk cId="0" sldId="263"/>
            <ac:graphicFrameMk id="7" creationId="{A6DBB466-63DC-4B37-8D82-185572369FDA}"/>
          </ac:graphicFrameMkLst>
        </pc:graphicFrameChg>
        <pc:picChg chg="add del">
          <ac:chgData name="Leônidas Müller de Oliveira" userId="5af9566427f0cd7a" providerId="LiveId" clId="{99B5FB97-F5DC-4A1A-835E-2BEDE9C73D50}" dt="2021-01-14T20:17:00.895" v="610" actId="478"/>
          <ac:picMkLst>
            <pc:docMk/>
            <pc:sldMk cId="0" sldId="263"/>
            <ac:picMk id="3" creationId="{47F13F26-6EAC-4204-B198-92DD9E43F8FB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1:25:39.094" v="1426" actId="20577"/>
        <pc:sldMkLst>
          <pc:docMk/>
          <pc:sldMk cId="0" sldId="264"/>
        </pc:sldMkLst>
        <pc:spChg chg="mod">
          <ac:chgData name="Leônidas Müller de Oliveira" userId="5af9566427f0cd7a" providerId="LiveId" clId="{99B5FB97-F5DC-4A1A-835E-2BEDE9C73D50}" dt="2021-01-14T19:58:26.135" v="136" actId="1076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25:39.094" v="1426" actId="20577"/>
          <ac:spMkLst>
            <pc:docMk/>
            <pc:sldMk cId="0" sldId="264"/>
            <ac:spMk id="158" creationId="{00000000-0000-0000-0000-000000000000}"/>
          </ac:spMkLst>
        </pc:spChg>
        <pc:picChg chg="add mod ord">
          <ac:chgData name="Leônidas Müller de Oliveira" userId="5af9566427f0cd7a" providerId="LiveId" clId="{99B5FB97-F5DC-4A1A-835E-2BEDE9C73D50}" dt="2021-01-14T20:00:43.040" v="153" actId="1076"/>
          <ac:picMkLst>
            <pc:docMk/>
            <pc:sldMk cId="0" sldId="264"/>
            <ac:picMk id="7" creationId="{90A7E0AD-ABBC-4E3A-95FB-0F31B77E3FD6}"/>
          </ac:picMkLst>
        </pc:picChg>
        <pc:picChg chg="del">
          <ac:chgData name="Leônidas Müller de Oliveira" userId="5af9566427f0cd7a" providerId="LiveId" clId="{99B5FB97-F5DC-4A1A-835E-2BEDE9C73D50}" dt="2021-01-14T20:00:02.168" v="141" actId="478"/>
          <ac:picMkLst>
            <pc:docMk/>
            <pc:sldMk cId="0" sldId="264"/>
            <ac:picMk id="159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1:40:48.137" v="1635" actId="207"/>
        <pc:sldMkLst>
          <pc:docMk/>
          <pc:sldMk cId="0" sldId="266"/>
        </pc:sldMkLst>
        <pc:spChg chg="add del mod ord">
          <ac:chgData name="Leônidas Müller de Oliveira" userId="5af9566427f0cd7a" providerId="LiveId" clId="{99B5FB97-F5DC-4A1A-835E-2BEDE9C73D50}" dt="2021-01-14T21:17:27.032" v="1348" actId="478"/>
          <ac:spMkLst>
            <pc:docMk/>
            <pc:sldMk cId="0" sldId="266"/>
            <ac:spMk id="4" creationId="{500E4E54-8138-49DF-9C49-E5A64A0AB594}"/>
          </ac:spMkLst>
        </pc:spChg>
        <pc:spChg chg="mod">
          <ac:chgData name="Leônidas Müller de Oliveira" userId="5af9566427f0cd7a" providerId="LiveId" clId="{99B5FB97-F5DC-4A1A-835E-2BEDE9C73D50}" dt="2021-01-14T21:40:48.137" v="1635" actId="207"/>
          <ac:spMkLst>
            <pc:docMk/>
            <pc:sldMk cId="0" sldId="266"/>
            <ac:spMk id="7" creationId="{7C21F359-349F-4011-A06B-88E613DE1D62}"/>
          </ac:spMkLst>
        </pc:spChg>
        <pc:spChg chg="mod ord">
          <ac:chgData name="Leônidas Müller de Oliveira" userId="5af9566427f0cd7a" providerId="LiveId" clId="{99B5FB97-F5DC-4A1A-835E-2BEDE9C73D50}" dt="2021-01-14T21:40:40.464" v="1633" actId="207"/>
          <ac:spMkLst>
            <pc:docMk/>
            <pc:sldMk cId="0" sldId="266"/>
            <ac:spMk id="175" creationId="{00000000-0000-0000-0000-000000000000}"/>
          </ac:spMkLst>
        </pc:spChg>
        <pc:picChg chg="add del mod ord modCrop">
          <ac:chgData name="Leônidas Müller de Oliveira" userId="5af9566427f0cd7a" providerId="LiveId" clId="{99B5FB97-F5DC-4A1A-835E-2BEDE9C73D50}" dt="2021-01-14T21:40:40.807" v="1634" actId="478"/>
          <ac:picMkLst>
            <pc:docMk/>
            <pc:sldMk cId="0" sldId="266"/>
            <ac:picMk id="3" creationId="{D49D602C-14D4-4255-96F6-879127A2D5F7}"/>
          </ac:picMkLst>
        </pc:picChg>
        <pc:picChg chg="del">
          <ac:chgData name="Leônidas Müller de Oliveira" userId="5af9566427f0cd7a" providerId="LiveId" clId="{99B5FB97-F5DC-4A1A-835E-2BEDE9C73D50}" dt="2021-01-14T21:14:36.956" v="950" actId="478"/>
          <ac:picMkLst>
            <pc:docMk/>
            <pc:sldMk cId="0" sldId="266"/>
            <ac:picMk id="177" creationId="{00000000-0000-0000-0000-000000000000}"/>
          </ac:picMkLst>
        </pc:picChg>
      </pc:sldChg>
      <pc:sldChg chg="addSp delSp modSp mod ord">
        <pc:chgData name="Leônidas Müller de Oliveira" userId="5af9566427f0cd7a" providerId="LiveId" clId="{99B5FB97-F5DC-4A1A-835E-2BEDE9C73D50}" dt="2021-01-14T21:40:01.744" v="1630"/>
        <pc:sldMkLst>
          <pc:docMk/>
          <pc:sldMk cId="0" sldId="267"/>
        </pc:sldMkLst>
        <pc:spChg chg="mod">
          <ac:chgData name="Leônidas Müller de Oliveira" userId="5af9566427f0cd7a" providerId="LiveId" clId="{99B5FB97-F5DC-4A1A-835E-2BEDE9C73D50}" dt="2021-01-14T21:25:21.864" v="1424" actId="20577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28:48.041" v="1484" actId="20577"/>
          <ac:spMkLst>
            <pc:docMk/>
            <pc:sldMk cId="0" sldId="267"/>
            <ac:spMk id="185" creationId="{00000000-0000-0000-0000-000000000000}"/>
          </ac:spMkLst>
        </pc:spChg>
        <pc:graphicFrameChg chg="add del mod modGraphic">
          <ac:chgData name="Leônidas Müller de Oliveira" userId="5af9566427f0cd7a" providerId="LiveId" clId="{99B5FB97-F5DC-4A1A-835E-2BEDE9C73D50}" dt="2021-01-14T21:27:43.946" v="1457" actId="478"/>
          <ac:graphicFrameMkLst>
            <pc:docMk/>
            <pc:sldMk cId="0" sldId="267"/>
            <ac:graphicFrameMk id="7" creationId="{EFC88FB5-6C5C-42B5-B314-E0451597991C}"/>
          </ac:graphicFrameMkLst>
        </pc:graphicFrameChg>
        <pc:picChg chg="add mod">
          <ac:chgData name="Leônidas Müller de Oliveira" userId="5af9566427f0cd7a" providerId="LiveId" clId="{99B5FB97-F5DC-4A1A-835E-2BEDE9C73D50}" dt="2021-01-14T21:28:28.025" v="1463" actId="1076"/>
          <ac:picMkLst>
            <pc:docMk/>
            <pc:sldMk cId="0" sldId="267"/>
            <ac:picMk id="3" creationId="{A3581759-E91F-498F-8593-5AB5BE2A7D7F}"/>
          </ac:picMkLst>
        </pc:picChg>
        <pc:picChg chg="add mod">
          <ac:chgData name="Leônidas Müller de Oliveira" userId="5af9566427f0cd7a" providerId="LiveId" clId="{99B5FB97-F5DC-4A1A-835E-2BEDE9C73D50}" dt="2021-01-14T21:28:25.604" v="1462" actId="1076"/>
          <ac:picMkLst>
            <pc:docMk/>
            <pc:sldMk cId="0" sldId="267"/>
            <ac:picMk id="5" creationId="{BCAE28CB-178C-4B12-AD6E-43FE3D206AB9}"/>
          </ac:picMkLst>
        </pc:picChg>
        <pc:picChg chg="del">
          <ac:chgData name="Leônidas Müller de Oliveira" userId="5af9566427f0cd7a" providerId="LiveId" clId="{99B5FB97-F5DC-4A1A-835E-2BEDE9C73D50}" dt="2021-01-14T21:25:56.547" v="1436" actId="478"/>
          <ac:picMkLst>
            <pc:docMk/>
            <pc:sldMk cId="0" sldId="267"/>
            <ac:picMk id="186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2:17:31.331" v="1715" actId="20577"/>
        <pc:sldMkLst>
          <pc:docMk/>
          <pc:sldMk cId="0" sldId="268"/>
        </pc:sldMkLst>
        <pc:spChg chg="mod">
          <ac:chgData name="Leônidas Müller de Oliveira" userId="5af9566427f0cd7a" providerId="LiveId" clId="{99B5FB97-F5DC-4A1A-835E-2BEDE9C73D50}" dt="2021-01-14T22:17:31.331" v="1715" actId="20577"/>
          <ac:spMkLst>
            <pc:docMk/>
            <pc:sldMk cId="0" sldId="268"/>
            <ac:spMk id="11" creationId="{66D68495-624D-436A-A86D-E42CC4800A32}"/>
          </ac:spMkLst>
        </pc:spChg>
        <pc:spChg chg="mod">
          <ac:chgData name="Leônidas Müller de Oliveira" userId="5af9566427f0cd7a" providerId="LiveId" clId="{99B5FB97-F5DC-4A1A-835E-2BEDE9C73D50}" dt="2021-01-14T22:14:09.741" v="1696" actId="14100"/>
          <ac:spMkLst>
            <pc:docMk/>
            <pc:sldMk cId="0" sldId="268"/>
            <ac:spMk id="192" creationId="{00000000-0000-0000-0000-000000000000}"/>
          </ac:spMkLst>
        </pc:spChg>
        <pc:picChg chg="add mod modCrop">
          <ac:chgData name="Leônidas Müller de Oliveira" userId="5af9566427f0cd7a" providerId="LiveId" clId="{99B5FB97-F5DC-4A1A-835E-2BEDE9C73D50}" dt="2021-01-14T22:15:43.970" v="1703" actId="732"/>
          <ac:picMkLst>
            <pc:docMk/>
            <pc:sldMk cId="0" sldId="268"/>
            <ac:picMk id="3" creationId="{9870FD2D-CF8E-48D3-958F-89FC769B6EC7}"/>
          </ac:picMkLst>
        </pc:picChg>
        <pc:picChg chg="del">
          <ac:chgData name="Leônidas Müller de Oliveira" userId="5af9566427f0cd7a" providerId="LiveId" clId="{99B5FB97-F5DC-4A1A-835E-2BEDE9C73D50}" dt="2021-01-14T22:15:26.606" v="1698" actId="478"/>
          <ac:picMkLst>
            <pc:docMk/>
            <pc:sldMk cId="0" sldId="268"/>
            <ac:picMk id="199" creationId="{00000000-0000-0000-0000-000000000000}"/>
          </ac:picMkLst>
        </pc:picChg>
      </pc:sldChg>
      <pc:sldChg chg="del">
        <pc:chgData name="Leônidas Müller de Oliveira" userId="5af9566427f0cd7a" providerId="LiveId" clId="{99B5FB97-F5DC-4A1A-835E-2BEDE9C73D50}" dt="2021-01-14T22:28:12.318" v="1741" actId="47"/>
        <pc:sldMkLst>
          <pc:docMk/>
          <pc:sldMk cId="0" sldId="270"/>
        </pc:sldMkLst>
      </pc:sldChg>
      <pc:sldChg chg="addSp delSp modSp mod">
        <pc:chgData name="Leônidas Müller de Oliveira" userId="5af9566427f0cd7a" providerId="LiveId" clId="{99B5FB97-F5DC-4A1A-835E-2BEDE9C73D50}" dt="2021-01-14T22:38:16.033" v="1938" actId="27614"/>
        <pc:sldMkLst>
          <pc:docMk/>
          <pc:sldMk cId="0" sldId="271"/>
        </pc:sldMkLst>
        <pc:picChg chg="del">
          <ac:chgData name="Leônidas Müller de Oliveira" userId="5af9566427f0cd7a" providerId="LiveId" clId="{99B5FB97-F5DC-4A1A-835E-2BEDE9C73D50}" dt="2021-01-14T22:38:06.849" v="1934" actId="478"/>
          <ac:picMkLst>
            <pc:docMk/>
            <pc:sldMk cId="0" sldId="271"/>
            <ac:picMk id="3" creationId="{36E3D016-5FC1-4823-80C4-550D12960490}"/>
          </ac:picMkLst>
        </pc:picChg>
        <pc:picChg chg="add mod">
          <ac:chgData name="Leônidas Müller de Oliveira" userId="5af9566427f0cd7a" providerId="LiveId" clId="{99B5FB97-F5DC-4A1A-835E-2BEDE9C73D50}" dt="2021-01-14T22:38:16.033" v="1938" actId="27614"/>
          <ac:picMkLst>
            <pc:docMk/>
            <pc:sldMk cId="0" sldId="271"/>
            <ac:picMk id="4" creationId="{1EC96623-3070-4B6D-92BE-1D6D4E626ECF}"/>
          </ac:picMkLst>
        </pc:picChg>
      </pc:sldChg>
      <pc:sldChg chg="modSp mod">
        <pc:chgData name="Leônidas Müller de Oliveira" userId="5af9566427f0cd7a" providerId="LiveId" clId="{99B5FB97-F5DC-4A1A-835E-2BEDE9C73D50}" dt="2021-01-14T22:37:51.851" v="1933" actId="20577"/>
        <pc:sldMkLst>
          <pc:docMk/>
          <pc:sldMk cId="0" sldId="272"/>
        </pc:sldMkLst>
        <pc:spChg chg="mod">
          <ac:chgData name="Leônidas Müller de Oliveira" userId="5af9566427f0cd7a" providerId="LiveId" clId="{99B5FB97-F5DC-4A1A-835E-2BEDE9C73D50}" dt="2021-01-14T22:37:51.851" v="1933" actId="20577"/>
          <ac:spMkLst>
            <pc:docMk/>
            <pc:sldMk cId="0" sldId="272"/>
            <ac:spMk id="235" creationId="{00000000-0000-0000-0000-000000000000}"/>
          </ac:spMkLst>
        </pc:spChg>
      </pc:sldChg>
      <pc:sldChg chg="modSp mod">
        <pc:chgData name="Leônidas Müller de Oliveira" userId="5af9566427f0cd7a" providerId="LiveId" clId="{99B5FB97-F5DC-4A1A-835E-2BEDE9C73D50}" dt="2021-01-14T22:34:48.645" v="1837" actId="20577"/>
        <pc:sldMkLst>
          <pc:docMk/>
          <pc:sldMk cId="0" sldId="274"/>
        </pc:sldMkLst>
        <pc:spChg chg="mod">
          <ac:chgData name="Leônidas Müller de Oliveira" userId="5af9566427f0cd7a" providerId="LiveId" clId="{99B5FB97-F5DC-4A1A-835E-2BEDE9C73D50}" dt="2021-01-14T22:34:48.645" v="1837" actId="20577"/>
          <ac:spMkLst>
            <pc:docMk/>
            <pc:sldMk cId="0" sldId="274"/>
            <ac:spMk id="251" creationId="{00000000-0000-0000-0000-000000000000}"/>
          </ac:spMkLst>
        </pc:spChg>
      </pc:sldChg>
      <pc:sldChg chg="addSp delSp modSp mod">
        <pc:chgData name="Leônidas Müller de Oliveira" userId="5af9566427f0cd7a" providerId="LiveId" clId="{99B5FB97-F5DC-4A1A-835E-2BEDE9C73D50}" dt="2021-01-14T20:06:52.311" v="219" actId="1076"/>
        <pc:sldMkLst>
          <pc:docMk/>
          <pc:sldMk cId="569711459" sldId="283"/>
        </pc:sldMkLst>
        <pc:spChg chg="mod">
          <ac:chgData name="Leônidas Müller de Oliveira" userId="5af9566427f0cd7a" providerId="LiveId" clId="{99B5FB97-F5DC-4A1A-835E-2BEDE9C73D50}" dt="2021-01-14T20:06:52.311" v="219" actId="1076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06:49.824" v="218" actId="1076"/>
          <ac:spMkLst>
            <pc:docMk/>
            <pc:sldMk cId="569711459" sldId="283"/>
            <ac:spMk id="158" creationId="{00000000-0000-0000-0000-000000000000}"/>
          </ac:spMkLst>
        </pc:spChg>
        <pc:picChg chg="add mod ord modCrop">
          <ac:chgData name="Leônidas Müller de Oliveira" userId="5af9566427f0cd7a" providerId="LiveId" clId="{99B5FB97-F5DC-4A1A-835E-2BEDE9C73D50}" dt="2021-01-14T20:06:45.617" v="217" actId="732"/>
          <ac:picMkLst>
            <pc:docMk/>
            <pc:sldMk cId="569711459" sldId="283"/>
            <ac:picMk id="3" creationId="{0B16C248-20F0-4681-BB6D-DF1ECBE7D16D}"/>
          </ac:picMkLst>
        </pc:picChg>
        <pc:picChg chg="del">
          <ac:chgData name="Leônidas Müller de Oliveira" userId="5af9566427f0cd7a" providerId="LiveId" clId="{99B5FB97-F5DC-4A1A-835E-2BEDE9C73D50}" dt="2021-01-14T20:04:43.581" v="190" actId="478"/>
          <ac:picMkLst>
            <pc:docMk/>
            <pc:sldMk cId="569711459" sldId="283"/>
            <ac:picMk id="159" creationId="{00000000-0000-0000-0000-000000000000}"/>
          </ac:picMkLst>
        </pc:picChg>
      </pc:sldChg>
      <pc:sldChg chg="addSp delSp mod">
        <pc:chgData name="Leônidas Müller de Oliveira" userId="5af9566427f0cd7a" providerId="LiveId" clId="{99B5FB97-F5DC-4A1A-835E-2BEDE9C73D50}" dt="2021-01-14T22:29:13.694" v="1743" actId="22"/>
        <pc:sldMkLst>
          <pc:docMk/>
          <pc:sldMk cId="2813838532" sldId="285"/>
        </pc:sldMkLst>
        <pc:spChg chg="add del">
          <ac:chgData name="Leônidas Müller de Oliveira" userId="5af9566427f0cd7a" providerId="LiveId" clId="{99B5FB97-F5DC-4A1A-835E-2BEDE9C73D50}" dt="2021-01-14T22:29:13.694" v="1743" actId="22"/>
          <ac:spMkLst>
            <pc:docMk/>
            <pc:sldMk cId="2813838532" sldId="285"/>
            <ac:spMk id="7" creationId="{DFE51710-7109-42A0-9BE8-584CF37F6655}"/>
          </ac:spMkLst>
        </pc:spChg>
      </pc:sldChg>
      <pc:sldChg chg="addSp delSp modSp mod">
        <pc:chgData name="Leônidas Müller de Oliveira" userId="5af9566427f0cd7a" providerId="LiveId" clId="{99B5FB97-F5DC-4A1A-835E-2BEDE9C73D50}" dt="2021-01-14T19:52:50.301" v="16" actId="14100"/>
        <pc:sldMkLst>
          <pc:docMk/>
          <pc:sldMk cId="2491790395" sldId="291"/>
        </pc:sldMkLst>
        <pc:spChg chg="del mod">
          <ac:chgData name="Leônidas Müller de Oliveira" userId="5af9566427f0cd7a" providerId="LiveId" clId="{99B5FB97-F5DC-4A1A-835E-2BEDE9C73D50}" dt="2021-01-14T19:52:33.223" v="8" actId="478"/>
          <ac:spMkLst>
            <pc:docMk/>
            <pc:sldMk cId="2491790395" sldId="291"/>
            <ac:spMk id="55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5.790" v="9" actId="478"/>
          <ac:spMkLst>
            <pc:docMk/>
            <pc:sldMk cId="2491790395" sldId="291"/>
            <ac:spMk id="56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6.639" v="10" actId="478"/>
          <ac:spMkLst>
            <pc:docMk/>
            <pc:sldMk cId="2491790395" sldId="291"/>
            <ac:spMk id="57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7.663" v="11" actId="478"/>
          <ac:spMkLst>
            <pc:docMk/>
            <pc:sldMk cId="2491790395" sldId="291"/>
            <ac:spMk id="58" creationId="{00000000-0000-0000-0000-000000000000}"/>
          </ac:spMkLst>
        </pc:spChg>
        <pc:picChg chg="add mod">
          <ac:chgData name="Leônidas Müller de Oliveira" userId="5af9566427f0cd7a" providerId="LiveId" clId="{99B5FB97-F5DC-4A1A-835E-2BEDE9C73D50}" dt="2021-01-14T19:52:50.301" v="16" actId="14100"/>
          <ac:picMkLst>
            <pc:docMk/>
            <pc:sldMk cId="2491790395" sldId="291"/>
            <ac:picMk id="3" creationId="{658F5653-86D8-46D9-A4A1-46BDFF7889AA}"/>
          </ac:picMkLst>
        </pc:picChg>
        <pc:picChg chg="del">
          <ac:chgData name="Leônidas Müller de Oliveira" userId="5af9566427f0cd7a" providerId="LiveId" clId="{99B5FB97-F5DC-4A1A-835E-2BEDE9C73D50}" dt="2021-01-14T19:52:30.036" v="5" actId="478"/>
          <ac:picMkLst>
            <pc:docMk/>
            <pc:sldMk cId="2491790395" sldId="291"/>
            <ac:picMk id="59" creationId="{00000000-0000-0000-0000-000000000000}"/>
          </ac:picMkLst>
        </pc:picChg>
      </pc:sldChg>
      <pc:sldChg chg="modSp add mod ord">
        <pc:chgData name="Leônidas Müller de Oliveira" userId="5af9566427f0cd7a" providerId="LiveId" clId="{99B5FB97-F5DC-4A1A-835E-2BEDE9C73D50}" dt="2021-01-14T21:38:39.863" v="1617" actId="20577"/>
        <pc:sldMkLst>
          <pc:docMk/>
          <pc:sldMk cId="2768986171" sldId="292"/>
        </pc:sldMkLst>
        <pc:spChg chg="mod">
          <ac:chgData name="Leônidas Müller de Oliveira" userId="5af9566427f0cd7a" providerId="LiveId" clId="{99B5FB97-F5DC-4A1A-835E-2BEDE9C73D50}" dt="2021-01-14T21:29:28.978" v="1502" actId="20577"/>
          <ac:spMkLst>
            <pc:docMk/>
            <pc:sldMk cId="2768986171" sldId="292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38:39.863" v="1617" actId="20577"/>
          <ac:spMkLst>
            <pc:docMk/>
            <pc:sldMk cId="2768986171" sldId="292"/>
            <ac:spMk id="150" creationId="{00000000-0000-0000-0000-000000000000}"/>
          </ac:spMkLst>
        </pc:spChg>
      </pc:sldChg>
      <pc:sldChg chg="addSp delSp modSp add mod">
        <pc:chgData name="Leônidas Müller de Oliveira" userId="5af9566427f0cd7a" providerId="LiveId" clId="{99B5FB97-F5DC-4A1A-835E-2BEDE9C73D50}" dt="2021-01-14T22:33:56.130" v="1832" actId="1076"/>
        <pc:sldMkLst>
          <pc:docMk/>
          <pc:sldMk cId="641020710" sldId="293"/>
        </pc:sldMkLst>
        <pc:spChg chg="mod">
          <ac:chgData name="Leônidas Müller de Oliveira" userId="5af9566427f0cd7a" providerId="LiveId" clId="{99B5FB97-F5DC-4A1A-835E-2BEDE9C73D50}" dt="2021-01-14T22:33:56.130" v="1832" actId="1076"/>
          <ac:spMkLst>
            <pc:docMk/>
            <pc:sldMk cId="641020710" sldId="293"/>
            <ac:spMk id="149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21:39:18.816" v="1620" actId="478"/>
          <ac:spMkLst>
            <pc:docMk/>
            <pc:sldMk cId="641020710" sldId="293"/>
            <ac:spMk id="150" creationId="{00000000-0000-0000-0000-000000000000}"/>
          </ac:spMkLst>
        </pc:spChg>
        <pc:picChg chg="add mod">
          <ac:chgData name="Leônidas Müller de Oliveira" userId="5af9566427f0cd7a" providerId="LiveId" clId="{99B5FB97-F5DC-4A1A-835E-2BEDE9C73D50}" dt="2021-01-14T21:39:27.150" v="1622" actId="1076"/>
          <ac:picMkLst>
            <pc:docMk/>
            <pc:sldMk cId="641020710" sldId="293"/>
            <ac:picMk id="3" creationId="{43C7CA9F-4D7F-40D4-9CF3-42842C6D2555}"/>
          </ac:picMkLst>
        </pc:picChg>
      </pc:sldChg>
      <pc:sldChg chg="addSp delSp modSp add mod">
        <pc:chgData name="Leônidas Müller de Oliveira" userId="5af9566427f0cd7a" providerId="LiveId" clId="{99B5FB97-F5DC-4A1A-835E-2BEDE9C73D50}" dt="2021-01-14T21:39:42.439" v="1626" actId="1076"/>
        <pc:sldMkLst>
          <pc:docMk/>
          <pc:sldMk cId="2522898300" sldId="294"/>
        </pc:sldMkLst>
        <pc:picChg chg="del">
          <ac:chgData name="Leônidas Müller de Oliveira" userId="5af9566427f0cd7a" providerId="LiveId" clId="{99B5FB97-F5DC-4A1A-835E-2BEDE9C73D50}" dt="2021-01-14T21:39:39.174" v="1624" actId="478"/>
          <ac:picMkLst>
            <pc:docMk/>
            <pc:sldMk cId="2522898300" sldId="294"/>
            <ac:picMk id="3" creationId="{43C7CA9F-4D7F-40D4-9CF3-42842C6D2555}"/>
          </ac:picMkLst>
        </pc:picChg>
        <pc:picChg chg="add mod">
          <ac:chgData name="Leônidas Müller de Oliveira" userId="5af9566427f0cd7a" providerId="LiveId" clId="{99B5FB97-F5DC-4A1A-835E-2BEDE9C73D50}" dt="2021-01-14T21:39:42.439" v="1626" actId="1076"/>
          <ac:picMkLst>
            <pc:docMk/>
            <pc:sldMk cId="2522898300" sldId="294"/>
            <ac:picMk id="4" creationId="{3E9ACBE4-4B8C-4A91-B0EF-68C850A4363B}"/>
          </ac:picMkLst>
        </pc:picChg>
      </pc:sldChg>
      <pc:sldChg chg="add del">
        <pc:chgData name="Leônidas Müller de Oliveira" userId="5af9566427f0cd7a" providerId="LiveId" clId="{99B5FB97-F5DC-4A1A-835E-2BEDE9C73D50}" dt="2021-01-14T21:39:13.551" v="1619" actId="47"/>
        <pc:sldMkLst>
          <pc:docMk/>
          <pc:sldMk cId="3215363960" sldId="294"/>
        </pc:sldMkLst>
      </pc:sldChg>
      <pc:sldChg chg="modSp add mod">
        <pc:chgData name="Leônidas Müller de Oliveira" userId="5af9566427f0cd7a" providerId="LiveId" clId="{99B5FB97-F5DC-4A1A-835E-2BEDE9C73D50}" dt="2021-01-14T21:47:30.166" v="1647"/>
        <pc:sldMkLst>
          <pc:docMk/>
          <pc:sldMk cId="1695839730" sldId="295"/>
        </pc:sldMkLst>
        <pc:spChg chg="mod">
          <ac:chgData name="Leônidas Müller de Oliveira" userId="5af9566427f0cd7a" providerId="LiveId" clId="{99B5FB97-F5DC-4A1A-835E-2BEDE9C73D50}" dt="2021-01-14T21:46:43.967" v="1645" actId="20577"/>
          <ac:spMkLst>
            <pc:docMk/>
            <pc:sldMk cId="1695839730" sldId="295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47:30.166" v="1647"/>
          <ac:spMkLst>
            <pc:docMk/>
            <pc:sldMk cId="1695839730" sldId="295"/>
            <ac:spMk id="150" creationId="{00000000-0000-0000-0000-000000000000}"/>
          </ac:spMkLst>
        </pc:spChg>
      </pc:sldChg>
      <pc:sldChg chg="add del">
        <pc:chgData name="Leônidas Müller de Oliveira" userId="5af9566427f0cd7a" providerId="LiveId" clId="{99B5FB97-F5DC-4A1A-835E-2BEDE9C73D50}" dt="2021-01-14T21:39:52.228" v="1628" actId="47"/>
        <pc:sldMkLst>
          <pc:docMk/>
          <pc:sldMk cId="4176864734" sldId="295"/>
        </pc:sldMkLst>
      </pc:sldChg>
      <pc:sldChg chg="addSp delSp modSp add mod">
        <pc:chgData name="Leônidas Müller de Oliveira" userId="5af9566427f0cd7a" providerId="LiveId" clId="{99B5FB97-F5DC-4A1A-835E-2BEDE9C73D50}" dt="2021-01-15T00:43:49.650" v="1943" actId="404"/>
        <pc:sldMkLst>
          <pc:docMk/>
          <pc:sldMk cId="743515703" sldId="296"/>
        </pc:sldMkLst>
        <pc:spChg chg="add mod">
          <ac:chgData name="Leônidas Müller de Oliveira" userId="5af9566427f0cd7a" providerId="LiveId" clId="{99B5FB97-F5DC-4A1A-835E-2BEDE9C73D50}" dt="2021-01-15T00:43:49.650" v="1943" actId="404"/>
          <ac:spMkLst>
            <pc:docMk/>
            <pc:sldMk cId="743515703" sldId="296"/>
            <ac:spMk id="7" creationId="{B2EE7E5E-D745-49FA-B73E-1F2A716F59A9}"/>
          </ac:spMkLst>
        </pc:spChg>
        <pc:spChg chg="del">
          <ac:chgData name="Leônidas Müller de Oliveira" userId="5af9566427f0cd7a" providerId="LiveId" clId="{99B5FB97-F5DC-4A1A-835E-2BEDE9C73D50}" dt="2021-01-14T22:20:41.338" v="1718" actId="478"/>
          <ac:spMkLst>
            <pc:docMk/>
            <pc:sldMk cId="743515703" sldId="296"/>
            <ac:spMk id="11" creationId="{66D68495-624D-436A-A86D-E42CC4800A32}"/>
          </ac:spMkLst>
        </pc:spChg>
        <pc:spChg chg="mod">
          <ac:chgData name="Leônidas Müller de Oliveira" userId="5af9566427f0cd7a" providerId="LiveId" clId="{99B5FB97-F5DC-4A1A-835E-2BEDE9C73D50}" dt="2021-01-14T22:21:43.115" v="1735" actId="1076"/>
          <ac:spMkLst>
            <pc:docMk/>
            <pc:sldMk cId="743515703" sldId="296"/>
            <ac:spMk id="192" creationId="{00000000-0000-0000-0000-000000000000}"/>
          </ac:spMkLst>
        </pc:spChg>
        <pc:graphicFrameChg chg="add mod modGraphic">
          <ac:chgData name="Leônidas Müller de Oliveira" userId="5af9566427f0cd7a" providerId="LiveId" clId="{99B5FB97-F5DC-4A1A-835E-2BEDE9C73D50}" dt="2021-01-14T22:35:01.267" v="1839" actId="20577"/>
          <ac:graphicFrameMkLst>
            <pc:docMk/>
            <pc:sldMk cId="743515703" sldId="296"/>
            <ac:graphicFrameMk id="6" creationId="{2A29F61D-FCF4-4D75-8EAF-9026151CEEF2}"/>
          </ac:graphicFrameMkLst>
        </pc:graphicFrameChg>
        <pc:picChg chg="del">
          <ac:chgData name="Leônidas Müller de Oliveira" userId="5af9566427f0cd7a" providerId="LiveId" clId="{99B5FB97-F5DC-4A1A-835E-2BEDE9C73D50}" dt="2021-01-14T22:20:39.446" v="1717" actId="478"/>
          <ac:picMkLst>
            <pc:docMk/>
            <pc:sldMk cId="743515703" sldId="296"/>
            <ac:picMk id="3" creationId="{9870FD2D-CF8E-48D3-958F-89FC769B6EC7}"/>
          </ac:picMkLst>
        </pc:picChg>
      </pc:sldChg>
      <pc:sldChg chg="modSp add mod">
        <pc:chgData name="Leônidas Müller de Oliveira" userId="5af9566427f0cd7a" providerId="LiveId" clId="{99B5FB97-F5DC-4A1A-835E-2BEDE9C73D50}" dt="2021-01-14T22:32:33.246" v="1803" actId="20577"/>
        <pc:sldMkLst>
          <pc:docMk/>
          <pc:sldMk cId="1542352846" sldId="297"/>
        </pc:sldMkLst>
        <pc:spChg chg="mod">
          <ac:chgData name="Leônidas Müller de Oliveira" userId="5af9566427f0cd7a" providerId="LiveId" clId="{99B5FB97-F5DC-4A1A-835E-2BEDE9C73D50}" dt="2021-01-14T22:32:33.246" v="1803" actId="20577"/>
          <ac:spMkLst>
            <pc:docMk/>
            <pc:sldMk cId="1542352846" sldId="297"/>
            <ac:spMk id="249" creationId="{00000000-0000-0000-0000-000000000000}"/>
          </ac:spMkLst>
        </pc:spChg>
      </pc:sldChg>
    </pc:docChg>
  </pc:docChgLst>
  <pc:docChgLst>
    <pc:chgData name="Leônidas Müller de Oliveira" userId="5af9566427f0cd7a" providerId="LiveId" clId="{8562935F-B298-47A6-964D-F7E0BBDE29AD}"/>
    <pc:docChg chg="undo custSel addSld delSld modSld sldOrd">
      <pc:chgData name="Leônidas Müller de Oliveira" userId="5af9566427f0cd7a" providerId="LiveId" clId="{8562935F-B298-47A6-964D-F7E0BBDE29AD}" dt="2025-05-24T21:44:09.343" v="389" actId="20577"/>
      <pc:docMkLst>
        <pc:docMk/>
      </pc:docMkLst>
      <pc:sldChg chg="modSp mod ord">
        <pc:chgData name="Leônidas Müller de Oliveira" userId="5af9566427f0cd7a" providerId="LiveId" clId="{8562935F-B298-47A6-964D-F7E0BBDE29AD}" dt="2025-05-24T21:30:00.487" v="66" actId="1076"/>
        <pc:sldMkLst>
          <pc:docMk/>
          <pc:sldMk cId="3187776213" sldId="282"/>
        </pc:sldMkLst>
        <pc:spChg chg="mod">
          <ac:chgData name="Leônidas Müller de Oliveira" userId="5af9566427f0cd7a" providerId="LiveId" clId="{8562935F-B298-47A6-964D-F7E0BBDE29AD}" dt="2025-05-24T21:29:48.500" v="46" actId="20577"/>
          <ac:spMkLst>
            <pc:docMk/>
            <pc:sldMk cId="3187776213" sldId="282"/>
            <ac:spMk id="7" creationId="{FD65234F-CE76-4586-9D67-44EDBAE0C0F0}"/>
          </ac:spMkLst>
        </pc:spChg>
        <pc:spChg chg="mod">
          <ac:chgData name="Leônidas Müller de Oliveira" userId="5af9566427f0cd7a" providerId="LiveId" clId="{8562935F-B298-47A6-964D-F7E0BBDE29AD}" dt="2025-05-24T21:29:55.909" v="65" actId="6549"/>
          <ac:spMkLst>
            <pc:docMk/>
            <pc:sldMk cId="3187776213" sldId="282"/>
            <ac:spMk id="141" creationId="{00000000-0000-0000-0000-000000000000}"/>
          </ac:spMkLst>
        </pc:spChg>
        <pc:spChg chg="mod">
          <ac:chgData name="Leônidas Müller de Oliveira" userId="5af9566427f0cd7a" providerId="LiveId" clId="{8562935F-B298-47A6-964D-F7E0BBDE29AD}" dt="2025-05-24T21:30:00.487" v="66" actId="1076"/>
          <ac:spMkLst>
            <pc:docMk/>
            <pc:sldMk cId="3187776213" sldId="282"/>
            <ac:spMk id="143" creationId="{00000000-0000-0000-0000-000000000000}"/>
          </ac:spMkLst>
        </pc:spChg>
      </pc:sldChg>
      <pc:sldChg chg="addSp delSp modSp add mod">
        <pc:chgData name="Leônidas Müller de Oliveira" userId="5af9566427f0cd7a" providerId="LiveId" clId="{8562935F-B298-47A6-964D-F7E0BBDE29AD}" dt="2025-05-24T21:33:25.355" v="112" actId="20577"/>
        <pc:sldMkLst>
          <pc:docMk/>
          <pc:sldMk cId="2519461963" sldId="303"/>
        </pc:sldMkLst>
        <pc:spChg chg="mod">
          <ac:chgData name="Leônidas Müller de Oliveira" userId="5af9566427f0cd7a" providerId="LiveId" clId="{8562935F-B298-47A6-964D-F7E0BBDE29AD}" dt="2025-05-24T21:33:25.355" v="112" actId="20577"/>
          <ac:spMkLst>
            <pc:docMk/>
            <pc:sldMk cId="2519461963" sldId="303"/>
            <ac:spMk id="7" creationId="{FD65234F-CE76-4586-9D67-44EDBAE0C0F0}"/>
          </ac:spMkLst>
        </pc:spChg>
        <pc:spChg chg="mod">
          <ac:chgData name="Leônidas Müller de Oliveira" userId="5af9566427f0cd7a" providerId="LiveId" clId="{8562935F-B298-47A6-964D-F7E0BBDE29AD}" dt="2025-05-24T21:31:40.035" v="100" actId="20577"/>
          <ac:spMkLst>
            <pc:docMk/>
            <pc:sldMk cId="2519461963" sldId="303"/>
            <ac:spMk id="143" creationId="{00000000-0000-0000-0000-000000000000}"/>
          </ac:spMkLst>
        </pc:spChg>
        <pc:picChg chg="del">
          <ac:chgData name="Leônidas Müller de Oliveira" userId="5af9566427f0cd7a" providerId="LiveId" clId="{8562935F-B298-47A6-964D-F7E0BBDE29AD}" dt="2025-05-24T21:31:42.883" v="101" actId="478"/>
          <ac:picMkLst>
            <pc:docMk/>
            <pc:sldMk cId="2519461963" sldId="303"/>
            <ac:picMk id="2" creationId="{1EFFEBF7-8F3E-C311-CFF7-2BFFA2BD60D4}"/>
          </ac:picMkLst>
        </pc:picChg>
        <pc:picChg chg="add mod">
          <ac:chgData name="Leônidas Müller de Oliveira" userId="5af9566427f0cd7a" providerId="LiveId" clId="{8562935F-B298-47A6-964D-F7E0BBDE29AD}" dt="2025-05-24T21:31:53.515" v="105" actId="1076"/>
          <ac:picMkLst>
            <pc:docMk/>
            <pc:sldMk cId="2519461963" sldId="303"/>
            <ac:picMk id="3" creationId="{7E0D4A99-5572-AD4F-E054-0FA07944761A}"/>
          </ac:picMkLst>
        </pc:picChg>
      </pc:sldChg>
      <pc:sldChg chg="addSp delSp modSp add mod">
        <pc:chgData name="Leônidas Müller de Oliveira" userId="5af9566427f0cd7a" providerId="LiveId" clId="{8562935F-B298-47A6-964D-F7E0BBDE29AD}" dt="2025-05-24T21:44:09.343" v="389" actId="20577"/>
        <pc:sldMkLst>
          <pc:docMk/>
          <pc:sldMk cId="699166848" sldId="304"/>
        </pc:sldMkLst>
        <pc:spChg chg="add mod">
          <ac:chgData name="Leônidas Müller de Oliveira" userId="5af9566427f0cd7a" providerId="LiveId" clId="{8562935F-B298-47A6-964D-F7E0BBDE29AD}" dt="2025-05-24T21:43:43.398" v="349" actId="1076"/>
          <ac:spMkLst>
            <pc:docMk/>
            <pc:sldMk cId="699166848" sldId="304"/>
            <ac:spMk id="2" creationId="{513814B8-131B-FA6D-CCB2-CB512EE7D143}"/>
          </ac:spMkLst>
        </pc:spChg>
        <pc:spChg chg="add mod">
          <ac:chgData name="Leônidas Müller de Oliveira" userId="5af9566427f0cd7a" providerId="LiveId" clId="{8562935F-B298-47A6-964D-F7E0BBDE29AD}" dt="2025-05-24T21:43:43.398" v="349" actId="1076"/>
          <ac:spMkLst>
            <pc:docMk/>
            <pc:sldMk cId="699166848" sldId="304"/>
            <ac:spMk id="4" creationId="{19CAF257-5B93-0D3E-7081-CB3E4F3E7CC4}"/>
          </ac:spMkLst>
        </pc:spChg>
        <pc:spChg chg="add mod">
          <ac:chgData name="Leônidas Müller de Oliveira" userId="5af9566427f0cd7a" providerId="LiveId" clId="{8562935F-B298-47A6-964D-F7E0BBDE29AD}" dt="2025-05-24T21:43:43.398" v="349" actId="1076"/>
          <ac:spMkLst>
            <pc:docMk/>
            <pc:sldMk cId="699166848" sldId="304"/>
            <ac:spMk id="5" creationId="{E203EE44-098B-20C4-F962-DD9E44F3A6F2}"/>
          </ac:spMkLst>
        </pc:spChg>
        <pc:spChg chg="mod">
          <ac:chgData name="Leônidas Müller de Oliveira" userId="5af9566427f0cd7a" providerId="LiveId" clId="{8562935F-B298-47A6-964D-F7E0BBDE29AD}" dt="2025-05-24T21:43:43.398" v="349" actId="1076"/>
          <ac:spMkLst>
            <pc:docMk/>
            <pc:sldMk cId="699166848" sldId="304"/>
            <ac:spMk id="7" creationId="{FD65234F-CE76-4586-9D67-44EDBAE0C0F0}"/>
          </ac:spMkLst>
        </pc:spChg>
        <pc:spChg chg="mod">
          <ac:chgData name="Leônidas Müller de Oliveira" userId="5af9566427f0cd7a" providerId="LiveId" clId="{8562935F-B298-47A6-964D-F7E0BBDE29AD}" dt="2025-05-24T21:44:09.343" v="389" actId="20577"/>
          <ac:spMkLst>
            <pc:docMk/>
            <pc:sldMk cId="699166848" sldId="304"/>
            <ac:spMk id="143" creationId="{00000000-0000-0000-0000-000000000000}"/>
          </ac:spMkLst>
        </pc:spChg>
        <pc:picChg chg="del">
          <ac:chgData name="Leônidas Müller de Oliveira" userId="5af9566427f0cd7a" providerId="LiveId" clId="{8562935F-B298-47A6-964D-F7E0BBDE29AD}" dt="2025-05-24T21:33:18.357" v="107" actId="478"/>
          <ac:picMkLst>
            <pc:docMk/>
            <pc:sldMk cId="699166848" sldId="304"/>
            <ac:picMk id="3" creationId="{7E0D4A99-5572-AD4F-E054-0FA07944761A}"/>
          </ac:picMkLst>
        </pc:picChg>
      </pc:sldChg>
      <pc:sldChg chg="modSp add del mod">
        <pc:chgData name="Leônidas Müller de Oliveira" userId="5af9566427f0cd7a" providerId="LiveId" clId="{8562935F-B298-47A6-964D-F7E0BBDE29AD}" dt="2025-05-24T21:41:21.165" v="320" actId="47"/>
        <pc:sldMkLst>
          <pc:docMk/>
          <pc:sldMk cId="536172879" sldId="305"/>
        </pc:sldMkLst>
        <pc:spChg chg="mod">
          <ac:chgData name="Leônidas Müller de Oliveira" userId="5af9566427f0cd7a" providerId="LiveId" clId="{8562935F-B298-47A6-964D-F7E0BBDE29AD}" dt="2025-05-24T21:37:36.619" v="268" actId="20577"/>
          <ac:spMkLst>
            <pc:docMk/>
            <pc:sldMk cId="536172879" sldId="305"/>
            <ac:spMk id="7" creationId="{FD65234F-CE76-4586-9D67-44EDBAE0C0F0}"/>
          </ac:spMkLst>
        </pc:spChg>
      </pc:sldChg>
      <pc:sldChg chg="modSp add mod ord">
        <pc:chgData name="Leônidas Müller de Oliveira" userId="5af9566427f0cd7a" providerId="LiveId" clId="{8562935F-B298-47A6-964D-F7E0BBDE29AD}" dt="2025-05-24T21:42:43.388" v="330" actId="20577"/>
        <pc:sldMkLst>
          <pc:docMk/>
          <pc:sldMk cId="782874864" sldId="305"/>
        </pc:sldMkLst>
        <pc:spChg chg="mod">
          <ac:chgData name="Leônidas Müller de Oliveira" userId="5af9566427f0cd7a" providerId="LiveId" clId="{8562935F-B298-47A6-964D-F7E0BBDE29AD}" dt="2025-05-24T21:42:43.388" v="330" actId="20577"/>
          <ac:spMkLst>
            <pc:docMk/>
            <pc:sldMk cId="782874864" sldId="305"/>
            <ac:spMk id="7" creationId="{FD65234F-CE76-4586-9D67-44EDBAE0C0F0}"/>
          </ac:spMkLst>
        </pc:spChg>
      </pc:sldChg>
    </pc:docChg>
  </pc:docChgLst>
  <pc:docChgLst>
    <pc:chgData name="Leônidas Müller de Oliveira" userId="5af9566427f0cd7a" providerId="LiveId" clId="{68137F2F-A734-458A-A931-CE69A71D87D1}"/>
    <pc:docChg chg="undo custSel addSld delSld modSld sldOrd">
      <pc:chgData name="Leônidas Müller de Oliveira" userId="5af9566427f0cd7a" providerId="LiveId" clId="{68137F2F-A734-458A-A931-CE69A71D87D1}" dt="2021-01-14T19:02:43.230" v="4504" actId="1076"/>
      <pc:docMkLst>
        <pc:docMk/>
      </pc:docMkLst>
      <pc:sldChg chg="addSp delSp modSp mod">
        <pc:chgData name="Leônidas Müller de Oliveira" userId="5af9566427f0cd7a" providerId="LiveId" clId="{68137F2F-A734-458A-A931-CE69A71D87D1}" dt="2021-01-13T23:59:32.723" v="4479" actId="1076"/>
        <pc:sldMkLst>
          <pc:docMk/>
          <pc:sldMk cId="0" sldId="256"/>
        </pc:sldMkLst>
        <pc:spChg chg="add mod">
          <ac:chgData name="Leônidas Müller de Oliveira" userId="5af9566427f0cd7a" providerId="LiveId" clId="{68137F2F-A734-458A-A931-CE69A71D87D1}" dt="2021-01-13T23:59:32.723" v="4479" actId="1076"/>
          <ac:spMkLst>
            <pc:docMk/>
            <pc:sldMk cId="0" sldId="256"/>
            <ac:spMk id="7" creationId="{00EB666D-0319-45BD-8717-7407D63A1E8C}"/>
          </ac:spMkLst>
        </pc:spChg>
        <pc:picChg chg="del">
          <ac:chgData name="Leônidas Müller de Oliveira" userId="5af9566427f0cd7a" providerId="LiveId" clId="{68137F2F-A734-458A-A931-CE69A71D87D1}" dt="2021-01-13T19:51:29.316" v="0" actId="478"/>
          <ac:picMkLst>
            <pc:docMk/>
            <pc:sldMk cId="0" sldId="256"/>
            <ac:picMk id="54" creationId="{00000000-0000-0000-0000-000000000000}"/>
          </ac:picMkLst>
        </pc:picChg>
        <pc:picChg chg="mod">
          <ac:chgData name="Leônidas Müller de Oliveira" userId="5af9566427f0cd7a" providerId="LiveId" clId="{68137F2F-A734-458A-A931-CE69A71D87D1}" dt="2021-01-13T19:52:20.563" v="7" actId="1076"/>
          <ac:picMkLst>
            <pc:docMk/>
            <pc:sldMk cId="0" sldId="256"/>
            <ac:picMk id="59" creationId="{00000000-0000-0000-0000-000000000000}"/>
          </ac:picMkLst>
        </pc:picChg>
      </pc:sldChg>
      <pc:sldChg chg="delSp modSp mod">
        <pc:chgData name="Leônidas Müller de Oliveira" userId="5af9566427f0cd7a" providerId="LiveId" clId="{68137F2F-A734-458A-A931-CE69A71D87D1}" dt="2021-01-13T20:05:14.925" v="886" actId="6549"/>
        <pc:sldMkLst>
          <pc:docMk/>
          <pc:sldMk cId="0" sldId="257"/>
        </pc:sldMkLst>
        <pc:spChg chg="mod">
          <ac:chgData name="Leônidas Müller de Oliveira" userId="5af9566427f0cd7a" providerId="LiveId" clId="{68137F2F-A734-458A-A931-CE69A71D87D1}" dt="2021-01-13T20:05:07.251" v="882" actId="1076"/>
          <ac:spMkLst>
            <pc:docMk/>
            <pc:sldMk cId="0" sldId="257"/>
            <ac:spMk id="65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5:09.177" v="883" actId="107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5:14.925" v="886" actId="6549"/>
          <ac:spMkLst>
            <pc:docMk/>
            <pc:sldMk cId="0" sldId="257"/>
            <ac:spMk id="67" creationId="{00000000-0000-0000-0000-000000000000}"/>
          </ac:spMkLst>
        </pc:spChg>
        <pc:picChg chg="del">
          <ac:chgData name="Leônidas Müller de Oliveira" userId="5af9566427f0cd7a" providerId="LiveId" clId="{68137F2F-A734-458A-A931-CE69A71D87D1}" dt="2021-01-13T19:52:34.624" v="8" actId="478"/>
          <ac:picMkLst>
            <pc:docMk/>
            <pc:sldMk cId="0" sldId="257"/>
            <ac:picMk id="64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1:16:30.520" v="1422" actId="6549"/>
        <pc:sldMkLst>
          <pc:docMk/>
          <pc:sldMk cId="0" sldId="258"/>
        </pc:sldMkLst>
        <pc:spChg chg="mod">
          <ac:chgData name="Leônidas Müller de Oliveira" userId="5af9566427f0cd7a" providerId="LiveId" clId="{68137F2F-A734-458A-A931-CE69A71D87D1}" dt="2021-01-13T19:54:46.167" v="243" actId="6549"/>
          <ac:spMkLst>
            <pc:docMk/>
            <pc:sldMk cId="0" sldId="258"/>
            <ac:spMk id="73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19:56:50.861" v="340" actId="20577"/>
          <ac:spMkLst>
            <pc:docMk/>
            <pc:sldMk cId="0" sldId="258"/>
            <ac:spMk id="75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19:56:56.934" v="342" actId="1076"/>
          <ac:spMkLst>
            <pc:docMk/>
            <pc:sldMk cId="0" sldId="258"/>
            <ac:spMk id="76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19:56:45.319" v="332" actId="478"/>
          <ac:spMkLst>
            <pc:docMk/>
            <pc:sldMk cId="0" sldId="258"/>
            <ac:spMk id="77" creationId="{00000000-0000-0000-0000-000000000000}"/>
          </ac:spMkLst>
        </pc:spChg>
        <pc:spChg chg="add del mod">
          <ac:chgData name="Leônidas Müller de Oliveira" userId="5af9566427f0cd7a" providerId="LiveId" clId="{68137F2F-A734-458A-A931-CE69A71D87D1}" dt="2021-01-13T21:16:30.520" v="1422" actId="6549"/>
          <ac:spMkLst>
            <pc:docMk/>
            <pc:sldMk cId="0" sldId="258"/>
            <ac:spMk id="78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19:55:53.218" v="244" actId="14826"/>
          <ac:picMkLst>
            <pc:docMk/>
            <pc:sldMk cId="0" sldId="258"/>
            <ac:picMk id="74" creationId="{00000000-0000-0000-0000-000000000000}"/>
          </ac:picMkLst>
        </pc:picChg>
      </pc:sldChg>
      <pc:sldChg chg="del">
        <pc:chgData name="Leônidas Müller de Oliveira" userId="5af9566427f0cd7a" providerId="LiveId" clId="{68137F2F-A734-458A-A931-CE69A71D87D1}" dt="2021-01-13T19:57:23.848" v="393" actId="47"/>
        <pc:sldMkLst>
          <pc:docMk/>
          <pc:sldMk cId="0" sldId="259"/>
        </pc:sldMkLst>
      </pc:sldChg>
      <pc:sldChg chg="del">
        <pc:chgData name="Leônidas Müller de Oliveira" userId="5af9566427f0cd7a" providerId="LiveId" clId="{68137F2F-A734-458A-A931-CE69A71D87D1}" dt="2021-01-13T19:57:24.568" v="394" actId="47"/>
        <pc:sldMkLst>
          <pc:docMk/>
          <pc:sldMk cId="0" sldId="260"/>
        </pc:sldMkLst>
      </pc:sldChg>
      <pc:sldChg chg="del">
        <pc:chgData name="Leônidas Müller de Oliveira" userId="5af9566427f0cd7a" providerId="LiveId" clId="{68137F2F-A734-458A-A931-CE69A71D87D1}" dt="2021-01-13T19:57:26.297" v="395" actId="47"/>
        <pc:sldMkLst>
          <pc:docMk/>
          <pc:sldMk cId="0" sldId="261"/>
        </pc:sldMkLst>
      </pc:sldChg>
      <pc:sldChg chg="addSp delSp modSp mod">
        <pc:chgData name="Leônidas Müller de Oliveira" userId="5af9566427f0cd7a" providerId="LiveId" clId="{68137F2F-A734-458A-A931-CE69A71D87D1}" dt="2021-01-13T21:16:54.279" v="1430"/>
        <pc:sldMkLst>
          <pc:docMk/>
          <pc:sldMk cId="0" sldId="262"/>
        </pc:sldMkLst>
        <pc:spChg chg="add mod">
          <ac:chgData name="Leônidas Müller de Oliveira" userId="5af9566427f0cd7a" providerId="LiveId" clId="{68137F2F-A734-458A-A931-CE69A71D87D1}" dt="2021-01-13T21:16:54.279" v="1430"/>
          <ac:spMkLst>
            <pc:docMk/>
            <pc:sldMk cId="0" sldId="262"/>
            <ac:spMk id="7" creationId="{89A6ED73-2DEB-4C28-B281-140763718763}"/>
          </ac:spMkLst>
        </pc:spChg>
        <pc:spChg chg="add del mod">
          <ac:chgData name="Leônidas Müller de Oliveira" userId="5af9566427f0cd7a" providerId="LiveId" clId="{68137F2F-A734-458A-A931-CE69A71D87D1}" dt="2021-01-13T19:57:41.481" v="400"/>
          <ac:spMkLst>
            <pc:docMk/>
            <pc:sldMk cId="0" sldId="262"/>
            <ac:spMk id="7" creationId="{9FA3DA35-CFBB-404B-AE5D-9984A4CD1B23}"/>
          </ac:spMkLst>
        </pc:spChg>
        <pc:spChg chg="add del mod">
          <ac:chgData name="Leônidas Müller de Oliveira" userId="5af9566427f0cd7a" providerId="LiveId" clId="{68137F2F-A734-458A-A931-CE69A71D87D1}" dt="2021-01-13T21:16:53.979" v="1429" actId="478"/>
          <ac:spMkLst>
            <pc:docMk/>
            <pc:sldMk cId="0" sldId="262"/>
            <ac:spMk id="8" creationId="{C34D776D-C320-4E9C-AB8B-6C9E2B4934AE}"/>
          </ac:spMkLst>
        </pc:spChg>
        <pc:spChg chg="mod">
          <ac:chgData name="Leônidas Müller de Oliveira" userId="5af9566427f0cd7a" providerId="LiveId" clId="{68137F2F-A734-458A-A931-CE69A71D87D1}" dt="2021-01-13T20:06:48.787" v="957" actId="1076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6:36.273" v="912" actId="1076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27:20.409" v="996" actId="20577"/>
          <ac:spMkLst>
            <pc:docMk/>
            <pc:sldMk cId="0" sldId="262"/>
            <ac:spMk id="143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19:57:44.438" v="401" actId="478"/>
          <ac:spMkLst>
            <pc:docMk/>
            <pc:sldMk cId="0" sldId="262"/>
            <ac:spMk id="144" creationId="{00000000-0000-0000-0000-000000000000}"/>
          </ac:spMkLst>
        </pc:spChg>
      </pc:sldChg>
      <pc:sldChg chg="addSp delSp modSp mod ord">
        <pc:chgData name="Leônidas Müller de Oliveira" userId="5af9566427f0cd7a" providerId="LiveId" clId="{68137F2F-A734-458A-A931-CE69A71D87D1}" dt="2021-01-14T13:52:17.725" v="4503" actId="1076"/>
        <pc:sldMkLst>
          <pc:docMk/>
          <pc:sldMk cId="0" sldId="263"/>
        </pc:sldMkLst>
        <pc:spChg chg="add mod">
          <ac:chgData name="Leônidas Müller de Oliveira" userId="5af9566427f0cd7a" providerId="LiveId" clId="{68137F2F-A734-458A-A931-CE69A71D87D1}" dt="2021-01-13T21:16:50.262" v="1428"/>
          <ac:spMkLst>
            <pc:docMk/>
            <pc:sldMk cId="0" sldId="263"/>
            <ac:spMk id="6" creationId="{25BF22B5-A45B-4D54-99F5-34066FDE8862}"/>
          </ac:spMkLst>
        </pc:spChg>
        <pc:spChg chg="mod">
          <ac:chgData name="Leônidas Müller de Oliveira" userId="5af9566427f0cd7a" providerId="LiveId" clId="{68137F2F-A734-458A-A931-CE69A71D87D1}" dt="2021-01-14T13:52:17.725" v="4503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11:37.874" v="1416" actId="1076"/>
          <ac:spMkLst>
            <pc:docMk/>
            <pc:sldMk cId="0" sldId="263"/>
            <ac:spMk id="150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0:01.463" v="1351" actId="478"/>
          <ac:spMkLst>
            <pc:docMk/>
            <pc:sldMk cId="0" sldId="263"/>
            <ac:spMk id="151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9.997" v="1427" actId="478"/>
          <ac:spMkLst>
            <pc:docMk/>
            <pc:sldMk cId="0" sldId="263"/>
            <ac:spMk id="152" creationId="{00000000-0000-0000-0000-000000000000}"/>
          </ac:spMkLst>
        </pc:spChg>
      </pc:sldChg>
      <pc:sldChg chg="addSp delSp modSp mod ord">
        <pc:chgData name="Leônidas Müller de Oliveira" userId="5af9566427f0cd7a" providerId="LiveId" clId="{68137F2F-A734-458A-A931-CE69A71D87D1}" dt="2021-01-13T21:16:41.095" v="1424"/>
        <pc:sldMkLst>
          <pc:docMk/>
          <pc:sldMk cId="0" sldId="264"/>
        </pc:sldMkLst>
        <pc:spChg chg="add mod">
          <ac:chgData name="Leônidas Müller de Oliveira" userId="5af9566427f0cd7a" providerId="LiveId" clId="{68137F2F-A734-458A-A931-CE69A71D87D1}" dt="2021-01-13T21:16:41.095" v="1424"/>
          <ac:spMkLst>
            <pc:docMk/>
            <pc:sldMk cId="0" sldId="264"/>
            <ac:spMk id="6" creationId="{10B588A6-AAA8-4B22-906C-ABB969691807}"/>
          </ac:spMkLst>
        </pc:spChg>
        <pc:spChg chg="mod">
          <ac:chgData name="Leônidas Müller de Oliveira" userId="5af9566427f0cd7a" providerId="LiveId" clId="{68137F2F-A734-458A-A931-CE69A71D87D1}" dt="2021-01-13T20:36:40.237" v="1020" actId="6549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37:51.249" v="1237" actId="20577"/>
          <ac:spMkLst>
            <pc:docMk/>
            <pc:sldMk cId="0" sldId="264"/>
            <ac:spMk id="15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0.494" v="1423" actId="478"/>
          <ac:spMkLst>
            <pc:docMk/>
            <pc:sldMk cId="0" sldId="264"/>
            <ac:spMk id="16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0:41:16.568" v="1238" actId="14826"/>
          <ac:picMkLst>
            <pc:docMk/>
            <pc:sldMk cId="0" sldId="264"/>
            <ac:picMk id="159" creationId="{00000000-0000-0000-0000-000000000000}"/>
          </ac:picMkLst>
        </pc:picChg>
      </pc:sldChg>
      <pc:sldChg chg="delSp modSp del mod">
        <pc:chgData name="Leônidas Müller de Oliveira" userId="5af9566427f0cd7a" providerId="LiveId" clId="{68137F2F-A734-458A-A931-CE69A71D87D1}" dt="2021-01-13T21:36:25.499" v="1991" actId="2696"/>
        <pc:sldMkLst>
          <pc:docMk/>
          <pc:sldMk cId="0" sldId="265"/>
        </pc:sldMkLst>
        <pc:picChg chg="mod">
          <ac:chgData name="Leônidas Müller de Oliveira" userId="5af9566427f0cd7a" providerId="LiveId" clId="{68137F2F-A734-458A-A931-CE69A71D87D1}" dt="2021-01-13T21:35:13.305" v="1851" actId="14100"/>
          <ac:picMkLst>
            <pc:docMk/>
            <pc:sldMk cId="0" sldId="265"/>
            <ac:picMk id="167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35:10.718" v="1850" actId="478"/>
          <ac:picMkLst>
            <pc:docMk/>
            <pc:sldMk cId="0" sldId="265"/>
            <ac:picMk id="168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35:10.348" v="1849" actId="478"/>
          <ac:picMkLst>
            <pc:docMk/>
            <pc:sldMk cId="0" sldId="265"/>
            <ac:picMk id="169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2:11:28.021" v="2194" actId="20577"/>
        <pc:sldMkLst>
          <pc:docMk/>
          <pc:sldMk cId="0" sldId="266"/>
        </pc:sldMkLst>
        <pc:spChg chg="add mod">
          <ac:chgData name="Leônidas Müller de Oliveira" userId="5af9566427f0cd7a" providerId="LiveId" clId="{68137F2F-A734-458A-A931-CE69A71D87D1}" dt="2021-01-13T21:46:42.536" v="2089"/>
          <ac:spMkLst>
            <pc:docMk/>
            <pc:sldMk cId="0" sldId="266"/>
            <ac:spMk id="7" creationId="{7C21F359-349F-4011-A06B-88E613DE1D62}"/>
          </ac:spMkLst>
        </pc:spChg>
        <pc:spChg chg="mod">
          <ac:chgData name="Leônidas Müller de Oliveira" userId="5af9566427f0cd7a" providerId="LiveId" clId="{68137F2F-A734-458A-A931-CE69A71D87D1}" dt="2021-01-13T22:11:28.021" v="2194" actId="20577"/>
          <ac:spMkLst>
            <pc:docMk/>
            <pc:sldMk cId="0" sldId="266"/>
            <ac:spMk id="17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46:33.003" v="2086" actId="478"/>
          <ac:spMkLst>
            <pc:docMk/>
            <pc:sldMk cId="0" sldId="266"/>
            <ac:spMk id="176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46:37.820" v="2088" actId="478"/>
          <ac:spMkLst>
            <pc:docMk/>
            <pc:sldMk cId="0" sldId="266"/>
            <ac:spMk id="179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49:48.141" v="2187" actId="14100"/>
          <ac:picMkLst>
            <pc:docMk/>
            <pc:sldMk cId="0" sldId="266"/>
            <ac:picMk id="177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49:18.676" v="2183" actId="478"/>
          <ac:picMkLst>
            <pc:docMk/>
            <pc:sldMk cId="0" sldId="266"/>
            <ac:picMk id="178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2:24:00.654" v="2244" actId="478"/>
        <pc:sldMkLst>
          <pc:docMk/>
          <pc:sldMk cId="0" sldId="267"/>
        </pc:sldMkLst>
        <pc:spChg chg="add mod">
          <ac:chgData name="Leônidas Müller de Oliveira" userId="5af9566427f0cd7a" providerId="LiveId" clId="{68137F2F-A734-458A-A931-CE69A71D87D1}" dt="2021-01-13T22:18:57.823" v="2232"/>
          <ac:spMkLst>
            <pc:docMk/>
            <pc:sldMk cId="0" sldId="267"/>
            <ac:spMk id="6" creationId="{FC6013AE-9CB7-4BBB-8411-9C6335FC9B30}"/>
          </ac:spMkLst>
        </pc:spChg>
        <pc:spChg chg="mod">
          <ac:chgData name="Leônidas Müller de Oliveira" userId="5af9566427f0cd7a" providerId="LiveId" clId="{68137F2F-A734-458A-A931-CE69A71D87D1}" dt="2021-01-13T22:12:33.211" v="2225" actId="20577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21:40.377" v="2242" actId="20577"/>
          <ac:spMkLst>
            <pc:docMk/>
            <pc:sldMk cId="0" sldId="267"/>
            <ac:spMk id="18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18:57.033" v="2231" actId="478"/>
          <ac:spMkLst>
            <pc:docMk/>
            <pc:sldMk cId="0" sldId="267"/>
            <ac:spMk id="187" creationId="{00000000-0000-0000-0000-000000000000}"/>
          </ac:spMkLst>
        </pc:spChg>
        <pc:graphicFrameChg chg="add del modGraphic">
          <ac:chgData name="Leônidas Müller de Oliveira" userId="5af9566427f0cd7a" providerId="LiveId" clId="{68137F2F-A734-458A-A931-CE69A71D87D1}" dt="2021-01-13T22:24:00.654" v="2244" actId="478"/>
          <ac:graphicFrameMkLst>
            <pc:docMk/>
            <pc:sldMk cId="0" sldId="267"/>
            <ac:graphicFrameMk id="3" creationId="{76D8C606-A76B-4302-AB5C-82D4751FECFE}"/>
          </ac:graphicFrameMkLst>
        </pc:graphicFrameChg>
        <pc:picChg chg="mod">
          <ac:chgData name="Leônidas Müller de Oliveira" userId="5af9566427f0cd7a" providerId="LiveId" clId="{68137F2F-A734-458A-A931-CE69A71D87D1}" dt="2021-01-13T22:19:01.483" v="2234" actId="14100"/>
          <ac:picMkLst>
            <pc:docMk/>
            <pc:sldMk cId="0" sldId="267"/>
            <ac:picMk id="186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4T00:29:43.090" v="4481" actId="1076"/>
        <pc:sldMkLst>
          <pc:docMk/>
          <pc:sldMk cId="0" sldId="268"/>
        </pc:sldMkLst>
        <pc:spChg chg="add mod">
          <ac:chgData name="Leônidas Müller de Oliveira" userId="5af9566427f0cd7a" providerId="LiveId" clId="{68137F2F-A734-458A-A931-CE69A71D87D1}" dt="2021-01-14T00:29:43.090" v="4481" actId="1076"/>
          <ac:spMkLst>
            <pc:docMk/>
            <pc:sldMk cId="0" sldId="268"/>
            <ac:spMk id="11" creationId="{66D68495-624D-436A-A86D-E42CC4800A32}"/>
          </ac:spMkLst>
        </pc:spChg>
        <pc:spChg chg="add mod">
          <ac:chgData name="Leônidas Müller de Oliveira" userId="5af9566427f0cd7a" providerId="LiveId" clId="{68137F2F-A734-458A-A931-CE69A71D87D1}" dt="2021-01-13T22:28:12.015" v="2364"/>
          <ac:spMkLst>
            <pc:docMk/>
            <pc:sldMk cId="0" sldId="268"/>
            <ac:spMk id="12" creationId="{18466C6D-A0D4-4C5C-9B03-F662411778D8}"/>
          </ac:spMkLst>
        </pc:spChg>
        <pc:spChg chg="mod">
          <ac:chgData name="Leônidas Müller de Oliveira" userId="5af9566427f0cd7a" providerId="LiveId" clId="{68137F2F-A734-458A-A931-CE69A71D87D1}" dt="2021-01-13T22:30:25.690" v="2367"/>
          <ac:spMkLst>
            <pc:docMk/>
            <pc:sldMk cId="0" sldId="268"/>
            <ac:spMk id="192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2.098" v="2247" actId="478"/>
          <ac:spMkLst>
            <pc:docMk/>
            <pc:sldMk cId="0" sldId="268"/>
            <ac:spMk id="193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3.291" v="2249" actId="478"/>
          <ac:spMkLst>
            <pc:docMk/>
            <pc:sldMk cId="0" sldId="268"/>
            <ac:spMk id="194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5.369" v="2253" actId="478"/>
          <ac:spMkLst>
            <pc:docMk/>
            <pc:sldMk cId="0" sldId="268"/>
            <ac:spMk id="195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4.176" v="2251" actId="478"/>
          <ac:spMkLst>
            <pc:docMk/>
            <pc:sldMk cId="0" sldId="268"/>
            <ac:spMk id="196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6.505" v="2254" actId="478"/>
          <ac:spMkLst>
            <pc:docMk/>
            <pc:sldMk cId="0" sldId="268"/>
            <ac:spMk id="197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7.665" v="2255" actId="478"/>
          <ac:spMkLst>
            <pc:docMk/>
            <pc:sldMk cId="0" sldId="268"/>
            <ac:spMk id="19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8:11.041" v="2363" actId="478"/>
          <ac:spMkLst>
            <pc:docMk/>
            <pc:sldMk cId="0" sldId="268"/>
            <ac:spMk id="20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2:31:15.488" v="2368" actId="14826"/>
          <ac:picMkLst>
            <pc:docMk/>
            <pc:sldMk cId="0" sldId="268"/>
            <ac:picMk id="199" creationId="{00000000-0000-0000-0000-000000000000}"/>
          </ac:picMkLst>
        </pc:picChg>
      </pc:sldChg>
      <pc:sldChg chg="del ord">
        <pc:chgData name="Leônidas Müller de Oliveira" userId="5af9566427f0cd7a" providerId="LiveId" clId="{68137F2F-A734-458A-A931-CE69A71D87D1}" dt="2021-01-13T23:03:58.467" v="3830" actId="47"/>
        <pc:sldMkLst>
          <pc:docMk/>
          <pc:sldMk cId="0" sldId="269"/>
        </pc:sldMkLst>
      </pc:sldChg>
      <pc:sldChg chg="addSp delSp modSp mod ord">
        <pc:chgData name="Leônidas Müller de Oliveira" userId="5af9566427f0cd7a" providerId="LiveId" clId="{68137F2F-A734-458A-A931-CE69A71D87D1}" dt="2021-01-13T22:35:35.056" v="2428"/>
        <pc:sldMkLst>
          <pc:docMk/>
          <pc:sldMk cId="0" sldId="270"/>
        </pc:sldMkLst>
        <pc:spChg chg="add mod">
          <ac:chgData name="Leônidas Müller de Oliveira" userId="5af9566427f0cd7a" providerId="LiveId" clId="{68137F2F-A734-458A-A931-CE69A71D87D1}" dt="2021-01-13T22:35:35.056" v="2428"/>
          <ac:spMkLst>
            <pc:docMk/>
            <pc:sldMk cId="0" sldId="270"/>
            <ac:spMk id="6" creationId="{930CC52F-ED8A-47A5-A077-E851C4C95BC3}"/>
          </ac:spMkLst>
        </pc:spChg>
        <pc:spChg chg="mod">
          <ac:chgData name="Leônidas Müller de Oliveira" userId="5af9566427f0cd7a" providerId="LiveId" clId="{68137F2F-A734-458A-A931-CE69A71D87D1}" dt="2021-01-13T22:34:39.885" v="2417" actId="20577"/>
          <ac:spMkLst>
            <pc:docMk/>
            <pc:sldMk cId="0" sldId="270"/>
            <ac:spMk id="21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35:31.557" v="2426" actId="1076"/>
          <ac:spMkLst>
            <pc:docMk/>
            <pc:sldMk cId="0" sldId="270"/>
            <ac:spMk id="21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35:34.388" v="2427" actId="478"/>
          <ac:spMkLst>
            <pc:docMk/>
            <pc:sldMk cId="0" sldId="270"/>
            <ac:spMk id="220" creationId="{00000000-0000-0000-0000-000000000000}"/>
          </ac:spMkLst>
        </pc:spChg>
      </pc:sldChg>
      <pc:sldChg chg="addSp delSp modSp mod">
        <pc:chgData name="Leônidas Müller de Oliveira" userId="5af9566427f0cd7a" providerId="LiveId" clId="{68137F2F-A734-458A-A931-CE69A71D87D1}" dt="2021-01-14T00:51:51.943" v="4499" actId="1076"/>
        <pc:sldMkLst>
          <pc:docMk/>
          <pc:sldMk cId="0" sldId="271"/>
        </pc:sldMkLst>
        <pc:spChg chg="add mod">
          <ac:chgData name="Leônidas Müller de Oliveira" userId="5af9566427f0cd7a" providerId="LiveId" clId="{68137F2F-A734-458A-A931-CE69A71D87D1}" dt="2021-01-13T23:04:05.651" v="3832"/>
          <ac:spMkLst>
            <pc:docMk/>
            <pc:sldMk cId="0" sldId="271"/>
            <ac:spMk id="8" creationId="{83F31AB0-14A9-4E61-8540-674C7E14B2A5}"/>
          </ac:spMkLst>
        </pc:spChg>
        <pc:spChg chg="mod">
          <ac:chgData name="Leônidas Müller de Oliveira" userId="5af9566427f0cd7a" providerId="LiveId" clId="{68137F2F-A734-458A-A931-CE69A71D87D1}" dt="2021-01-14T00:51:49.451" v="4498" actId="1076"/>
          <ac:spMkLst>
            <pc:docMk/>
            <pc:sldMk cId="0" sldId="271"/>
            <ac:spMk id="22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3:04:05.230" v="3831" actId="478"/>
          <ac:spMkLst>
            <pc:docMk/>
            <pc:sldMk cId="0" sldId="271"/>
            <ac:spMk id="22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51:51.943" v="4499" actId="1076"/>
          <ac:spMkLst>
            <pc:docMk/>
            <pc:sldMk cId="0" sldId="271"/>
            <ac:spMk id="228" creationId="{00000000-0000-0000-0000-000000000000}"/>
          </ac:spMkLst>
        </pc:spChg>
        <pc:picChg chg="add mod">
          <ac:chgData name="Leônidas Müller de Oliveira" userId="5af9566427f0cd7a" providerId="LiveId" clId="{68137F2F-A734-458A-A931-CE69A71D87D1}" dt="2021-01-13T23:03:56.265" v="3829" actId="1076"/>
          <ac:picMkLst>
            <pc:docMk/>
            <pc:sldMk cId="0" sldId="271"/>
            <ac:picMk id="3" creationId="{36E3D016-5FC1-4823-80C4-550D12960490}"/>
          </ac:picMkLst>
        </pc:picChg>
        <pc:picChg chg="del">
          <ac:chgData name="Leônidas Müller de Oliveira" userId="5af9566427f0cd7a" providerId="LiveId" clId="{68137F2F-A734-458A-A931-CE69A71D87D1}" dt="2021-01-13T23:03:52.798" v="3828" actId="478"/>
          <ac:picMkLst>
            <pc:docMk/>
            <pc:sldMk cId="0" sldId="271"/>
            <ac:picMk id="226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3:07:52.213" v="4440"/>
        <pc:sldMkLst>
          <pc:docMk/>
          <pc:sldMk cId="0" sldId="272"/>
        </pc:sldMkLst>
        <pc:spChg chg="add mod">
          <ac:chgData name="Leônidas Müller de Oliveira" userId="5af9566427f0cd7a" providerId="LiveId" clId="{68137F2F-A734-458A-A931-CE69A71D87D1}" dt="2021-01-13T23:07:52.213" v="4440"/>
          <ac:spMkLst>
            <pc:docMk/>
            <pc:sldMk cId="0" sldId="272"/>
            <ac:spMk id="6" creationId="{FD76ADCD-BBBA-4B59-816B-9784258BC36A}"/>
          </ac:spMkLst>
        </pc:spChg>
        <pc:spChg chg="mod">
          <ac:chgData name="Leônidas Müller de Oliveira" userId="5af9566427f0cd7a" providerId="LiveId" clId="{68137F2F-A734-458A-A931-CE69A71D87D1}" dt="2021-01-13T23:06:47.574" v="4327" actId="20577"/>
          <ac:spMkLst>
            <pc:docMk/>
            <pc:sldMk cId="0" sldId="272"/>
            <ac:spMk id="233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3:07:01.263" v="4368" actId="20577"/>
          <ac:spMkLst>
            <pc:docMk/>
            <pc:sldMk cId="0" sldId="272"/>
            <ac:spMk id="23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3:07:45.626" v="4438" actId="20577"/>
          <ac:spMkLst>
            <pc:docMk/>
            <pc:sldMk cId="0" sldId="272"/>
            <ac:spMk id="23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3:07:51.855" v="4439" actId="478"/>
          <ac:spMkLst>
            <pc:docMk/>
            <pc:sldMk cId="0" sldId="272"/>
            <ac:spMk id="236" creationId="{00000000-0000-0000-0000-000000000000}"/>
          </ac:spMkLst>
        </pc:spChg>
      </pc:sldChg>
      <pc:sldChg chg="del">
        <pc:chgData name="Leônidas Müller de Oliveira" userId="5af9566427f0cd7a" providerId="LiveId" clId="{68137F2F-A734-458A-A931-CE69A71D87D1}" dt="2021-01-13T23:07:58.595" v="4441" actId="47"/>
        <pc:sldMkLst>
          <pc:docMk/>
          <pc:sldMk cId="0" sldId="273"/>
        </pc:sldMkLst>
      </pc:sldChg>
      <pc:sldChg chg="addSp delSp modSp mod ord">
        <pc:chgData name="Leônidas Müller de Oliveira" userId="5af9566427f0cd7a" providerId="LiveId" clId="{68137F2F-A734-458A-A931-CE69A71D87D1}" dt="2021-01-14T00:46:51.650" v="4491" actId="1076"/>
        <pc:sldMkLst>
          <pc:docMk/>
          <pc:sldMk cId="0" sldId="274"/>
        </pc:sldMkLst>
        <pc:spChg chg="add mod">
          <ac:chgData name="Leônidas Müller de Oliveira" userId="5af9566427f0cd7a" providerId="LiveId" clId="{68137F2F-A734-458A-A931-CE69A71D87D1}" dt="2021-01-13T22:59:47.191" v="3477"/>
          <ac:spMkLst>
            <pc:docMk/>
            <pc:sldMk cId="0" sldId="274"/>
            <ac:spMk id="6" creationId="{32143811-F134-4409-AC77-19852463A64F}"/>
          </ac:spMkLst>
        </pc:spChg>
        <pc:spChg chg="mod">
          <ac:chgData name="Leônidas Müller de Oliveira" userId="5af9566427f0cd7a" providerId="LiveId" clId="{68137F2F-A734-458A-A931-CE69A71D87D1}" dt="2021-01-13T22:56:26.530" v="3166" actId="14100"/>
          <ac:spMkLst>
            <pc:docMk/>
            <pc:sldMk cId="0" sldId="274"/>
            <ac:spMk id="249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56:32.602" v="3168" actId="478"/>
          <ac:spMkLst>
            <pc:docMk/>
            <pc:sldMk cId="0" sldId="274"/>
            <ac:spMk id="250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46:51.650" v="4491" actId="1076"/>
          <ac:spMkLst>
            <pc:docMk/>
            <pc:sldMk cId="0" sldId="274"/>
            <ac:spMk id="251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59:46.662" v="3476" actId="478"/>
          <ac:spMkLst>
            <pc:docMk/>
            <pc:sldMk cId="0" sldId="274"/>
            <ac:spMk id="252" creationId="{00000000-0000-0000-0000-000000000000}"/>
          </ac:spMkLst>
        </pc:spChg>
      </pc:sldChg>
      <pc:sldChg chg="del">
        <pc:chgData name="Leônidas Müller de Oliveira" userId="5af9566427f0cd7a" providerId="LiveId" clId="{68137F2F-A734-458A-A931-CE69A71D87D1}" dt="2021-01-13T22:55:54.862" v="3157" actId="47"/>
        <pc:sldMkLst>
          <pc:docMk/>
          <pc:sldMk cId="0" sldId="275"/>
        </pc:sldMkLst>
      </pc:sldChg>
      <pc:sldChg chg="del">
        <pc:chgData name="Leônidas Müller de Oliveira" userId="5af9566427f0cd7a" providerId="LiveId" clId="{68137F2F-A734-458A-A931-CE69A71D87D1}" dt="2021-01-13T22:55:56.371" v="3158" actId="47"/>
        <pc:sldMkLst>
          <pc:docMk/>
          <pc:sldMk cId="0" sldId="276"/>
        </pc:sldMkLst>
      </pc:sldChg>
      <pc:sldChg chg="del">
        <pc:chgData name="Leônidas Müller de Oliveira" userId="5af9566427f0cd7a" providerId="LiveId" clId="{68137F2F-A734-458A-A931-CE69A71D87D1}" dt="2021-01-13T23:08:00.540" v="4442" actId="47"/>
        <pc:sldMkLst>
          <pc:docMk/>
          <pc:sldMk cId="0" sldId="277"/>
        </pc:sldMkLst>
      </pc:sldChg>
      <pc:sldChg chg="del">
        <pc:chgData name="Leônidas Müller de Oliveira" userId="5af9566427f0cd7a" providerId="LiveId" clId="{68137F2F-A734-458A-A931-CE69A71D87D1}" dt="2021-01-13T23:08:01.452" v="4443" actId="47"/>
        <pc:sldMkLst>
          <pc:docMk/>
          <pc:sldMk cId="0" sldId="278"/>
        </pc:sldMkLst>
      </pc:sldChg>
      <pc:sldChg chg="del">
        <pc:chgData name="Leônidas Müller de Oliveira" userId="5af9566427f0cd7a" providerId="LiveId" clId="{68137F2F-A734-458A-A931-CE69A71D87D1}" dt="2021-01-13T23:08:02.198" v="4444" actId="47"/>
        <pc:sldMkLst>
          <pc:docMk/>
          <pc:sldMk cId="0" sldId="279"/>
        </pc:sldMkLst>
      </pc:sldChg>
      <pc:sldChg chg="del">
        <pc:chgData name="Leônidas Müller de Oliveira" userId="5af9566427f0cd7a" providerId="LiveId" clId="{68137F2F-A734-458A-A931-CE69A71D87D1}" dt="2021-01-13T23:08:02.829" v="4445" actId="47"/>
        <pc:sldMkLst>
          <pc:docMk/>
          <pc:sldMk cId="0" sldId="280"/>
        </pc:sldMkLst>
      </pc:sldChg>
      <pc:sldChg chg="addSp delSp modSp mod">
        <pc:chgData name="Leônidas Müller de Oliveira" userId="5af9566427f0cd7a" providerId="LiveId" clId="{68137F2F-A734-458A-A931-CE69A71D87D1}" dt="2021-01-14T01:02:53.449" v="4502" actId="1076"/>
        <pc:sldMkLst>
          <pc:docMk/>
          <pc:sldMk cId="0" sldId="281"/>
        </pc:sldMkLst>
        <pc:spChg chg="add mod">
          <ac:chgData name="Leônidas Müller de Oliveira" userId="5af9566427f0cd7a" providerId="LiveId" clId="{68137F2F-A734-458A-A931-CE69A71D87D1}" dt="2021-01-14T01:02:36.645" v="4500" actId="1076"/>
          <ac:spMkLst>
            <pc:docMk/>
            <pc:sldMk cId="0" sldId="281"/>
            <ac:spMk id="6" creationId="{E13DB553-13BB-41C1-8D73-D4CF2AC42EA7}"/>
          </ac:spMkLst>
        </pc:spChg>
        <pc:spChg chg="add mod">
          <ac:chgData name="Leônidas Müller de Oliveira" userId="5af9566427f0cd7a" providerId="LiveId" clId="{68137F2F-A734-458A-A931-CE69A71D87D1}" dt="2021-01-14T01:02:53.449" v="4502" actId="1076"/>
          <ac:spMkLst>
            <pc:docMk/>
            <pc:sldMk cId="0" sldId="281"/>
            <ac:spMk id="7" creationId="{5702FB7F-E2F0-43AF-82E6-9EF6F09B9185}"/>
          </ac:spMkLst>
        </pc:spChg>
        <pc:spChg chg="mod">
          <ac:chgData name="Leônidas Müller de Oliveira" userId="5af9566427f0cd7a" providerId="LiveId" clId="{68137F2F-A734-458A-A931-CE69A71D87D1}" dt="2021-01-13T22:48:58.821" v="2682" actId="1076"/>
          <ac:spMkLst>
            <pc:docMk/>
            <pc:sldMk cId="0" sldId="281"/>
            <ac:spMk id="33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8:56.794" v="2681" actId="1076"/>
          <ac:spMkLst>
            <pc:docMk/>
            <pc:sldMk cId="0" sldId="281"/>
            <ac:spMk id="338" creationId="{00000000-0000-0000-0000-000000000000}"/>
          </ac:spMkLst>
        </pc:spChg>
        <pc:picChg chg="add mod">
          <ac:chgData name="Leônidas Müller de Oliveira" userId="5af9566427f0cd7a" providerId="LiveId" clId="{68137F2F-A734-458A-A931-CE69A71D87D1}" dt="2021-01-13T22:48:49.633" v="2679"/>
          <ac:picMkLst>
            <pc:docMk/>
            <pc:sldMk cId="0" sldId="281"/>
            <ac:picMk id="5" creationId="{B5D4AE09-62A7-4F55-8392-1C90A5E86B25}"/>
          </ac:picMkLst>
        </pc:picChg>
        <pc:picChg chg="del">
          <ac:chgData name="Leônidas Müller de Oliveira" userId="5af9566427f0cd7a" providerId="LiveId" clId="{68137F2F-A734-458A-A931-CE69A71D87D1}" dt="2021-01-13T22:47:42.899" v="2636" actId="478"/>
          <ac:picMkLst>
            <pc:docMk/>
            <pc:sldMk cId="0" sldId="281"/>
            <ac:picMk id="336" creationId="{00000000-0000-0000-0000-000000000000}"/>
          </ac:picMkLst>
        </pc:picChg>
      </pc:sldChg>
      <pc:sldChg chg="delSp modSp del mod">
        <pc:chgData name="Leônidas Müller de Oliveira" userId="5af9566427f0cd7a" providerId="LiveId" clId="{68137F2F-A734-458A-A931-CE69A71D87D1}" dt="2021-01-13T22:49:13.482" v="2687" actId="47"/>
        <pc:sldMkLst>
          <pc:docMk/>
          <pc:sldMk cId="3187776213" sldId="282"/>
        </pc:sldMkLst>
        <pc:spChg chg="mod">
          <ac:chgData name="Leônidas Müller de Oliveira" userId="5af9566427f0cd7a" providerId="LiveId" clId="{68137F2F-A734-458A-A931-CE69A71D87D1}" dt="2021-01-13T22:45:11.028" v="2594" actId="20577"/>
          <ac:spMkLst>
            <pc:docMk/>
            <pc:sldMk cId="3187776213" sldId="282"/>
            <ac:spMk id="34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7:31.264" v="2616" actId="20577"/>
          <ac:spMkLst>
            <pc:docMk/>
            <pc:sldMk cId="3187776213" sldId="282"/>
            <ac:spMk id="346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7:38.347" v="2635" actId="20577"/>
          <ac:spMkLst>
            <pc:docMk/>
            <pc:sldMk cId="3187776213" sldId="282"/>
            <ac:spMk id="347" creationId="{00000000-0000-0000-0000-000000000000}"/>
          </ac:spMkLst>
        </pc:spChg>
        <pc:picChg chg="del">
          <ac:chgData name="Leônidas Müller de Oliveira" userId="5af9566427f0cd7a" providerId="LiveId" clId="{68137F2F-A734-458A-A931-CE69A71D87D1}" dt="2021-01-13T22:45:07.029" v="2591" actId="478"/>
          <ac:picMkLst>
            <pc:docMk/>
            <pc:sldMk cId="3187776213" sldId="282"/>
            <ac:picMk id="343" creationId="{00000000-0000-0000-0000-000000000000}"/>
          </ac:picMkLst>
        </pc:picChg>
        <pc:picChg chg="mod modCrop">
          <ac:chgData name="Leônidas Müller de Oliveira" userId="5af9566427f0cd7a" providerId="LiveId" clId="{68137F2F-A734-458A-A931-CE69A71D87D1}" dt="2021-01-13T22:47:20.532" v="2606" actId="732"/>
          <ac:picMkLst>
            <pc:docMk/>
            <pc:sldMk cId="3187776213" sldId="282"/>
            <ac:picMk id="345" creationId="{00000000-0000-0000-0000-000000000000}"/>
          </ac:picMkLst>
        </pc:picChg>
      </pc:sldChg>
      <pc:sldChg chg="addSp delSp modSp add mod">
        <pc:chgData name="Leônidas Müller de Oliveira" userId="5af9566427f0cd7a" providerId="LiveId" clId="{68137F2F-A734-458A-A931-CE69A71D87D1}" dt="2021-01-14T19:02:43.230" v="4504" actId="1076"/>
        <pc:sldMkLst>
          <pc:docMk/>
          <pc:sldMk cId="569711459" sldId="283"/>
        </pc:sldMkLst>
        <pc:spChg chg="add mod">
          <ac:chgData name="Leônidas Müller de Oliveira" userId="5af9566427f0cd7a" providerId="LiveId" clId="{68137F2F-A734-458A-A931-CE69A71D87D1}" dt="2021-01-13T21:16:46.684" v="1426"/>
          <ac:spMkLst>
            <pc:docMk/>
            <pc:sldMk cId="569711459" sldId="283"/>
            <ac:spMk id="6" creationId="{8773F3A6-AB81-492A-9E25-5D2FE5C24475}"/>
          </ac:spMkLst>
        </pc:spChg>
        <pc:spChg chg="mod">
          <ac:chgData name="Leônidas Müller de Oliveira" userId="5af9566427f0cd7a" providerId="LiveId" clId="{68137F2F-A734-458A-A931-CE69A71D87D1}" dt="2021-01-13T21:08:13.998" v="1309" actId="20577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19:02:43.230" v="4504" actId="1076"/>
          <ac:spMkLst>
            <pc:docMk/>
            <pc:sldMk cId="569711459" sldId="283"/>
            <ac:spMk id="15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6.188" v="1425" actId="478"/>
          <ac:spMkLst>
            <pc:docMk/>
            <pc:sldMk cId="569711459" sldId="283"/>
            <ac:spMk id="16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09:01.276" v="1316" actId="14826"/>
          <ac:picMkLst>
            <pc:docMk/>
            <pc:sldMk cId="569711459" sldId="283"/>
            <ac:picMk id="159" creationId="{00000000-0000-0000-0000-000000000000}"/>
          </ac:picMkLst>
        </pc:picChg>
      </pc:sldChg>
      <pc:sldChg chg="modSp add del mod ord">
        <pc:chgData name="Leônidas Müller de Oliveira" userId="5af9566427f0cd7a" providerId="LiveId" clId="{68137F2F-A734-458A-A931-CE69A71D87D1}" dt="2021-01-13T20:03:56.859" v="833" actId="2890"/>
        <pc:sldMkLst>
          <pc:docMk/>
          <pc:sldMk cId="579065743" sldId="283"/>
        </pc:sldMkLst>
        <pc:spChg chg="mod">
          <ac:chgData name="Leônidas Müller de Oliveira" userId="5af9566427f0cd7a" providerId="LiveId" clId="{68137F2F-A734-458A-A931-CE69A71D87D1}" dt="2021-01-13T20:03:56.066" v="831" actId="20577"/>
          <ac:spMkLst>
            <pc:docMk/>
            <pc:sldMk cId="579065743" sldId="283"/>
            <ac:spMk id="141" creationId="{00000000-0000-0000-0000-000000000000}"/>
          </ac:spMkLst>
        </pc:spChg>
      </pc:sldChg>
      <pc:sldChg chg="addSp delSp modSp add mod ord">
        <pc:chgData name="Leônidas Müller de Oliveira" userId="5af9566427f0cd7a" providerId="LiveId" clId="{68137F2F-A734-458A-A931-CE69A71D87D1}" dt="2021-01-13T21:25:04.087" v="1848" actId="1076"/>
        <pc:sldMkLst>
          <pc:docMk/>
          <pc:sldMk cId="1437011287" sldId="284"/>
        </pc:sldMkLst>
        <pc:spChg chg="add mod">
          <ac:chgData name="Leônidas Müller de Oliveira" userId="5af9566427f0cd7a" providerId="LiveId" clId="{68137F2F-A734-458A-A931-CE69A71D87D1}" dt="2021-01-13T21:24:57.112" v="1847" actId="1076"/>
          <ac:spMkLst>
            <pc:docMk/>
            <pc:sldMk cId="1437011287" sldId="284"/>
            <ac:spMk id="2" creationId="{B5FAAC12-83B7-4468-968E-BD39CFBF23F8}"/>
          </ac:spMkLst>
        </pc:spChg>
        <pc:spChg chg="add ord">
          <ac:chgData name="Leônidas Müller de Oliveira" userId="5af9566427f0cd7a" providerId="LiveId" clId="{68137F2F-A734-458A-A931-CE69A71D87D1}" dt="2021-01-13T21:24:52.463" v="1846" actId="167"/>
          <ac:spMkLst>
            <pc:docMk/>
            <pc:sldMk cId="1437011287" sldId="284"/>
            <ac:spMk id="3" creationId="{5A9CA915-CCB3-442A-9489-70F111D48946}"/>
          </ac:spMkLst>
        </pc:spChg>
        <pc:spChg chg="add mod">
          <ac:chgData name="Leônidas Müller de Oliveira" userId="5af9566427f0cd7a" providerId="LiveId" clId="{68137F2F-A734-458A-A931-CE69A71D87D1}" dt="2021-01-13T21:25:04.087" v="1848" actId="1076"/>
          <ac:spMkLst>
            <pc:docMk/>
            <pc:sldMk cId="1437011287" sldId="284"/>
            <ac:spMk id="5" creationId="{694E9661-0DA9-4439-A260-5A55C84F5188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7" creationId="{A4DD453D-BBF4-4D35-BEA3-93C8AFDFAD21}"/>
          </ac:spMkLst>
        </pc:spChg>
        <pc:spChg chg="add del mod">
          <ac:chgData name="Leônidas Müller de Oliveira" userId="5af9566427f0cd7a" providerId="LiveId" clId="{68137F2F-A734-458A-A931-CE69A71D87D1}" dt="2021-01-13T21:21:34.154" v="1796" actId="478"/>
          <ac:spMkLst>
            <pc:docMk/>
            <pc:sldMk cId="1437011287" sldId="284"/>
            <ac:spMk id="8" creationId="{18024FAC-ADEC-4672-B0B3-FD3107CF3622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9" creationId="{C42EB859-19E8-4973-97DF-EF93B5B2D845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10" creationId="{D85E2755-D8D3-49BC-BE27-FFE170CCCC28}"/>
          </ac:spMkLst>
        </pc:spChg>
        <pc:spChg chg="add mod">
          <ac:chgData name="Leônidas Müller de Oliveira" userId="5af9566427f0cd7a" providerId="LiveId" clId="{68137F2F-A734-458A-A931-CE69A71D87D1}" dt="2021-01-13T21:23:53.752" v="1831" actId="1076"/>
          <ac:spMkLst>
            <pc:docMk/>
            <pc:sldMk cId="1437011287" sldId="284"/>
            <ac:spMk id="11" creationId="{265A0DFD-B71D-43C1-AD39-A6ABF5557A41}"/>
          </ac:spMkLst>
        </pc:spChg>
        <pc:spChg chg="mod">
          <ac:chgData name="Leônidas Müller de Oliveira" userId="5af9566427f0cd7a" providerId="LiveId" clId="{68137F2F-A734-458A-A931-CE69A71D87D1}" dt="2021-01-13T21:24:13.614" v="1834" actId="1076"/>
          <ac:spMkLst>
            <pc:docMk/>
            <pc:sldMk cId="1437011287" sldId="284"/>
            <ac:spMk id="149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23:28.244" v="1825" actId="552"/>
          <ac:spMkLst>
            <pc:docMk/>
            <pc:sldMk cId="1437011287" sldId="284"/>
            <ac:spMk id="150" creationId="{00000000-0000-0000-0000-000000000000}"/>
          </ac:spMkLst>
        </pc:spChg>
      </pc:sldChg>
      <pc:sldChg chg="modSp add mod ord">
        <pc:chgData name="Leônidas Müller de Oliveira" userId="5af9566427f0cd7a" providerId="LiveId" clId="{68137F2F-A734-458A-A931-CE69A71D87D1}" dt="2021-01-13T21:36:11.834" v="1990" actId="14100"/>
        <pc:sldMkLst>
          <pc:docMk/>
          <pc:sldMk cId="2813838532" sldId="285"/>
        </pc:sldMkLst>
        <pc:spChg chg="mod">
          <ac:chgData name="Leônidas Müller de Oliveira" userId="5af9566427f0cd7a" providerId="LiveId" clId="{68137F2F-A734-458A-A931-CE69A71D87D1}" dt="2021-01-13T21:35:28.849" v="1876" actId="14100"/>
          <ac:spMkLst>
            <pc:docMk/>
            <pc:sldMk cId="2813838532" sldId="285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35:48.905" v="1983" actId="20577"/>
          <ac:spMkLst>
            <pc:docMk/>
            <pc:sldMk cId="2813838532" sldId="285"/>
            <ac:spMk id="158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36:11.834" v="1990" actId="14100"/>
          <ac:picMkLst>
            <pc:docMk/>
            <pc:sldMk cId="2813838532" sldId="285"/>
            <ac:picMk id="159" creationId="{00000000-0000-0000-0000-000000000000}"/>
          </ac:picMkLst>
        </pc:picChg>
      </pc:sldChg>
      <pc:sldChg chg="addSp delSp modSp add del mod">
        <pc:chgData name="Leônidas Müller de Oliveira" userId="5af9566427f0cd7a" providerId="LiveId" clId="{68137F2F-A734-458A-A931-CE69A71D87D1}" dt="2021-01-13T22:44:49.198" v="2589" actId="47"/>
        <pc:sldMkLst>
          <pc:docMk/>
          <pc:sldMk cId="2907770087" sldId="286"/>
        </pc:sldMkLst>
        <pc:spChg chg="add del">
          <ac:chgData name="Leônidas Müller de Oliveira" userId="5af9566427f0cd7a" providerId="LiveId" clId="{68137F2F-A734-458A-A931-CE69A71D87D1}" dt="2021-01-13T22:39:46.586" v="2430" actId="22"/>
          <ac:spMkLst>
            <pc:docMk/>
            <pc:sldMk cId="2907770087" sldId="286"/>
            <ac:spMk id="12" creationId="{663EB6C0-7929-4ED7-BC40-5CBDD5E5E9EC}"/>
          </ac:spMkLst>
        </pc:spChg>
        <pc:spChg chg="add del">
          <ac:chgData name="Leônidas Müller de Oliveira" userId="5af9566427f0cd7a" providerId="LiveId" clId="{68137F2F-A734-458A-A931-CE69A71D87D1}" dt="2021-01-13T22:39:57.052" v="2432" actId="22"/>
          <ac:spMkLst>
            <pc:docMk/>
            <pc:sldMk cId="2907770087" sldId="286"/>
            <ac:spMk id="14" creationId="{7C0CAF90-B48A-48ED-AFB5-6E37D2DC41EE}"/>
          </ac:spMkLst>
        </pc:spChg>
        <pc:spChg chg="mod">
          <ac:chgData name="Leônidas Müller de Oliveira" userId="5af9566427f0cd7a" providerId="LiveId" clId="{68137F2F-A734-458A-A931-CE69A71D87D1}" dt="2021-01-13T22:41:16.530" v="2463" actId="20577"/>
          <ac:spMkLst>
            <pc:docMk/>
            <pc:sldMk cId="2907770087" sldId="286"/>
            <ac:spMk id="192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2:41:03.715" v="2435" actId="14100"/>
          <ac:picMkLst>
            <pc:docMk/>
            <pc:sldMk cId="2907770087" sldId="286"/>
            <ac:picMk id="199" creationId="{00000000-0000-0000-0000-000000000000}"/>
          </ac:picMkLst>
        </pc:picChg>
      </pc:sldChg>
      <pc:sldChg chg="add del">
        <pc:chgData name="Leônidas Müller de Oliveira" userId="5af9566427f0cd7a" providerId="LiveId" clId="{68137F2F-A734-458A-A931-CE69A71D87D1}" dt="2021-01-13T22:44:52.084" v="2590" actId="47"/>
        <pc:sldMkLst>
          <pc:docMk/>
          <pc:sldMk cId="1064290854" sldId="287"/>
        </pc:sldMkLst>
      </pc:sldChg>
      <pc:sldChg chg="modSp add mod">
        <pc:chgData name="Leônidas Müller de Oliveira" userId="5af9566427f0cd7a" providerId="LiveId" clId="{68137F2F-A734-458A-A931-CE69A71D87D1}" dt="2021-01-14T00:45:56.787" v="4490" actId="1076"/>
        <pc:sldMkLst>
          <pc:docMk/>
          <pc:sldMk cId="946061715" sldId="288"/>
        </pc:sldMkLst>
        <pc:spChg chg="mod">
          <ac:chgData name="Leônidas Müller de Oliveira" userId="5af9566427f0cd7a" providerId="LiveId" clId="{68137F2F-A734-458A-A931-CE69A71D87D1}" dt="2021-01-14T00:45:18.794" v="4489" actId="20577"/>
          <ac:spMkLst>
            <pc:docMk/>
            <pc:sldMk cId="946061715" sldId="288"/>
            <ac:spMk id="11" creationId="{66D68495-624D-436A-A86D-E42CC4800A32}"/>
          </ac:spMkLst>
        </pc:spChg>
        <pc:spChg chg="mod">
          <ac:chgData name="Leônidas Müller de Oliveira" userId="5af9566427f0cd7a" providerId="LiveId" clId="{68137F2F-A734-458A-A931-CE69A71D87D1}" dt="2021-01-13T22:41:39.132" v="2493" actId="20577"/>
          <ac:spMkLst>
            <pc:docMk/>
            <pc:sldMk cId="946061715" sldId="288"/>
            <ac:spMk id="192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4T00:45:56.787" v="4490" actId="1076"/>
          <ac:picMkLst>
            <pc:docMk/>
            <pc:sldMk cId="946061715" sldId="288"/>
            <ac:picMk id="199" creationId="{00000000-0000-0000-0000-000000000000}"/>
          </ac:picMkLst>
        </pc:picChg>
      </pc:sldChg>
      <pc:sldChg chg="modSp add mod">
        <pc:chgData name="Leônidas Müller de Oliveira" userId="5af9566427f0cd7a" providerId="LiveId" clId="{68137F2F-A734-458A-A931-CE69A71D87D1}" dt="2021-01-14T00:44:48.781" v="4488" actId="14100"/>
        <pc:sldMkLst>
          <pc:docMk/>
          <pc:sldMk cId="4038552212" sldId="289"/>
        </pc:sldMkLst>
        <pc:spChg chg="mod">
          <ac:chgData name="Leônidas Müller de Oliveira" userId="5af9566427f0cd7a" providerId="LiveId" clId="{68137F2F-A734-458A-A931-CE69A71D87D1}" dt="2021-01-13T22:49:58.994" v="2725" actId="20577"/>
          <ac:spMkLst>
            <pc:docMk/>
            <pc:sldMk cId="4038552212" sldId="289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44:48.781" v="4488" actId="14100"/>
          <ac:spMkLst>
            <pc:docMk/>
            <pc:sldMk cId="4038552212" sldId="289"/>
            <ac:spMk id="158" creationId="{00000000-0000-0000-0000-000000000000}"/>
          </ac:spMkLst>
        </pc:spChg>
      </pc:sldChg>
      <pc:sldChg chg="modSp add mod">
        <pc:chgData name="Leônidas Müller de Oliveira" userId="5af9566427f0cd7a" providerId="LiveId" clId="{68137F2F-A734-458A-A931-CE69A71D87D1}" dt="2021-01-14T00:51:00.650" v="4497" actId="20577"/>
        <pc:sldMkLst>
          <pc:docMk/>
          <pc:sldMk cId="2908053148" sldId="290"/>
        </pc:sldMkLst>
        <pc:spChg chg="mod">
          <ac:chgData name="Leônidas Müller de Oliveira" userId="5af9566427f0cd7a" providerId="LiveId" clId="{68137F2F-A734-458A-A931-CE69A71D87D1}" dt="2021-01-14T00:50:50.248" v="4492" actId="1076"/>
          <ac:spMkLst>
            <pc:docMk/>
            <pc:sldMk cId="2908053148" sldId="290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51:00.650" v="4497" actId="20577"/>
          <ac:spMkLst>
            <pc:docMk/>
            <pc:sldMk cId="2908053148" sldId="290"/>
            <ac:spMk id="158" creationId="{00000000-0000-0000-0000-000000000000}"/>
          </ac:spMkLst>
        </pc:spChg>
      </pc:sldChg>
      <pc:sldChg chg="modSp add del mod">
        <pc:chgData name="Leônidas Müller de Oliveira" userId="5af9566427f0cd7a" providerId="LiveId" clId="{68137F2F-A734-458A-A931-CE69A71D87D1}" dt="2021-01-13T22:59:53.923" v="3478" actId="2696"/>
        <pc:sldMkLst>
          <pc:docMk/>
          <pc:sldMk cId="3394121669" sldId="290"/>
        </pc:sldMkLst>
        <pc:spChg chg="mod">
          <ac:chgData name="Leônidas Müller de Oliveira" userId="5af9566427f0cd7a" providerId="LiveId" clId="{68137F2F-A734-458A-A931-CE69A71D87D1}" dt="2021-01-13T22:53:00.676" v="3156" actId="1076"/>
          <ac:spMkLst>
            <pc:docMk/>
            <pc:sldMk cId="3394121669" sldId="290"/>
            <ac:spMk id="149" creationId="{00000000-0000-0000-0000-000000000000}"/>
          </ac:spMkLst>
        </pc:spChg>
      </pc:sldChg>
      <pc:sldChg chg="add">
        <pc:chgData name="Leônidas Müller de Oliveira" userId="5af9566427f0cd7a" providerId="LiveId" clId="{68137F2F-A734-458A-A931-CE69A71D87D1}" dt="2021-01-13T23:58:58.383" v="4446" actId="2890"/>
        <pc:sldMkLst>
          <pc:docMk/>
          <pc:sldMk cId="2491790395" sldId="291"/>
        </pc:sldMkLst>
      </pc:sldChg>
    </pc:docChg>
  </pc:docChgLst>
  <pc:docChgLst>
    <pc:chgData name="Leônidas Müller de Oliveira" userId="5af9566427f0cd7a" providerId="LiveId" clId="{58279E46-9DEE-48ED-9CFC-1A29DC653E87}"/>
    <pc:docChg chg="undo custSel addSld delSld modSld sldOrd">
      <pc:chgData name="Leônidas Müller de Oliveira" userId="5af9566427f0cd7a" providerId="LiveId" clId="{58279E46-9DEE-48ED-9CFC-1A29DC653E87}" dt="2025-05-24T21:23:06.748" v="700" actId="1076"/>
      <pc:docMkLst>
        <pc:docMk/>
      </pc:docMkLst>
      <pc:sldChg chg="addSp modSp mod">
        <pc:chgData name="Leônidas Müller de Oliveira" userId="5af9566427f0cd7a" providerId="LiveId" clId="{58279E46-9DEE-48ED-9CFC-1A29DC653E87}" dt="2025-05-24T21:23:06.748" v="700" actId="1076"/>
        <pc:sldMkLst>
          <pc:docMk/>
          <pc:sldMk cId="3187776213" sldId="282"/>
        </pc:sldMkLst>
        <pc:spChg chg="mod">
          <ac:chgData name="Leônidas Müller de Oliveira" userId="5af9566427f0cd7a" providerId="LiveId" clId="{58279E46-9DEE-48ED-9CFC-1A29DC653E87}" dt="2025-05-24T21:22:38.057" v="690" actId="1076"/>
          <ac:spMkLst>
            <pc:docMk/>
            <pc:sldMk cId="3187776213" sldId="282"/>
            <ac:spMk id="7" creationId="{FD65234F-CE76-4586-9D67-44EDBAE0C0F0}"/>
          </ac:spMkLst>
        </pc:spChg>
        <pc:spChg chg="mod">
          <ac:chgData name="Leônidas Müller de Oliveira" userId="5af9566427f0cd7a" providerId="LiveId" clId="{58279E46-9DEE-48ED-9CFC-1A29DC653E87}" dt="2025-05-24T21:22:17.424" v="666" actId="20577"/>
          <ac:spMkLst>
            <pc:docMk/>
            <pc:sldMk cId="3187776213" sldId="282"/>
            <ac:spMk id="141" creationId="{00000000-0000-0000-0000-000000000000}"/>
          </ac:spMkLst>
        </pc:spChg>
        <pc:spChg chg="mod">
          <ac:chgData name="Leônidas Müller de Oliveira" userId="5af9566427f0cd7a" providerId="LiveId" clId="{58279E46-9DEE-48ED-9CFC-1A29DC653E87}" dt="2025-05-24T21:22:59.896" v="697" actId="14100"/>
          <ac:spMkLst>
            <pc:docMk/>
            <pc:sldMk cId="3187776213" sldId="282"/>
            <ac:spMk id="143" creationId="{00000000-0000-0000-0000-000000000000}"/>
          </ac:spMkLst>
        </pc:spChg>
        <pc:picChg chg="add mod">
          <ac:chgData name="Leônidas Müller de Oliveira" userId="5af9566427f0cd7a" providerId="LiveId" clId="{58279E46-9DEE-48ED-9CFC-1A29DC653E87}" dt="2025-05-24T21:23:06.748" v="700" actId="1076"/>
          <ac:picMkLst>
            <pc:docMk/>
            <pc:sldMk cId="3187776213" sldId="282"/>
            <ac:picMk id="2" creationId="{1EFFEBF7-8F3E-C311-CFF7-2BFFA2BD60D4}"/>
          </ac:picMkLst>
        </pc:picChg>
      </pc:sldChg>
      <pc:sldChg chg="addSp delSp modSp mod ord">
        <pc:chgData name="Leônidas Müller de Oliveira" userId="5af9566427f0cd7a" providerId="LiveId" clId="{58279E46-9DEE-48ED-9CFC-1A29DC653E87}" dt="2025-05-24T20:50:15.936" v="67" actId="1076"/>
        <pc:sldMkLst>
          <pc:docMk/>
          <pc:sldMk cId="3283063515" sldId="283"/>
        </pc:sldMkLst>
        <pc:spChg chg="add del mod">
          <ac:chgData name="Leônidas Müller de Oliveira" userId="5af9566427f0cd7a" providerId="LiveId" clId="{58279E46-9DEE-48ED-9CFC-1A29DC653E87}" dt="2025-05-24T20:16:38.726" v="40" actId="478"/>
          <ac:spMkLst>
            <pc:docMk/>
            <pc:sldMk cId="3283063515" sldId="283"/>
            <ac:spMk id="2" creationId="{8DE5577E-A88F-F159-4E56-1CC6BC9A5C29}"/>
          </ac:spMkLst>
        </pc:spChg>
        <pc:spChg chg="add mod">
          <ac:chgData name="Leônidas Müller de Oliveira" userId="5af9566427f0cd7a" providerId="LiveId" clId="{58279E46-9DEE-48ED-9CFC-1A29DC653E87}" dt="2025-05-24T20:50:15.936" v="67" actId="1076"/>
          <ac:spMkLst>
            <pc:docMk/>
            <pc:sldMk cId="3283063515" sldId="283"/>
            <ac:spMk id="3" creationId="{516DE064-8790-F786-DD35-BB1B52114FBB}"/>
          </ac:spMkLst>
        </pc:spChg>
        <pc:spChg chg="add mod">
          <ac:chgData name="Leônidas Müller de Oliveira" userId="5af9566427f0cd7a" providerId="LiveId" clId="{58279E46-9DEE-48ED-9CFC-1A29DC653E87}" dt="2025-05-24T20:50:10.051" v="66"/>
          <ac:spMkLst>
            <pc:docMk/>
            <pc:sldMk cId="3283063515" sldId="283"/>
            <ac:spMk id="4" creationId="{0902CA44-3836-AC7B-00C7-9F401BB77A42}"/>
          </ac:spMkLst>
        </pc:spChg>
        <pc:spChg chg="mod">
          <ac:chgData name="Leônidas Müller de Oliveira" userId="5af9566427f0cd7a" providerId="LiveId" clId="{58279E46-9DEE-48ED-9CFC-1A29DC653E87}" dt="2025-05-24T20:50:06.615" v="65"/>
          <ac:spMkLst>
            <pc:docMk/>
            <pc:sldMk cId="3283063515" sldId="283"/>
            <ac:spMk id="140" creationId="{00000000-0000-0000-0000-000000000000}"/>
          </ac:spMkLst>
        </pc:spChg>
        <pc:spChg chg="del">
          <ac:chgData name="Leônidas Müller de Oliveira" userId="5af9566427f0cd7a" providerId="LiveId" clId="{58279E46-9DEE-48ED-9CFC-1A29DC653E87}" dt="2025-05-24T20:16:42.328" v="41" actId="478"/>
          <ac:spMkLst>
            <pc:docMk/>
            <pc:sldMk cId="3283063515" sldId="283"/>
            <ac:spMk id="142" creationId="{00000000-0000-0000-0000-000000000000}"/>
          </ac:spMkLst>
        </pc:spChg>
        <pc:spChg chg="mod">
          <ac:chgData name="Leônidas Müller de Oliveira" userId="5af9566427f0cd7a" providerId="LiveId" clId="{58279E46-9DEE-48ED-9CFC-1A29DC653E87}" dt="2025-05-24T20:50:15.936" v="67" actId="1076"/>
          <ac:spMkLst>
            <pc:docMk/>
            <pc:sldMk cId="3283063515" sldId="283"/>
            <ac:spMk id="143" creationId="{00000000-0000-0000-0000-000000000000}"/>
          </ac:spMkLst>
        </pc:spChg>
      </pc:sldChg>
      <pc:sldChg chg="modSp add del mod">
        <pc:chgData name="Leônidas Müller de Oliveira" userId="5af9566427f0cd7a" providerId="LiveId" clId="{58279E46-9DEE-48ED-9CFC-1A29DC653E87}" dt="2025-05-24T21:12:39.260" v="426" actId="47"/>
        <pc:sldMkLst>
          <pc:docMk/>
          <pc:sldMk cId="14516376" sldId="294"/>
        </pc:sldMkLst>
        <pc:spChg chg="mod">
          <ac:chgData name="Leônidas Müller de Oliveira" userId="5af9566427f0cd7a" providerId="LiveId" clId="{58279E46-9DEE-48ED-9CFC-1A29DC653E87}" dt="2025-05-24T20:49:57.626" v="63"/>
          <ac:spMkLst>
            <pc:docMk/>
            <pc:sldMk cId="14516376" sldId="294"/>
            <ac:spMk id="142" creationId="{00000000-0000-0000-0000-000000000000}"/>
          </ac:spMkLst>
        </pc:spChg>
      </pc:sldChg>
      <pc:sldChg chg="addSp delSp modSp add mod">
        <pc:chgData name="Leônidas Müller de Oliveira" userId="5af9566427f0cd7a" providerId="LiveId" clId="{58279E46-9DEE-48ED-9CFC-1A29DC653E87}" dt="2025-05-24T21:12:32.634" v="425" actId="1076"/>
        <pc:sldMkLst>
          <pc:docMk/>
          <pc:sldMk cId="253044051" sldId="295"/>
        </pc:sldMkLst>
        <pc:spChg chg="add del mod">
          <ac:chgData name="Leônidas Müller de Oliveira" userId="5af9566427f0cd7a" providerId="LiveId" clId="{58279E46-9DEE-48ED-9CFC-1A29DC653E87}" dt="2025-05-24T21:09:15.343" v="370" actId="478"/>
          <ac:spMkLst>
            <pc:docMk/>
            <pc:sldMk cId="253044051" sldId="295"/>
            <ac:spMk id="2" creationId="{C1B47BD5-1850-14A5-CC6E-D793156BF973}"/>
          </ac:spMkLst>
        </pc:spChg>
        <pc:spChg chg="mod">
          <ac:chgData name="Leônidas Müller de Oliveira" userId="5af9566427f0cd7a" providerId="LiveId" clId="{58279E46-9DEE-48ED-9CFC-1A29DC653E87}" dt="2025-05-24T20:52:34.195" v="83" actId="20577"/>
          <ac:spMkLst>
            <pc:docMk/>
            <pc:sldMk cId="253044051" sldId="295"/>
            <ac:spMk id="3" creationId="{516DE064-8790-F786-DD35-BB1B52114FBB}"/>
          </ac:spMkLst>
        </pc:spChg>
        <pc:spChg chg="del mod">
          <ac:chgData name="Leônidas Müller de Oliveira" userId="5af9566427f0cd7a" providerId="LiveId" clId="{58279E46-9DEE-48ED-9CFC-1A29DC653E87}" dt="2025-05-24T20:53:15.450" v="122" actId="478"/>
          <ac:spMkLst>
            <pc:docMk/>
            <pc:sldMk cId="253044051" sldId="295"/>
            <ac:spMk id="4" creationId="{0902CA44-3836-AC7B-00C7-9F401BB77A42}"/>
          </ac:spMkLst>
        </pc:spChg>
        <pc:spChg chg="add mod">
          <ac:chgData name="Leônidas Müller de Oliveira" userId="5af9566427f0cd7a" providerId="LiveId" clId="{58279E46-9DEE-48ED-9CFC-1A29DC653E87}" dt="2025-05-24T21:12:32.634" v="425" actId="1076"/>
          <ac:spMkLst>
            <pc:docMk/>
            <pc:sldMk cId="253044051" sldId="295"/>
            <ac:spMk id="5" creationId="{DD6E867D-A8CD-3B18-2109-4D0F6524F7EC}"/>
          </ac:spMkLst>
        </pc:spChg>
        <pc:spChg chg="mod">
          <ac:chgData name="Leônidas Müller de Oliveira" userId="5af9566427f0cd7a" providerId="LiveId" clId="{58279E46-9DEE-48ED-9CFC-1A29DC653E87}" dt="2025-05-24T20:59:04.491" v="315" actId="14100"/>
          <ac:spMkLst>
            <pc:docMk/>
            <pc:sldMk cId="253044051" sldId="295"/>
            <ac:spMk id="143" creationId="{00000000-0000-0000-0000-000000000000}"/>
          </ac:spMkLst>
        </pc:spChg>
      </pc:sldChg>
      <pc:sldChg chg="addSp delSp modSp add mod">
        <pc:chgData name="Leônidas Müller de Oliveira" userId="5af9566427f0cd7a" providerId="LiveId" clId="{58279E46-9DEE-48ED-9CFC-1A29DC653E87}" dt="2025-05-24T21:17:04.773" v="530" actId="478"/>
        <pc:sldMkLst>
          <pc:docMk/>
          <pc:sldMk cId="1222361712" sldId="296"/>
        </pc:sldMkLst>
        <pc:spChg chg="add del mod">
          <ac:chgData name="Leônidas Müller de Oliveira" userId="5af9566427f0cd7a" providerId="LiveId" clId="{58279E46-9DEE-48ED-9CFC-1A29DC653E87}" dt="2025-05-24T21:06:02.622" v="365" actId="478"/>
          <ac:spMkLst>
            <pc:docMk/>
            <pc:sldMk cId="1222361712" sldId="296"/>
            <ac:spMk id="2" creationId="{7AD14988-B0AD-7E1E-AE50-0C39ECF051E9}"/>
          </ac:spMkLst>
        </pc:spChg>
        <pc:spChg chg="mod">
          <ac:chgData name="Leônidas Müller de Oliveira" userId="5af9566427f0cd7a" providerId="LiveId" clId="{58279E46-9DEE-48ED-9CFC-1A29DC653E87}" dt="2025-05-24T20:54:12.686" v="141" actId="20577"/>
          <ac:spMkLst>
            <pc:docMk/>
            <pc:sldMk cId="1222361712" sldId="296"/>
            <ac:spMk id="3" creationId="{516DE064-8790-F786-DD35-BB1B52114FBB}"/>
          </ac:spMkLst>
        </pc:spChg>
        <pc:spChg chg="del">
          <ac:chgData name="Leônidas Müller de Oliveira" userId="5af9566427f0cd7a" providerId="LiveId" clId="{58279E46-9DEE-48ED-9CFC-1A29DC653E87}" dt="2025-05-24T20:53:18.496" v="123" actId="478"/>
          <ac:spMkLst>
            <pc:docMk/>
            <pc:sldMk cId="1222361712" sldId="296"/>
            <ac:spMk id="4" creationId="{0902CA44-3836-AC7B-00C7-9F401BB77A42}"/>
          </ac:spMkLst>
        </pc:spChg>
        <pc:spChg chg="add del mod">
          <ac:chgData name="Leônidas Müller de Oliveira" userId="5af9566427f0cd7a" providerId="LiveId" clId="{58279E46-9DEE-48ED-9CFC-1A29DC653E87}" dt="2025-05-24T21:12:05.892" v="423" actId="478"/>
          <ac:spMkLst>
            <pc:docMk/>
            <pc:sldMk cId="1222361712" sldId="296"/>
            <ac:spMk id="5" creationId="{7371F974-D759-AF97-47D4-187FB21637D8}"/>
          </ac:spMkLst>
        </pc:spChg>
        <pc:spChg chg="add del mod">
          <ac:chgData name="Leônidas Müller de Oliveira" userId="5af9566427f0cd7a" providerId="LiveId" clId="{58279E46-9DEE-48ED-9CFC-1A29DC653E87}" dt="2025-05-24T21:12:44.750" v="427" actId="478"/>
          <ac:spMkLst>
            <pc:docMk/>
            <pc:sldMk cId="1222361712" sldId="296"/>
            <ac:spMk id="6" creationId="{5040266B-D4D6-7492-DA84-6B1857E19596}"/>
          </ac:spMkLst>
        </pc:spChg>
        <pc:spChg chg="add del mod">
          <ac:chgData name="Leônidas Müller de Oliveira" userId="5af9566427f0cd7a" providerId="LiveId" clId="{58279E46-9DEE-48ED-9CFC-1A29DC653E87}" dt="2025-05-24T21:17:04.773" v="530" actId="478"/>
          <ac:spMkLst>
            <pc:docMk/>
            <pc:sldMk cId="1222361712" sldId="296"/>
            <ac:spMk id="7" creationId="{97E78AB9-857F-D6BD-84B2-2690C32336CD}"/>
          </ac:spMkLst>
        </pc:spChg>
        <pc:spChg chg="mod">
          <ac:chgData name="Leônidas Müller de Oliveira" userId="5af9566427f0cd7a" providerId="LiveId" clId="{58279E46-9DEE-48ED-9CFC-1A29DC653E87}" dt="2025-05-24T20:55:01.699" v="146" actId="1076"/>
          <ac:spMkLst>
            <pc:docMk/>
            <pc:sldMk cId="1222361712" sldId="296"/>
            <ac:spMk id="143" creationId="{00000000-0000-0000-0000-000000000000}"/>
          </ac:spMkLst>
        </pc:spChg>
      </pc:sldChg>
      <pc:sldChg chg="addSp delSp modSp add mod">
        <pc:chgData name="Leônidas Müller de Oliveira" userId="5af9566427f0cd7a" providerId="LiveId" clId="{58279E46-9DEE-48ED-9CFC-1A29DC653E87}" dt="2025-05-24T21:00:57.383" v="353" actId="1076"/>
        <pc:sldMkLst>
          <pc:docMk/>
          <pc:sldMk cId="3708159361" sldId="297"/>
        </pc:sldMkLst>
        <pc:spChg chg="del">
          <ac:chgData name="Leônidas Müller de Oliveira" userId="5af9566427f0cd7a" providerId="LiveId" clId="{58279E46-9DEE-48ED-9CFC-1A29DC653E87}" dt="2025-05-24T20:59:50.655" v="318" actId="478"/>
          <ac:spMkLst>
            <pc:docMk/>
            <pc:sldMk cId="3708159361" sldId="297"/>
            <ac:spMk id="2" creationId="{C1B47BD5-1850-14A5-CC6E-D793156BF973}"/>
          </ac:spMkLst>
        </pc:spChg>
        <pc:spChg chg="mod">
          <ac:chgData name="Leônidas Müller de Oliveira" userId="5af9566427f0cd7a" providerId="LiveId" clId="{58279E46-9DEE-48ED-9CFC-1A29DC653E87}" dt="2025-05-24T21:00:55.319" v="352" actId="20577"/>
          <ac:spMkLst>
            <pc:docMk/>
            <pc:sldMk cId="3708159361" sldId="297"/>
            <ac:spMk id="3" creationId="{516DE064-8790-F786-DD35-BB1B52114FBB}"/>
          </ac:spMkLst>
        </pc:spChg>
        <pc:spChg chg="del">
          <ac:chgData name="Leônidas Müller de Oliveira" userId="5af9566427f0cd7a" providerId="LiveId" clId="{58279E46-9DEE-48ED-9CFC-1A29DC653E87}" dt="2025-05-24T20:59:59.475" v="335" actId="478"/>
          <ac:spMkLst>
            <pc:docMk/>
            <pc:sldMk cId="3708159361" sldId="297"/>
            <ac:spMk id="143" creationId="{00000000-0000-0000-0000-000000000000}"/>
          </ac:spMkLst>
        </pc:spChg>
        <pc:picChg chg="add del mod">
          <ac:chgData name="Leônidas Müller de Oliveira" userId="5af9566427f0cd7a" providerId="LiveId" clId="{58279E46-9DEE-48ED-9CFC-1A29DC653E87}" dt="2025-05-24T21:00:44.441" v="341" actId="478"/>
          <ac:picMkLst>
            <pc:docMk/>
            <pc:sldMk cId="3708159361" sldId="297"/>
            <ac:picMk id="5" creationId="{77C86FB3-F67E-0BC5-D594-B3E8CD6C5347}"/>
          </ac:picMkLst>
        </pc:picChg>
        <pc:picChg chg="add mod">
          <ac:chgData name="Leônidas Müller de Oliveira" userId="5af9566427f0cd7a" providerId="LiveId" clId="{58279E46-9DEE-48ED-9CFC-1A29DC653E87}" dt="2025-05-24T21:00:57.383" v="353" actId="1076"/>
          <ac:picMkLst>
            <pc:docMk/>
            <pc:sldMk cId="3708159361" sldId="297"/>
            <ac:picMk id="7" creationId="{E0E1E1AE-D06A-8FE6-7052-687897172428}"/>
          </ac:picMkLst>
        </pc:picChg>
      </pc:sldChg>
      <pc:sldChg chg="add">
        <pc:chgData name="Leônidas Müller de Oliveira" userId="5af9566427f0cd7a" providerId="LiveId" clId="{58279E46-9DEE-48ED-9CFC-1A29DC653E87}" dt="2025-05-24T21:00:42.468" v="340" actId="2890"/>
        <pc:sldMkLst>
          <pc:docMk/>
          <pc:sldMk cId="1068881733" sldId="298"/>
        </pc:sldMkLst>
      </pc:sldChg>
      <pc:sldChg chg="addSp delSp modSp add mod">
        <pc:chgData name="Leônidas Müller de Oliveira" userId="5af9566427f0cd7a" providerId="LiveId" clId="{58279E46-9DEE-48ED-9CFC-1A29DC653E87}" dt="2025-05-24T21:01:55.699" v="364" actId="1076"/>
        <pc:sldMkLst>
          <pc:docMk/>
          <pc:sldMk cId="441636794" sldId="299"/>
        </pc:sldMkLst>
        <pc:spChg chg="mod">
          <ac:chgData name="Leônidas Müller de Oliveira" userId="5af9566427f0cd7a" providerId="LiveId" clId="{58279E46-9DEE-48ED-9CFC-1A29DC653E87}" dt="2025-05-24T21:01:46.557" v="360" actId="20577"/>
          <ac:spMkLst>
            <pc:docMk/>
            <pc:sldMk cId="441636794" sldId="299"/>
            <ac:spMk id="3" creationId="{516DE064-8790-F786-DD35-BB1B52114FBB}"/>
          </ac:spMkLst>
        </pc:spChg>
        <pc:picChg chg="add mod">
          <ac:chgData name="Leônidas Müller de Oliveira" userId="5af9566427f0cd7a" providerId="LiveId" clId="{58279E46-9DEE-48ED-9CFC-1A29DC653E87}" dt="2025-05-24T21:01:55.699" v="364" actId="1076"/>
          <ac:picMkLst>
            <pc:docMk/>
            <pc:sldMk cId="441636794" sldId="299"/>
            <ac:picMk id="4" creationId="{248446B5-F8A6-6E8C-1039-E3763CBC22F4}"/>
          </ac:picMkLst>
        </pc:picChg>
        <pc:picChg chg="del">
          <ac:chgData name="Leônidas Müller de Oliveira" userId="5af9566427f0cd7a" providerId="LiveId" clId="{58279E46-9DEE-48ED-9CFC-1A29DC653E87}" dt="2025-05-24T21:01:48.273" v="361" actId="478"/>
          <ac:picMkLst>
            <pc:docMk/>
            <pc:sldMk cId="441636794" sldId="299"/>
            <ac:picMk id="5" creationId="{77C86FB3-F67E-0BC5-D594-B3E8CD6C5347}"/>
          </ac:picMkLst>
        </pc:picChg>
      </pc:sldChg>
      <pc:sldChg chg="modSp add mod">
        <pc:chgData name="Leônidas Müller de Oliveira" userId="5af9566427f0cd7a" providerId="LiveId" clId="{58279E46-9DEE-48ED-9CFC-1A29DC653E87}" dt="2025-05-24T21:18:56.461" v="583" actId="20577"/>
        <pc:sldMkLst>
          <pc:docMk/>
          <pc:sldMk cId="536045490" sldId="300"/>
        </pc:sldMkLst>
        <pc:spChg chg="mod">
          <ac:chgData name="Leônidas Müller de Oliveira" userId="5af9566427f0cd7a" providerId="LiveId" clId="{58279E46-9DEE-48ED-9CFC-1A29DC653E87}" dt="2025-05-24T21:17:21.675" v="564" actId="20577"/>
          <ac:spMkLst>
            <pc:docMk/>
            <pc:sldMk cId="536045490" sldId="300"/>
            <ac:spMk id="3" creationId="{516DE064-8790-F786-DD35-BB1B52114FBB}"/>
          </ac:spMkLst>
        </pc:spChg>
        <pc:spChg chg="mod">
          <ac:chgData name="Leônidas Müller de Oliveira" userId="5af9566427f0cd7a" providerId="LiveId" clId="{58279E46-9DEE-48ED-9CFC-1A29DC653E87}" dt="2025-05-24T21:18:56.461" v="583" actId="20577"/>
          <ac:spMkLst>
            <pc:docMk/>
            <pc:sldMk cId="536045490" sldId="300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58279E46-9DEE-48ED-9CFC-1A29DC653E87}" dt="2025-05-24T21:20:06.807" v="620" actId="1076"/>
        <pc:sldMkLst>
          <pc:docMk/>
          <pc:sldMk cId="962331060" sldId="301"/>
        </pc:sldMkLst>
        <pc:spChg chg="mod">
          <ac:chgData name="Leônidas Müller de Oliveira" userId="5af9566427f0cd7a" providerId="LiveId" clId="{58279E46-9DEE-48ED-9CFC-1A29DC653E87}" dt="2025-05-24T21:19:20.035" v="609" actId="20577"/>
          <ac:spMkLst>
            <pc:docMk/>
            <pc:sldMk cId="962331060" sldId="301"/>
            <ac:spMk id="3" creationId="{516DE064-8790-F786-DD35-BB1B52114FBB}"/>
          </ac:spMkLst>
        </pc:spChg>
        <pc:spChg chg="mod">
          <ac:chgData name="Leônidas Müller de Oliveira" userId="5af9566427f0cd7a" providerId="LiveId" clId="{58279E46-9DEE-48ED-9CFC-1A29DC653E87}" dt="2025-05-24T21:20:06.807" v="620" actId="1076"/>
          <ac:spMkLst>
            <pc:docMk/>
            <pc:sldMk cId="962331060" sldId="301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58279E46-9DEE-48ED-9CFC-1A29DC653E87}" dt="2025-05-24T21:21:07.366" v="644" actId="20577"/>
        <pc:sldMkLst>
          <pc:docMk/>
          <pc:sldMk cId="2800828381" sldId="302"/>
        </pc:sldMkLst>
        <pc:spChg chg="mod">
          <ac:chgData name="Leônidas Müller de Oliveira" userId="5af9566427f0cd7a" providerId="LiveId" clId="{58279E46-9DEE-48ED-9CFC-1A29DC653E87}" dt="2025-05-24T21:20:36.110" v="628" actId="20577"/>
          <ac:spMkLst>
            <pc:docMk/>
            <pc:sldMk cId="2800828381" sldId="302"/>
            <ac:spMk id="3" creationId="{516DE064-8790-F786-DD35-BB1B52114FBB}"/>
          </ac:spMkLst>
        </pc:spChg>
        <pc:spChg chg="mod">
          <ac:chgData name="Leônidas Müller de Oliveira" userId="5af9566427f0cd7a" providerId="LiveId" clId="{58279E46-9DEE-48ED-9CFC-1A29DC653E87}" dt="2025-05-24T21:21:07.366" v="644" actId="20577"/>
          <ac:spMkLst>
            <pc:docMk/>
            <pc:sldMk cId="2800828381" sldId="302"/>
            <ac:spMk id="143" creationId="{00000000-0000-0000-0000-000000000000}"/>
          </ac:spMkLst>
        </pc:spChg>
      </pc:sldChg>
    </pc:docChg>
  </pc:docChgLst>
  <pc:docChgLst>
    <pc:chgData name="Leônidas Müller de Oliveira" userId="5af9566427f0cd7a" providerId="LiveId" clId="{D49B06D2-AB48-4160-B09E-8709E4BBF467}"/>
    <pc:docChg chg="undo custSel addSld delSld modSld sldOrd">
      <pc:chgData name="Leônidas Müller de Oliveira" userId="5af9566427f0cd7a" providerId="LiveId" clId="{D49B06D2-AB48-4160-B09E-8709E4BBF467}" dt="2021-01-27T17:46:21.983" v="1303" actId="47"/>
      <pc:docMkLst>
        <pc:docMk/>
      </pc:docMkLst>
      <pc:sldChg chg="modSp mod">
        <pc:chgData name="Leônidas Müller de Oliveira" userId="5af9566427f0cd7a" providerId="LiveId" clId="{D49B06D2-AB48-4160-B09E-8709E4BBF467}" dt="2021-01-27T17:34:54.516" v="1242" actId="21"/>
        <pc:sldMkLst>
          <pc:docMk/>
          <pc:sldMk cId="0" sldId="257"/>
        </pc:sldMkLst>
        <pc:spChg chg="mod">
          <ac:chgData name="Leônidas Müller de Oliveira" userId="5af9566427f0cd7a" providerId="LiveId" clId="{D49B06D2-AB48-4160-B09E-8709E4BBF467}" dt="2021-01-27T17:28:50.534" v="1201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34:54.516" v="1242" actId="21"/>
          <ac:spMkLst>
            <pc:docMk/>
            <pc:sldMk cId="0" sldId="257"/>
            <ac:spMk id="67" creationId="{00000000-0000-0000-0000-000000000000}"/>
          </ac:spMkLst>
        </pc:spChg>
      </pc:sldChg>
      <pc:sldChg chg="del">
        <pc:chgData name="Leônidas Müller de Oliveira" userId="5af9566427f0cd7a" providerId="LiveId" clId="{D49B06D2-AB48-4160-B09E-8709E4BBF467}" dt="2021-01-27T15:36:00.695" v="54" actId="47"/>
        <pc:sldMkLst>
          <pc:docMk/>
          <pc:sldMk cId="0" sldId="258"/>
        </pc:sldMkLst>
      </pc:sldChg>
      <pc:sldChg chg="delSp modSp mod ord">
        <pc:chgData name="Leônidas Müller de Oliveira" userId="5af9566427f0cd7a" providerId="LiveId" clId="{D49B06D2-AB48-4160-B09E-8709E4BBF467}" dt="2021-01-27T17:20:23.831" v="1045"/>
        <pc:sldMkLst>
          <pc:docMk/>
          <pc:sldMk cId="0" sldId="262"/>
        </pc:sldMkLst>
        <pc:spChg chg="del">
          <ac:chgData name="Leônidas Müller de Oliveira" userId="5af9566427f0cd7a" providerId="LiveId" clId="{D49B06D2-AB48-4160-B09E-8709E4BBF467}" dt="2021-01-27T17:18:41.745" v="830" actId="478"/>
          <ac:spMkLst>
            <pc:docMk/>
            <pc:sldMk cId="0" sldId="262"/>
            <ac:spMk id="7" creationId="{89A6ED73-2DEB-4C28-B281-140763718763}"/>
          </ac:spMkLst>
        </pc:spChg>
        <pc:spChg chg="mod">
          <ac:chgData name="Leônidas Müller de Oliveira" userId="5af9566427f0cd7a" providerId="LiveId" clId="{D49B06D2-AB48-4160-B09E-8709E4BBF467}" dt="2021-01-27T17:16:24.446" v="361" actId="20577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20:07.995" v="1041" actId="1076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19:21.264" v="885" actId="1076"/>
          <ac:spMkLst>
            <pc:docMk/>
            <pc:sldMk cId="0" sldId="26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63"/>
        </pc:sldMkLst>
      </pc:sldChg>
      <pc:sldChg chg="delSp modSp mod">
        <pc:chgData name="Leônidas Müller de Oliveira" userId="5af9566427f0cd7a" providerId="LiveId" clId="{D49B06D2-AB48-4160-B09E-8709E4BBF467}" dt="2021-01-27T15:39:05.223" v="303" actId="6549"/>
        <pc:sldMkLst>
          <pc:docMk/>
          <pc:sldMk cId="0" sldId="264"/>
        </pc:sldMkLst>
        <pc:spChg chg="del">
          <ac:chgData name="Leônidas Müller de Oliveira" userId="5af9566427f0cd7a" providerId="LiveId" clId="{D49B06D2-AB48-4160-B09E-8709E4BBF467}" dt="2021-01-27T15:36:52.210" v="56" actId="478"/>
          <ac:spMkLst>
            <pc:docMk/>
            <pc:sldMk cId="0" sldId="264"/>
            <ac:spMk id="6" creationId="{10B588A6-AAA8-4B22-906C-ABB969691807}"/>
          </ac:spMkLst>
        </pc:spChg>
        <pc:spChg chg="mod">
          <ac:chgData name="Leônidas Müller de Oliveira" userId="5af9566427f0cd7a" providerId="LiveId" clId="{D49B06D2-AB48-4160-B09E-8709E4BBF467}" dt="2021-01-27T15:38:20.111" v="291" actId="14100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5:39:05.223" v="303" actId="6549"/>
          <ac:spMkLst>
            <pc:docMk/>
            <pc:sldMk cId="0" sldId="264"/>
            <ac:spMk id="158" creationId="{00000000-0000-0000-0000-000000000000}"/>
          </ac:spMkLst>
        </pc:spChg>
        <pc:picChg chg="mod">
          <ac:chgData name="Leônidas Müller de Oliveira" userId="5af9566427f0cd7a" providerId="LiveId" clId="{D49B06D2-AB48-4160-B09E-8709E4BBF467}" dt="2021-01-27T15:38:41.437" v="296" actId="1076"/>
          <ac:picMkLst>
            <pc:docMk/>
            <pc:sldMk cId="0" sldId="264"/>
            <ac:picMk id="7" creationId="{90A7E0AD-ABBC-4E3A-95FB-0F31B77E3FD6}"/>
          </ac:picMkLst>
        </pc:picChg>
      </pc:sldChg>
      <pc:sldChg chg="del">
        <pc:chgData name="Leônidas Müller de Oliveira" userId="5af9566427f0cd7a" providerId="LiveId" clId="{D49B06D2-AB48-4160-B09E-8709E4BBF467}" dt="2021-01-27T17:26:17.542" v="1050" actId="47"/>
        <pc:sldMkLst>
          <pc:docMk/>
          <pc:sldMk cId="0" sldId="266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67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71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72"/>
        </pc:sldMkLst>
      </pc:sldChg>
      <pc:sldChg chg="delSp modSp add del mod">
        <pc:chgData name="Leônidas Müller de Oliveira" userId="5af9566427f0cd7a" providerId="LiveId" clId="{D49B06D2-AB48-4160-B09E-8709E4BBF467}" dt="2021-01-27T17:46:21.983" v="1303" actId="47"/>
        <pc:sldMkLst>
          <pc:docMk/>
          <pc:sldMk cId="0" sldId="274"/>
        </pc:sldMkLst>
        <pc:spChg chg="del">
          <ac:chgData name="Leônidas Müller de Oliveira" userId="5af9566427f0cd7a" providerId="LiveId" clId="{D49B06D2-AB48-4160-B09E-8709E4BBF467}" dt="2021-01-27T17:46:17.220" v="1302" actId="478"/>
          <ac:spMkLst>
            <pc:docMk/>
            <pc:sldMk cId="0" sldId="274"/>
            <ac:spMk id="6" creationId="{32143811-F134-4409-AC77-19852463A64F}"/>
          </ac:spMkLst>
        </pc:spChg>
        <pc:spChg chg="mod">
          <ac:chgData name="Leônidas Müller de Oliveira" userId="5af9566427f0cd7a" providerId="LiveId" clId="{D49B06D2-AB48-4160-B09E-8709E4BBF467}" dt="2021-01-27T17:45:55.381" v="1301" actId="20577"/>
          <ac:spMkLst>
            <pc:docMk/>
            <pc:sldMk cId="0" sldId="274"/>
            <ac:spMk id="251" creationId="{00000000-0000-0000-0000-000000000000}"/>
          </ac:spMkLst>
        </pc:spChg>
      </pc:sldChg>
      <pc:sldChg chg="delSp modSp mod">
        <pc:chgData name="Leônidas Müller de Oliveira" userId="5af9566427f0cd7a" providerId="LiveId" clId="{D49B06D2-AB48-4160-B09E-8709E4BBF467}" dt="2021-01-27T17:28:22.390" v="1168" actId="20577"/>
        <pc:sldMkLst>
          <pc:docMk/>
          <pc:sldMk cId="0" sldId="281"/>
        </pc:sldMkLst>
        <pc:spChg chg="del">
          <ac:chgData name="Leônidas Müller de Oliveira" userId="5af9566427f0cd7a" providerId="LiveId" clId="{D49B06D2-AB48-4160-B09E-8709E4BBF467}" dt="2021-01-27T17:27:14.353" v="1070" actId="478"/>
          <ac:spMkLst>
            <pc:docMk/>
            <pc:sldMk cId="0" sldId="281"/>
            <ac:spMk id="6" creationId="{E13DB553-13BB-41C1-8D73-D4CF2AC42EA7}"/>
          </ac:spMkLst>
        </pc:spChg>
        <pc:spChg chg="del">
          <ac:chgData name="Leônidas Müller de Oliveira" userId="5af9566427f0cd7a" providerId="LiveId" clId="{D49B06D2-AB48-4160-B09E-8709E4BBF467}" dt="2021-01-27T17:27:13.123" v="1069" actId="478"/>
          <ac:spMkLst>
            <pc:docMk/>
            <pc:sldMk cId="0" sldId="281"/>
            <ac:spMk id="7" creationId="{5702FB7F-E2F0-43AF-82E6-9EF6F09B9185}"/>
          </ac:spMkLst>
        </pc:spChg>
        <pc:spChg chg="mod">
          <ac:chgData name="Leônidas Müller de Oliveira" userId="5af9566427f0cd7a" providerId="LiveId" clId="{D49B06D2-AB48-4160-B09E-8709E4BBF467}" dt="2021-01-27T17:28:22.390" v="1168" actId="20577"/>
          <ac:spMkLst>
            <pc:docMk/>
            <pc:sldMk cId="0" sldId="281"/>
            <ac:spMk id="337" creationId="{00000000-0000-0000-0000-000000000000}"/>
          </ac:spMkLst>
        </pc:spChg>
        <pc:spChg chg="del mod">
          <ac:chgData name="Leônidas Müller de Oliveira" userId="5af9566427f0cd7a" providerId="LiveId" clId="{D49B06D2-AB48-4160-B09E-8709E4BBF467}" dt="2021-01-27T17:27:49.521" v="1100" actId="478"/>
          <ac:spMkLst>
            <pc:docMk/>
            <pc:sldMk cId="0" sldId="281"/>
            <ac:spMk id="338" creationId="{00000000-0000-0000-0000-000000000000}"/>
          </ac:spMkLst>
        </pc:spChg>
        <pc:picChg chg="del">
          <ac:chgData name="Leônidas Müller de Oliveira" userId="5af9566427f0cd7a" providerId="LiveId" clId="{D49B06D2-AB48-4160-B09E-8709E4BBF467}" dt="2021-01-27T17:26:53.526" v="1052" actId="478"/>
          <ac:picMkLst>
            <pc:docMk/>
            <pc:sldMk cId="0" sldId="281"/>
            <ac:picMk id="5" creationId="{B5D4AE09-62A7-4F55-8392-1C90A5E86B25}"/>
          </ac:picMkLst>
        </pc:picChg>
      </pc:sldChg>
      <pc:sldChg chg="delSp del mod">
        <pc:chgData name="Leônidas Müller de Oliveira" userId="5af9566427f0cd7a" providerId="LiveId" clId="{D49B06D2-AB48-4160-B09E-8709E4BBF467}" dt="2021-01-27T17:28:35.660" v="1169" actId="47"/>
        <pc:sldMkLst>
          <pc:docMk/>
          <pc:sldMk cId="569711459" sldId="283"/>
        </pc:sldMkLst>
        <pc:spChg chg="del">
          <ac:chgData name="Leônidas Müller de Oliveira" userId="5af9566427f0cd7a" providerId="LiveId" clId="{D49B06D2-AB48-4160-B09E-8709E4BBF467}" dt="2021-01-27T15:36:44.721" v="55" actId="478"/>
          <ac:spMkLst>
            <pc:docMk/>
            <pc:sldMk cId="569711459" sldId="283"/>
            <ac:spMk id="6" creationId="{8773F3A6-AB81-492A-9E25-5D2FE5C24475}"/>
          </ac:spMkLst>
        </pc:spChg>
      </pc:sldChg>
      <pc:sldChg chg="del">
        <pc:chgData name="Leônidas Müller de Oliveira" userId="5af9566427f0cd7a" providerId="LiveId" clId="{D49B06D2-AB48-4160-B09E-8709E4BBF467}" dt="2021-01-27T17:20:53.278" v="1046" actId="47"/>
        <pc:sldMkLst>
          <pc:docMk/>
          <pc:sldMk cId="1437011287" sldId="284"/>
        </pc:sldMkLst>
      </pc:sldChg>
      <pc:sldChg chg="del">
        <pc:chgData name="Leônidas Müller de Oliveira" userId="5af9566427f0cd7a" providerId="LiveId" clId="{D49B06D2-AB48-4160-B09E-8709E4BBF467}" dt="2021-01-27T17:20:54.903" v="1047" actId="47"/>
        <pc:sldMkLst>
          <pc:docMk/>
          <pc:sldMk cId="2813838532" sldId="285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946061715" sldId="288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4038552212" sldId="289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908053148" sldId="290"/>
        </pc:sldMkLst>
      </pc:sldChg>
      <pc:sldChg chg="del">
        <pc:chgData name="Leônidas Müller de Oliveira" userId="5af9566427f0cd7a" providerId="LiveId" clId="{D49B06D2-AB48-4160-B09E-8709E4BBF467}" dt="2021-01-27T15:32:49.346" v="0" actId="47"/>
        <pc:sldMkLst>
          <pc:docMk/>
          <pc:sldMk cId="2491790395" sldId="291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768986171" sldId="292"/>
        </pc:sldMkLst>
      </pc:sldChg>
      <pc:sldChg chg="del">
        <pc:chgData name="Leônidas Müller de Oliveira" userId="5af9566427f0cd7a" providerId="LiveId" clId="{D49B06D2-AB48-4160-B09E-8709E4BBF467}" dt="2021-01-27T17:25:58.237" v="1048" actId="47"/>
        <pc:sldMkLst>
          <pc:docMk/>
          <pc:sldMk cId="1542352846" sldId="297"/>
        </pc:sldMkLst>
      </pc:sldChg>
      <pc:sldChg chg="del">
        <pc:chgData name="Leônidas Müller de Oliveira" userId="5af9566427f0cd7a" providerId="LiveId" clId="{D49B06D2-AB48-4160-B09E-8709E4BBF467}" dt="2021-01-27T17:26:15.220" v="1049" actId="47"/>
        <pc:sldMkLst>
          <pc:docMk/>
          <pc:sldMk cId="126974504" sldId="298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452318423" sldId="299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580050991" sldId="300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1031171993" sldId="301"/>
        </pc:sldMkLst>
      </pc:sldChg>
      <pc:sldMasterChg chg="delSldLayout">
        <pc:chgData name="Leônidas Müller de Oliveira" userId="5af9566427f0cd7a" providerId="LiveId" clId="{D49B06D2-AB48-4160-B09E-8709E4BBF467}" dt="2021-01-27T17:46:21.983" v="1303" actId="47"/>
        <pc:sldMasterMkLst>
          <pc:docMk/>
          <pc:sldMasterMk cId="0" sldId="2147483648"/>
        </pc:sldMasterMkLst>
        <pc:sldLayoutChg chg="del">
          <pc:chgData name="Leônidas Müller de Oliveira" userId="5af9566427f0cd7a" providerId="LiveId" clId="{D49B06D2-AB48-4160-B09E-8709E4BBF467}" dt="2021-01-27T17:26:49.890" v="1051" actId="47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Leônidas Müller de Oliveira" userId="5af9566427f0cd7a" providerId="LiveId" clId="{D49B06D2-AB48-4160-B09E-8709E4BBF467}" dt="2021-01-27T17:46:21.983" v="1303" actId="47"/>
          <pc:sldLayoutMkLst>
            <pc:docMk/>
            <pc:sldMasterMk cId="0" sldId="2147483648"/>
            <pc:sldLayoutMk cId="2743432905" sldId="2147483660"/>
          </pc:sldLayoutMkLst>
        </pc:sldLayoutChg>
      </pc:sldMasterChg>
    </pc:docChg>
  </pc:docChgLst>
  <pc:docChgLst>
    <pc:chgData name="Leônidas Müller de Oliveira" userId="5af9566427f0cd7a" providerId="LiveId" clId="{A80AA9EE-3710-4EE1-8CCF-9C58DF61A99A}"/>
    <pc:docChg chg="undo custSel addSld delSld modSld sldOrd">
      <pc:chgData name="Leônidas Müller de Oliveira" userId="5af9566427f0cd7a" providerId="LiveId" clId="{A80AA9EE-3710-4EE1-8CCF-9C58DF61A99A}" dt="2025-05-23T13:57:32.529" v="2830" actId="20577"/>
      <pc:docMkLst>
        <pc:docMk/>
      </pc:docMkLst>
      <pc:sldChg chg="delSp modSp mod">
        <pc:chgData name="Leônidas Müller de Oliveira" userId="5af9566427f0cd7a" providerId="LiveId" clId="{A80AA9EE-3710-4EE1-8CCF-9C58DF61A99A}" dt="2025-05-22T13:28:29.170" v="312" actId="478"/>
        <pc:sldMkLst>
          <pc:docMk/>
          <pc:sldMk cId="0" sldId="257"/>
        </pc:sldMkLst>
        <pc:spChg chg="mod">
          <ac:chgData name="Leônidas Müller de Oliveira" userId="5af9566427f0cd7a" providerId="LiveId" clId="{A80AA9EE-3710-4EE1-8CCF-9C58DF61A99A}" dt="2025-05-18T22:48:08.416" v="19" actId="20577"/>
          <ac:spMkLst>
            <pc:docMk/>
            <pc:sldMk cId="0" sldId="257"/>
            <ac:spMk id="66" creationId="{00000000-0000-0000-0000-000000000000}"/>
          </ac:spMkLst>
        </pc:spChg>
        <pc:spChg chg="del mod">
          <ac:chgData name="Leônidas Müller de Oliveira" userId="5af9566427f0cd7a" providerId="LiveId" clId="{A80AA9EE-3710-4EE1-8CCF-9C58DF61A99A}" dt="2025-05-22T13:28:29.170" v="312" actId="478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 ord">
        <pc:chgData name="Leônidas Müller de Oliveira" userId="5af9566427f0cd7a" providerId="LiveId" clId="{A80AA9EE-3710-4EE1-8CCF-9C58DF61A99A}" dt="2025-05-23T13:26:00.811" v="2584"/>
        <pc:sldMkLst>
          <pc:docMk/>
          <pc:sldMk cId="0" sldId="262"/>
        </pc:sldMkLst>
        <pc:spChg chg="add mod">
          <ac:chgData name="Leônidas Müller de Oliveira" userId="5af9566427f0cd7a" providerId="LiveId" clId="{A80AA9EE-3710-4EE1-8CCF-9C58DF61A99A}" dt="2025-05-22T19:45:28.428" v="2367" actId="20577"/>
          <ac:spMkLst>
            <pc:docMk/>
            <pc:sldMk cId="0" sldId="262"/>
            <ac:spMk id="2" creationId="{9D0A2DFE-1C84-0760-9A85-57738A763B74}"/>
          </ac:spMkLst>
        </pc:spChg>
        <pc:spChg chg="mod">
          <ac:chgData name="Leônidas Müller de Oliveira" userId="5af9566427f0cd7a" providerId="LiveId" clId="{A80AA9EE-3710-4EE1-8CCF-9C58DF61A99A}" dt="2025-05-22T18:32:36.994" v="1719" actId="20577"/>
          <ac:spMkLst>
            <pc:docMk/>
            <pc:sldMk cId="0" sldId="262"/>
            <ac:spMk id="141" creationId="{00000000-0000-0000-0000-000000000000}"/>
          </ac:spMkLst>
        </pc:spChg>
        <pc:spChg chg="del">
          <ac:chgData name="Leônidas Müller de Oliveira" userId="5af9566427f0cd7a" providerId="LiveId" clId="{A80AA9EE-3710-4EE1-8CCF-9C58DF61A99A}" dt="2025-05-18T22:49:30.879" v="81" actId="478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9:45:22.964" v="2358" actId="14100"/>
          <ac:spMkLst>
            <pc:docMk/>
            <pc:sldMk cId="0" sldId="262"/>
            <ac:spMk id="143" creationId="{00000000-0000-0000-0000-000000000000}"/>
          </ac:spMkLst>
        </pc:spChg>
      </pc:sldChg>
      <pc:sldChg chg="delSp modSp mod">
        <pc:chgData name="Leônidas Müller de Oliveira" userId="5af9566427f0cd7a" providerId="LiveId" clId="{A80AA9EE-3710-4EE1-8CCF-9C58DF61A99A}" dt="2025-05-22T18:23:47.640" v="1708" actId="5793"/>
        <pc:sldMkLst>
          <pc:docMk/>
          <pc:sldMk cId="3187776213" sldId="282"/>
        </pc:sldMkLst>
        <pc:spChg chg="mod">
          <ac:chgData name="Leônidas Müller de Oliveira" userId="5af9566427f0cd7a" providerId="LiveId" clId="{A80AA9EE-3710-4EE1-8CCF-9C58DF61A99A}" dt="2025-05-22T18:22:27.432" v="1690" actId="20577"/>
          <ac:spMkLst>
            <pc:docMk/>
            <pc:sldMk cId="3187776213" sldId="282"/>
            <ac:spMk id="7" creationId="{FD65234F-CE76-4586-9D67-44EDBAE0C0F0}"/>
          </ac:spMkLst>
        </pc:spChg>
        <pc:spChg chg="del">
          <ac:chgData name="Leônidas Müller de Oliveira" userId="5af9566427f0cd7a" providerId="LiveId" clId="{A80AA9EE-3710-4EE1-8CCF-9C58DF61A99A}" dt="2025-05-18T22:48:41.967" v="73" actId="478"/>
          <ac:spMkLst>
            <pc:docMk/>
            <pc:sldMk cId="3187776213" sldId="282"/>
            <ac:spMk id="8" creationId="{62CAAAAD-2D0D-416A-A598-DBBFD5C0667F}"/>
          </ac:spMkLst>
        </pc:spChg>
        <pc:spChg chg="del">
          <ac:chgData name="Leônidas Müller de Oliveira" userId="5af9566427f0cd7a" providerId="LiveId" clId="{A80AA9EE-3710-4EE1-8CCF-9C58DF61A99A}" dt="2025-05-18T22:48:43.180" v="74" actId="478"/>
          <ac:spMkLst>
            <pc:docMk/>
            <pc:sldMk cId="3187776213" sldId="282"/>
            <ac:spMk id="9" creationId="{9C81958B-AE4B-43C9-BC2C-2CBADE7FE55A}"/>
          </ac:spMkLst>
        </pc:spChg>
        <pc:spChg chg="mod">
          <ac:chgData name="Leônidas Müller de Oliveira" userId="5af9566427f0cd7a" providerId="LiveId" clId="{A80AA9EE-3710-4EE1-8CCF-9C58DF61A99A}" dt="2025-05-22T18:22:10.065" v="1670" actId="404"/>
          <ac:spMkLst>
            <pc:docMk/>
            <pc:sldMk cId="3187776213" sldId="282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8:23:47.640" v="1708" actId="5793"/>
          <ac:spMkLst>
            <pc:docMk/>
            <pc:sldMk cId="3187776213" sldId="282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2T15:02:42.096" v="470" actId="6549"/>
        <pc:sldMkLst>
          <pc:docMk/>
          <pc:sldMk cId="3283063515" sldId="283"/>
        </pc:sldMkLst>
        <pc:spChg chg="mod">
          <ac:chgData name="Leônidas Müller de Oliveira" userId="5af9566427f0cd7a" providerId="LiveId" clId="{A80AA9EE-3710-4EE1-8CCF-9C58DF61A99A}" dt="2025-05-22T15:01:26.532" v="319" actId="20577"/>
          <ac:spMkLst>
            <pc:docMk/>
            <pc:sldMk cId="3283063515" sldId="283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5:01:57.037" v="403" actId="20577"/>
          <ac:spMkLst>
            <pc:docMk/>
            <pc:sldMk cId="3283063515" sldId="283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5:02:42.096" v="470" actId="6549"/>
          <ac:spMkLst>
            <pc:docMk/>
            <pc:sldMk cId="3283063515" sldId="283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3T13:57:32.529" v="2830" actId="20577"/>
        <pc:sldMkLst>
          <pc:docMk/>
          <pc:sldMk cId="1223144774" sldId="284"/>
        </pc:sldMkLst>
        <pc:spChg chg="mod">
          <ac:chgData name="Leônidas Müller de Oliveira" userId="5af9566427f0cd7a" providerId="LiveId" clId="{A80AA9EE-3710-4EE1-8CCF-9C58DF61A99A}" dt="2025-05-22T15:02:54.999" v="473" actId="6549"/>
          <ac:spMkLst>
            <pc:docMk/>
            <pc:sldMk cId="1223144774" sldId="284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5:03:06.213" v="511" actId="20577"/>
          <ac:spMkLst>
            <pc:docMk/>
            <pc:sldMk cId="1223144774" sldId="284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3T13:57:32.529" v="2830" actId="20577"/>
          <ac:spMkLst>
            <pc:docMk/>
            <pc:sldMk cId="1223144774" sldId="284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2T17:27:56.790" v="1180" actId="20577"/>
        <pc:sldMkLst>
          <pc:docMk/>
          <pc:sldMk cId="3454911189" sldId="285"/>
        </pc:sldMkLst>
        <pc:spChg chg="mod">
          <ac:chgData name="Leônidas Müller de Oliveira" userId="5af9566427f0cd7a" providerId="LiveId" clId="{A80AA9EE-3710-4EE1-8CCF-9C58DF61A99A}" dt="2025-05-22T16:57:15.189" v="783" actId="6549"/>
          <ac:spMkLst>
            <pc:docMk/>
            <pc:sldMk cId="3454911189" sldId="285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6:57:39.225" v="785" actId="313"/>
          <ac:spMkLst>
            <pc:docMk/>
            <pc:sldMk cId="3454911189" sldId="285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7:27:56.790" v="1180" actId="20577"/>
          <ac:spMkLst>
            <pc:docMk/>
            <pc:sldMk cId="3454911189" sldId="285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2T17:34:34.275" v="1414" actId="20577"/>
        <pc:sldMkLst>
          <pc:docMk/>
          <pc:sldMk cId="858716699" sldId="286"/>
        </pc:sldMkLst>
        <pc:spChg chg="mod">
          <ac:chgData name="Leônidas Müller de Oliveira" userId="5af9566427f0cd7a" providerId="LiveId" clId="{A80AA9EE-3710-4EE1-8CCF-9C58DF61A99A}" dt="2025-05-22T17:18:11.115" v="804" actId="6549"/>
          <ac:spMkLst>
            <pc:docMk/>
            <pc:sldMk cId="858716699" sldId="286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7:30:57.713" v="1258" actId="6549"/>
          <ac:spMkLst>
            <pc:docMk/>
            <pc:sldMk cId="858716699" sldId="286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7:34:34.275" v="1414" actId="20577"/>
          <ac:spMkLst>
            <pc:docMk/>
            <pc:sldMk cId="858716699" sldId="286"/>
            <ac:spMk id="143" creationId="{00000000-0000-0000-0000-000000000000}"/>
          </ac:spMkLst>
        </pc:spChg>
      </pc:sldChg>
      <pc:sldChg chg="modSp add del mod">
        <pc:chgData name="Leônidas Müller de Oliveira" userId="5af9566427f0cd7a" providerId="LiveId" clId="{A80AA9EE-3710-4EE1-8CCF-9C58DF61A99A}" dt="2025-05-22T17:27:59.849" v="1181" actId="47"/>
        <pc:sldMkLst>
          <pc:docMk/>
          <pc:sldMk cId="768941103" sldId="287"/>
        </pc:sldMkLst>
        <pc:spChg chg="mod">
          <ac:chgData name="Leônidas Müller de Oliveira" userId="5af9566427f0cd7a" providerId="LiveId" clId="{A80AA9EE-3710-4EE1-8CCF-9C58DF61A99A}" dt="2025-05-22T17:20:55.011" v="876" actId="6549"/>
          <ac:spMkLst>
            <pc:docMk/>
            <pc:sldMk cId="768941103" sldId="287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2T17:43:01.303" v="1643" actId="313"/>
        <pc:sldMkLst>
          <pc:docMk/>
          <pc:sldMk cId="2449695710" sldId="288"/>
        </pc:sldMkLst>
        <pc:spChg chg="mod">
          <ac:chgData name="Leônidas Müller de Oliveira" userId="5af9566427f0cd7a" providerId="LiveId" clId="{A80AA9EE-3710-4EE1-8CCF-9C58DF61A99A}" dt="2025-05-22T17:18:21.968" v="813" actId="6549"/>
          <ac:spMkLst>
            <pc:docMk/>
            <pc:sldMk cId="2449695710" sldId="288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7:38:57.083" v="1446" actId="20577"/>
          <ac:spMkLst>
            <pc:docMk/>
            <pc:sldMk cId="2449695710" sldId="288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7:43:01.303" v="1643" actId="313"/>
          <ac:spMkLst>
            <pc:docMk/>
            <pc:sldMk cId="2449695710" sldId="288"/>
            <ac:spMk id="143" creationId="{00000000-0000-0000-0000-000000000000}"/>
          </ac:spMkLst>
        </pc:spChg>
      </pc:sldChg>
      <pc:sldChg chg="modSp add mod ord">
        <pc:chgData name="Leônidas Müller de Oliveira" userId="5af9566427f0cd7a" providerId="LiveId" clId="{A80AA9EE-3710-4EE1-8CCF-9C58DF61A99A}" dt="2025-05-23T13:25:19.006" v="2582" actId="5793"/>
        <pc:sldMkLst>
          <pc:docMk/>
          <pc:sldMk cId="3380683963" sldId="289"/>
        </pc:sldMkLst>
        <pc:spChg chg="mod">
          <ac:chgData name="Leônidas Müller de Oliveira" userId="5af9566427f0cd7a" providerId="LiveId" clId="{A80AA9EE-3710-4EE1-8CCF-9C58DF61A99A}" dt="2025-05-23T13:25:19.006" v="2582" actId="5793"/>
          <ac:spMkLst>
            <pc:docMk/>
            <pc:sldMk cId="3380683963" sldId="289"/>
            <ac:spMk id="143" creationId="{00000000-0000-0000-0000-000000000000}"/>
          </ac:spMkLst>
        </pc:spChg>
      </pc:sldChg>
      <pc:sldChg chg="add del">
        <pc:chgData name="Leônidas Müller de Oliveira" userId="5af9566427f0cd7a" providerId="LiveId" clId="{A80AA9EE-3710-4EE1-8CCF-9C58DF61A99A}" dt="2025-05-22T19:10:46.782" v="2154" actId="47"/>
        <pc:sldMkLst>
          <pc:docMk/>
          <pc:sldMk cId="2666968473" sldId="290"/>
        </pc:sldMkLst>
      </pc:sldChg>
      <pc:sldChg chg="modSp add mod ord">
        <pc:chgData name="Leônidas Müller de Oliveira" userId="5af9566427f0cd7a" providerId="LiveId" clId="{A80AA9EE-3710-4EE1-8CCF-9C58DF61A99A}" dt="2025-05-22T19:11:41.512" v="2260" actId="20577"/>
        <pc:sldMkLst>
          <pc:docMk/>
          <pc:sldMk cId="1162287814" sldId="291"/>
        </pc:sldMkLst>
        <pc:spChg chg="mod">
          <ac:chgData name="Leônidas Müller de Oliveira" userId="5af9566427f0cd7a" providerId="LiveId" clId="{A80AA9EE-3710-4EE1-8CCF-9C58DF61A99A}" dt="2025-05-22T19:10:57.569" v="2184" actId="20577"/>
          <ac:spMkLst>
            <pc:docMk/>
            <pc:sldMk cId="1162287814" sldId="291"/>
            <ac:spMk id="2" creationId="{9D0A2DFE-1C84-0760-9A85-57738A763B74}"/>
          </ac:spMkLst>
        </pc:spChg>
        <pc:spChg chg="mod">
          <ac:chgData name="Leônidas Müller de Oliveira" userId="5af9566427f0cd7a" providerId="LiveId" clId="{A80AA9EE-3710-4EE1-8CCF-9C58DF61A99A}" dt="2025-05-22T19:11:41.512" v="2260" actId="20577"/>
          <ac:spMkLst>
            <pc:docMk/>
            <pc:sldMk cId="1162287814" sldId="291"/>
            <ac:spMk id="143" creationId="{00000000-0000-0000-0000-000000000000}"/>
          </ac:spMkLst>
        </pc:spChg>
      </pc:sldChg>
      <pc:sldChg chg="delSp modSp add mod">
        <pc:chgData name="Leônidas Müller de Oliveira" userId="5af9566427f0cd7a" providerId="LiveId" clId="{A80AA9EE-3710-4EE1-8CCF-9C58DF61A99A}" dt="2025-05-22T19:54:03.330" v="2546" actId="6549"/>
        <pc:sldMkLst>
          <pc:docMk/>
          <pc:sldMk cId="4250600602" sldId="292"/>
        </pc:sldMkLst>
        <pc:spChg chg="del">
          <ac:chgData name="Leônidas Müller de Oliveira" userId="5af9566427f0cd7a" providerId="LiveId" clId="{A80AA9EE-3710-4EE1-8CCF-9C58DF61A99A}" dt="2025-05-22T19:51:50.117" v="2380" actId="478"/>
          <ac:spMkLst>
            <pc:docMk/>
            <pc:sldMk cId="4250600602" sldId="292"/>
            <ac:spMk id="7" creationId="{FD65234F-CE76-4586-9D67-44EDBAE0C0F0}"/>
          </ac:spMkLst>
        </pc:spChg>
        <pc:spChg chg="mod">
          <ac:chgData name="Leônidas Müller de Oliveira" userId="5af9566427f0cd7a" providerId="LiveId" clId="{A80AA9EE-3710-4EE1-8CCF-9C58DF61A99A}" dt="2025-05-22T19:52:14.229" v="2396" actId="14100"/>
          <ac:spMkLst>
            <pc:docMk/>
            <pc:sldMk cId="4250600602" sldId="292"/>
            <ac:spMk id="140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9:46:04.534" v="2376" actId="20577"/>
          <ac:spMkLst>
            <pc:docMk/>
            <pc:sldMk cId="4250600602" sldId="292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9:54:03.330" v="2546" actId="6549"/>
          <ac:spMkLst>
            <pc:docMk/>
            <pc:sldMk cId="4250600602" sldId="292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3T13:27:44.475" v="2786" actId="20577"/>
        <pc:sldMkLst>
          <pc:docMk/>
          <pc:sldMk cId="630394464" sldId="293"/>
        </pc:sldMkLst>
        <pc:spChg chg="mod">
          <ac:chgData name="Leônidas Müller de Oliveira" userId="5af9566427f0cd7a" providerId="LiveId" clId="{A80AA9EE-3710-4EE1-8CCF-9C58DF61A99A}" dt="2025-05-23T13:27:44.475" v="2786" actId="20577"/>
          <ac:spMkLst>
            <pc:docMk/>
            <pc:sldMk cId="630394464" sldId="293"/>
            <ac:spMk id="2" creationId="{9D0A2DFE-1C84-0760-9A85-57738A763B74}"/>
          </ac:spMkLst>
        </pc:spChg>
        <pc:spChg chg="mod">
          <ac:chgData name="Leônidas Müller de Oliveira" userId="5af9566427f0cd7a" providerId="LiveId" clId="{A80AA9EE-3710-4EE1-8CCF-9C58DF61A99A}" dt="2025-05-23T13:27:34.053" v="2763" actId="20577"/>
          <ac:spMkLst>
            <pc:docMk/>
            <pc:sldMk cId="630394464" sldId="293"/>
            <ac:spMk id="143" creationId="{00000000-0000-0000-0000-000000000000}"/>
          </ac:spMkLst>
        </pc:spChg>
      </pc:sldChg>
    </pc:docChg>
  </pc:docChgLst>
  <pc:docChgLst>
    <pc:chgData name="Leônidas Müller de Oliveira" userId="5af9566427f0cd7a" providerId="LiveId" clId="{9019649D-9316-4696-B8B1-7A6B341347C0}"/>
    <pc:docChg chg="undo custSel addSld delSld modSld">
      <pc:chgData name="Leônidas Müller de Oliveira" userId="5af9566427f0cd7a" providerId="LiveId" clId="{9019649D-9316-4696-B8B1-7A6B341347C0}" dt="2021-01-24T01:17:13.452" v="4386" actId="20577"/>
      <pc:docMkLst>
        <pc:docMk/>
      </pc:docMkLst>
      <pc:sldChg chg="modSp mod">
        <pc:chgData name="Leônidas Müller de Oliveira" userId="5af9566427f0cd7a" providerId="LiveId" clId="{9019649D-9316-4696-B8B1-7A6B341347C0}" dt="2021-01-15T16:08:29.159" v="42" actId="20577"/>
        <pc:sldMkLst>
          <pc:docMk/>
          <pc:sldMk cId="0" sldId="257"/>
        </pc:sldMkLst>
        <pc:spChg chg="mod">
          <ac:chgData name="Leônidas Müller de Oliveira" userId="5af9566427f0cd7a" providerId="LiveId" clId="{9019649D-9316-4696-B8B1-7A6B341347C0}" dt="2021-01-15T16:08:29.159" v="42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6T00:20:25.821" v="4306" actId="1076"/>
        <pc:sldMkLst>
          <pc:docMk/>
          <pc:sldMk cId="0" sldId="262"/>
        </pc:sldMkLst>
        <pc:spChg chg="mod">
          <ac:chgData name="Leônidas Müller de Oliveira" userId="5af9566427f0cd7a" providerId="LiveId" clId="{9019649D-9316-4696-B8B1-7A6B341347C0}" dt="2021-01-16T00:20:17.434" v="4303" actId="1076"/>
          <ac:spMkLst>
            <pc:docMk/>
            <pc:sldMk cId="0" sldId="262"/>
            <ac:spMk id="140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6T00:20:25.821" v="4306" actId="1076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6T00:20:22.912" v="4305" actId="1076"/>
          <ac:spMkLst>
            <pc:docMk/>
            <pc:sldMk cId="0" sldId="262"/>
            <ac:spMk id="142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25:11.550" v="1379" actId="14100"/>
        <pc:sldMkLst>
          <pc:docMk/>
          <pc:sldMk cId="0" sldId="263"/>
        </pc:sldMkLst>
        <pc:spChg chg="mod">
          <ac:chgData name="Leônidas Müller de Oliveira" userId="5af9566427f0cd7a" providerId="LiveId" clId="{9019649D-9316-4696-B8B1-7A6B341347C0}" dt="2021-01-15T16:15:13.162" v="325" actId="20577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25:11.550" v="1379" actId="14100"/>
          <ac:spMkLst>
            <pc:docMk/>
            <pc:sldMk cId="0" sldId="263"/>
            <ac:spMk id="150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10:12.667" v="175" actId="20577"/>
        <pc:sldMkLst>
          <pc:docMk/>
          <pc:sldMk cId="0" sldId="264"/>
        </pc:sldMkLst>
        <pc:spChg chg="mod">
          <ac:chgData name="Leônidas Müller de Oliveira" userId="5af9566427f0cd7a" providerId="LiveId" clId="{9019649D-9316-4696-B8B1-7A6B341347C0}" dt="2021-01-15T16:08:36.948" v="48" actId="20577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10:12.667" v="175" actId="20577"/>
          <ac:spMkLst>
            <pc:docMk/>
            <pc:sldMk cId="0" sldId="264"/>
            <ac:spMk id="158" creationId="{00000000-0000-0000-0000-000000000000}"/>
          </ac:spMkLst>
        </pc:spChg>
      </pc:sldChg>
      <pc:sldChg chg="addSp delSp modSp mod">
        <pc:chgData name="Leônidas Müller de Oliveira" userId="5af9566427f0cd7a" providerId="LiveId" clId="{9019649D-9316-4696-B8B1-7A6B341347C0}" dt="2021-01-15T16:49:05.707" v="1445"/>
        <pc:sldMkLst>
          <pc:docMk/>
          <pc:sldMk cId="0" sldId="266"/>
        </pc:sldMkLst>
        <pc:spChg chg="mod">
          <ac:chgData name="Leônidas Müller de Oliveira" userId="5af9566427f0cd7a" providerId="LiveId" clId="{9019649D-9316-4696-B8B1-7A6B341347C0}" dt="2021-01-15T16:48:43.600" v="1426" actId="1076"/>
          <ac:spMkLst>
            <pc:docMk/>
            <pc:sldMk cId="0" sldId="266"/>
            <ac:spMk id="175" creationId="{00000000-0000-0000-0000-000000000000}"/>
          </ac:spMkLst>
        </pc:spChg>
        <pc:picChg chg="del">
          <ac:chgData name="Leônidas Müller de Oliveira" userId="5af9566427f0cd7a" providerId="LiveId" clId="{9019649D-9316-4696-B8B1-7A6B341347C0}" dt="2021-01-15T16:42:36.268" v="1413" actId="478"/>
          <ac:picMkLst>
            <pc:docMk/>
            <pc:sldMk cId="0" sldId="266"/>
            <ac:picMk id="3" creationId="{D49D602C-14D4-4255-96F6-879127A2D5F7}"/>
          </ac:picMkLst>
        </pc:picChg>
        <pc:picChg chg="add mod ord modCrop">
          <ac:chgData name="Leônidas Müller de Oliveira" userId="5af9566427f0cd7a" providerId="LiveId" clId="{9019649D-9316-4696-B8B1-7A6B341347C0}" dt="2021-01-15T16:49:05.707" v="1445"/>
          <ac:picMkLst>
            <pc:docMk/>
            <pc:sldMk cId="0" sldId="266"/>
            <ac:picMk id="4" creationId="{03E2685C-B3D9-4AC2-A687-440EA3EE13E0}"/>
          </ac:picMkLst>
        </pc:picChg>
      </pc:sldChg>
      <pc:sldChg chg="delSp modSp mod">
        <pc:chgData name="Leônidas Müller de Oliveira" userId="5af9566427f0cd7a" providerId="LiveId" clId="{9019649D-9316-4696-B8B1-7A6B341347C0}" dt="2021-01-15T16:26:35.798" v="1384" actId="1076"/>
        <pc:sldMkLst>
          <pc:docMk/>
          <pc:sldMk cId="0" sldId="267"/>
        </pc:sldMkLst>
        <pc:spChg chg="mod">
          <ac:chgData name="Leônidas Müller de Oliveira" userId="5af9566427f0cd7a" providerId="LiveId" clId="{9019649D-9316-4696-B8B1-7A6B341347C0}" dt="2021-01-15T16:21:48.674" v="1064" actId="313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26:35.798" v="1384" actId="1076"/>
          <ac:spMkLst>
            <pc:docMk/>
            <pc:sldMk cId="0" sldId="267"/>
            <ac:spMk id="185" creationId="{00000000-0000-0000-0000-000000000000}"/>
          </ac:spMkLst>
        </pc:spChg>
        <pc:picChg chg="del">
          <ac:chgData name="Leônidas Müller de Oliveira" userId="5af9566427f0cd7a" providerId="LiveId" clId="{9019649D-9316-4696-B8B1-7A6B341347C0}" dt="2021-01-15T16:20:00.862" v="1062" actId="478"/>
          <ac:picMkLst>
            <pc:docMk/>
            <pc:sldMk cId="0" sldId="267"/>
            <ac:picMk id="3" creationId="{A3581759-E91F-498F-8593-5AB5BE2A7D7F}"/>
          </ac:picMkLst>
        </pc:picChg>
        <pc:picChg chg="del">
          <ac:chgData name="Leônidas Müller de Oliveira" userId="5af9566427f0cd7a" providerId="LiveId" clId="{9019649D-9316-4696-B8B1-7A6B341347C0}" dt="2021-01-15T16:20:00.439" v="1061" actId="478"/>
          <ac:picMkLst>
            <pc:docMk/>
            <pc:sldMk cId="0" sldId="267"/>
            <ac:picMk id="5" creationId="{BCAE28CB-178C-4B12-AD6E-43FE3D206AB9}"/>
          </ac:picMkLst>
        </pc:picChg>
      </pc:sldChg>
      <pc:sldChg chg="del">
        <pc:chgData name="Leônidas Müller de Oliveira" userId="5af9566427f0cd7a" providerId="LiveId" clId="{9019649D-9316-4696-B8B1-7A6B341347C0}" dt="2021-01-15T21:28:40.764" v="3991" actId="47"/>
        <pc:sldMkLst>
          <pc:docMk/>
          <pc:sldMk cId="0" sldId="268"/>
        </pc:sldMkLst>
      </pc:sldChg>
      <pc:sldChg chg="addSp delSp modSp mod">
        <pc:chgData name="Leônidas Müller de Oliveira" userId="5af9566427f0cd7a" providerId="LiveId" clId="{9019649D-9316-4696-B8B1-7A6B341347C0}" dt="2021-01-16T01:02:12.143" v="4364" actId="1076"/>
        <pc:sldMkLst>
          <pc:docMk/>
          <pc:sldMk cId="0" sldId="271"/>
        </pc:sldMkLst>
        <pc:spChg chg="mod">
          <ac:chgData name="Leônidas Müller de Oliveira" userId="5af9566427f0cd7a" providerId="LiveId" clId="{9019649D-9316-4696-B8B1-7A6B341347C0}" dt="2021-01-15T21:35:58.382" v="4291" actId="20577"/>
          <ac:spMkLst>
            <pc:docMk/>
            <pc:sldMk cId="0" sldId="271"/>
            <ac:spMk id="228" creationId="{00000000-0000-0000-0000-000000000000}"/>
          </ac:spMkLst>
        </pc:spChg>
        <pc:picChg chg="add mod">
          <ac:chgData name="Leônidas Müller de Oliveira" userId="5af9566427f0cd7a" providerId="LiveId" clId="{9019649D-9316-4696-B8B1-7A6B341347C0}" dt="2021-01-16T01:02:12.143" v="4364" actId="1076"/>
          <ac:picMkLst>
            <pc:docMk/>
            <pc:sldMk cId="0" sldId="271"/>
            <ac:picMk id="3" creationId="{89047C8D-79DF-4279-92A0-7ED57F210BDD}"/>
          </ac:picMkLst>
        </pc:picChg>
        <pc:picChg chg="del">
          <ac:chgData name="Leônidas Müller de Oliveira" userId="5af9566427f0cd7a" providerId="LiveId" clId="{9019649D-9316-4696-B8B1-7A6B341347C0}" dt="2021-01-15T21:35:18.358" v="4180" actId="478"/>
          <ac:picMkLst>
            <pc:docMk/>
            <pc:sldMk cId="0" sldId="271"/>
            <ac:picMk id="4" creationId="{1EC96623-3070-4B6D-92BE-1D6D4E626ECF}"/>
          </ac:picMkLst>
        </pc:picChg>
      </pc:sldChg>
      <pc:sldChg chg="modSp mod">
        <pc:chgData name="Leônidas Müller de Oliveira" userId="5af9566427f0cd7a" providerId="LiveId" clId="{9019649D-9316-4696-B8B1-7A6B341347C0}" dt="2021-01-16T01:06:23.265" v="4380" actId="20577"/>
        <pc:sldMkLst>
          <pc:docMk/>
          <pc:sldMk cId="0" sldId="272"/>
        </pc:sldMkLst>
        <pc:spChg chg="mod">
          <ac:chgData name="Leônidas Müller de Oliveira" userId="5af9566427f0cd7a" providerId="LiveId" clId="{9019649D-9316-4696-B8B1-7A6B341347C0}" dt="2021-01-16T01:06:23.265" v="4380" actId="20577"/>
          <ac:spMkLst>
            <pc:docMk/>
            <pc:sldMk cId="0" sldId="272"/>
            <ac:spMk id="235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21:31:01.363" v="4179" actId="20577"/>
        <pc:sldMkLst>
          <pc:docMk/>
          <pc:sldMk cId="0" sldId="274"/>
        </pc:sldMkLst>
        <pc:spChg chg="mod">
          <ac:chgData name="Leônidas Müller de Oliveira" userId="5af9566427f0cd7a" providerId="LiveId" clId="{9019649D-9316-4696-B8B1-7A6B341347C0}" dt="2021-01-15T21:31:01.363" v="4179" actId="20577"/>
          <ac:spMkLst>
            <pc:docMk/>
            <pc:sldMk cId="0" sldId="274"/>
            <ac:spMk id="251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12:58.598" v="315" actId="12"/>
        <pc:sldMkLst>
          <pc:docMk/>
          <pc:sldMk cId="569711459" sldId="283"/>
        </pc:sldMkLst>
        <pc:spChg chg="mod">
          <ac:chgData name="Leônidas Müller de Oliveira" userId="5af9566427f0cd7a" providerId="LiveId" clId="{9019649D-9316-4696-B8B1-7A6B341347C0}" dt="2021-01-15T16:12:11.791" v="218" actId="14100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12:58.598" v="315" actId="12"/>
          <ac:spMkLst>
            <pc:docMk/>
            <pc:sldMk cId="569711459" sldId="283"/>
            <ac:spMk id="158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6T00:22:47.655" v="4311" actId="1076"/>
        <pc:sldMkLst>
          <pc:docMk/>
          <pc:sldMk cId="1437011287" sldId="284"/>
        </pc:sldMkLst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2" creationId="{B5FAAC12-83B7-4468-968E-BD39CFBF23F8}"/>
          </ac:spMkLst>
        </pc:spChg>
        <pc:spChg chg="mod">
          <ac:chgData name="Leônidas Müller de Oliveira" userId="5af9566427f0cd7a" providerId="LiveId" clId="{9019649D-9316-4696-B8B1-7A6B341347C0}" dt="2021-01-16T00:22:47.655" v="4311" actId="1076"/>
          <ac:spMkLst>
            <pc:docMk/>
            <pc:sldMk cId="1437011287" sldId="284"/>
            <ac:spMk id="3" creationId="{5A9CA915-CCB3-442A-9489-70F111D48946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5" creationId="{694E9661-0DA9-4439-A260-5A55C84F5188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7" creationId="{A4DD453D-BBF4-4D35-BEA3-93C8AFDFAD21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9" creationId="{C42EB859-19E8-4973-97DF-EF93B5B2D845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0" creationId="{D85E2755-D8D3-49BC-BE27-FFE170CCCC28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1" creationId="{265A0DFD-B71D-43C1-AD39-A6ABF5557A41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50" creationId="{00000000-0000-0000-0000-000000000000}"/>
          </ac:spMkLst>
        </pc:spChg>
      </pc:sldChg>
      <pc:sldChg chg="addSp delSp modSp mod">
        <pc:chgData name="Leônidas Müller de Oliveira" userId="5af9566427f0cd7a" providerId="LiveId" clId="{9019649D-9316-4696-B8B1-7A6B341347C0}" dt="2021-01-16T00:02:48.371" v="4302" actId="732"/>
        <pc:sldMkLst>
          <pc:docMk/>
          <pc:sldMk cId="2491790395" sldId="291"/>
        </pc:sldMkLst>
        <pc:picChg chg="del">
          <ac:chgData name="Leônidas Müller de Oliveira" userId="5af9566427f0cd7a" providerId="LiveId" clId="{9019649D-9316-4696-B8B1-7A6B341347C0}" dt="2021-01-16T00:02:31.938" v="4295" actId="478"/>
          <ac:picMkLst>
            <pc:docMk/>
            <pc:sldMk cId="2491790395" sldId="291"/>
            <ac:picMk id="3" creationId="{658F5653-86D8-46D9-A4A1-46BDFF7889AA}"/>
          </ac:picMkLst>
        </pc:picChg>
        <pc:picChg chg="add mod modCrop">
          <ac:chgData name="Leônidas Müller de Oliveira" userId="5af9566427f0cd7a" providerId="LiveId" clId="{9019649D-9316-4696-B8B1-7A6B341347C0}" dt="2021-01-16T00:02:48.371" v="4302" actId="732"/>
          <ac:picMkLst>
            <pc:docMk/>
            <pc:sldMk cId="2491790395" sldId="291"/>
            <ac:picMk id="4" creationId="{72A81FC7-272A-4F5D-884E-4C8B71D21CE8}"/>
          </ac:picMkLst>
        </pc:picChg>
      </pc:sldChg>
      <pc:sldChg chg="addSp delSp modSp mod">
        <pc:chgData name="Leônidas Müller de Oliveira" userId="5af9566427f0cd7a" providerId="LiveId" clId="{9019649D-9316-4696-B8B1-7A6B341347C0}" dt="2021-01-16T00:38:53.669" v="4351" actId="20577"/>
        <pc:sldMkLst>
          <pc:docMk/>
          <pc:sldMk cId="2768986171" sldId="292"/>
        </pc:sldMkLst>
        <pc:spChg chg="add mod">
          <ac:chgData name="Leônidas Müller de Oliveira" userId="5af9566427f0cd7a" providerId="LiveId" clId="{9019649D-9316-4696-B8B1-7A6B341347C0}" dt="2021-01-16T00:38:53.669" v="4351" actId="20577"/>
          <ac:spMkLst>
            <pc:docMk/>
            <pc:sldMk cId="2768986171" sldId="292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16:52:57.548" v="1497" actId="20577"/>
          <ac:spMkLst>
            <pc:docMk/>
            <pc:sldMk cId="2768986171" sldId="292"/>
            <ac:spMk id="149" creationId="{00000000-0000-0000-0000-000000000000}"/>
          </ac:spMkLst>
        </pc:spChg>
        <pc:spChg chg="del mod">
          <ac:chgData name="Leônidas Müller de Oliveira" userId="5af9566427f0cd7a" providerId="LiveId" clId="{9019649D-9316-4696-B8B1-7A6B341347C0}" dt="2021-01-15T16:55:49.787" v="1499" actId="478"/>
          <ac:spMkLst>
            <pc:docMk/>
            <pc:sldMk cId="2768986171" sldId="292"/>
            <ac:spMk id="150" creationId="{00000000-0000-0000-0000-000000000000}"/>
          </ac:spMkLst>
        </pc:spChg>
      </pc:sldChg>
      <pc:sldChg chg="del">
        <pc:chgData name="Leônidas Müller de Oliveira" userId="5af9566427f0cd7a" providerId="LiveId" clId="{9019649D-9316-4696-B8B1-7A6B341347C0}" dt="2021-01-15T20:35:28.025" v="3137" actId="47"/>
        <pc:sldMkLst>
          <pc:docMk/>
          <pc:sldMk cId="641020710" sldId="293"/>
        </pc:sldMkLst>
      </pc:sldChg>
      <pc:sldChg chg="del">
        <pc:chgData name="Leônidas Müller de Oliveira" userId="5af9566427f0cd7a" providerId="LiveId" clId="{9019649D-9316-4696-B8B1-7A6B341347C0}" dt="2021-01-15T20:35:29.103" v="3138" actId="47"/>
        <pc:sldMkLst>
          <pc:docMk/>
          <pc:sldMk cId="2522898300" sldId="294"/>
        </pc:sldMkLst>
      </pc:sldChg>
      <pc:sldChg chg="del">
        <pc:chgData name="Leônidas Müller de Oliveira" userId="5af9566427f0cd7a" providerId="LiveId" clId="{9019649D-9316-4696-B8B1-7A6B341347C0}" dt="2021-01-15T16:31:14.585" v="1385" actId="47"/>
        <pc:sldMkLst>
          <pc:docMk/>
          <pc:sldMk cId="1695839730" sldId="295"/>
        </pc:sldMkLst>
      </pc:sldChg>
      <pc:sldChg chg="del">
        <pc:chgData name="Leônidas Müller de Oliveira" userId="5af9566427f0cd7a" providerId="LiveId" clId="{9019649D-9316-4696-B8B1-7A6B341347C0}" dt="2021-01-15T21:28:42.107" v="3992" actId="47"/>
        <pc:sldMkLst>
          <pc:docMk/>
          <pc:sldMk cId="743515703" sldId="296"/>
        </pc:sldMkLst>
      </pc:sldChg>
      <pc:sldChg chg="modSp mod">
        <pc:chgData name="Leônidas Müller de Oliveira" userId="5af9566427f0cd7a" providerId="LiveId" clId="{9019649D-9316-4696-B8B1-7A6B341347C0}" dt="2021-01-16T00:26:33.767" v="4319" actId="20577"/>
        <pc:sldMkLst>
          <pc:docMk/>
          <pc:sldMk cId="1542352846" sldId="297"/>
        </pc:sldMkLst>
        <pc:spChg chg="mod">
          <ac:chgData name="Leônidas Müller de Oliveira" userId="5af9566427f0cd7a" providerId="LiveId" clId="{9019649D-9316-4696-B8B1-7A6B341347C0}" dt="2021-01-16T00:26:33.767" v="4319" actId="20577"/>
          <ac:spMkLst>
            <pc:docMk/>
            <pc:sldMk cId="1542352846" sldId="297"/>
            <ac:spMk id="249" creationId="{00000000-0000-0000-0000-000000000000}"/>
          </ac:spMkLst>
        </pc:spChg>
      </pc:sldChg>
      <pc:sldChg chg="addSp delSp modSp add mod">
        <pc:chgData name="Leônidas Müller de Oliveira" userId="5af9566427f0cd7a" providerId="LiveId" clId="{9019649D-9316-4696-B8B1-7A6B341347C0}" dt="2021-01-15T16:40:50.790" v="1405"/>
        <pc:sldMkLst>
          <pc:docMk/>
          <pc:sldMk cId="126974504" sldId="298"/>
        </pc:sldMkLst>
        <pc:spChg chg="add mod">
          <ac:chgData name="Leônidas Müller de Oliveira" userId="5af9566427f0cd7a" providerId="LiveId" clId="{9019649D-9316-4696-B8B1-7A6B341347C0}" dt="2021-01-15T16:40:50.790" v="1405"/>
          <ac:spMkLst>
            <pc:docMk/>
            <pc:sldMk cId="126974504" sldId="298"/>
            <ac:spMk id="5" creationId="{7226F076-0204-4AE0-BF41-ED22F82C1B26}"/>
          </ac:spMkLst>
        </pc:spChg>
        <pc:spChg chg="del">
          <ac:chgData name="Leônidas Müller de Oliveira" userId="5af9566427f0cd7a" providerId="LiveId" clId="{9019649D-9316-4696-B8B1-7A6B341347C0}" dt="2021-01-15T16:40:50.495" v="1404" actId="478"/>
          <ac:spMkLst>
            <pc:docMk/>
            <pc:sldMk cId="126974504" sldId="298"/>
            <ac:spMk id="249" creationId="{00000000-0000-0000-0000-000000000000}"/>
          </ac:spMkLst>
        </pc:spChg>
      </pc:sldChg>
      <pc:sldChg chg="modSp add mod">
        <pc:chgData name="Leônidas Müller de Oliveira" userId="5af9566427f0cd7a" providerId="LiveId" clId="{9019649D-9316-4696-B8B1-7A6B341347C0}" dt="2021-01-24T01:17:13.452" v="4386" actId="20577"/>
        <pc:sldMkLst>
          <pc:docMk/>
          <pc:sldMk cId="2452318423" sldId="299"/>
        </pc:sldMkLst>
        <pc:spChg chg="mod">
          <ac:chgData name="Leônidas Müller de Oliveira" userId="5af9566427f0cd7a" providerId="LiveId" clId="{9019649D-9316-4696-B8B1-7A6B341347C0}" dt="2021-01-24T01:17:13.452" v="4386" actId="20577"/>
          <ac:spMkLst>
            <pc:docMk/>
            <pc:sldMk cId="2452318423" sldId="299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05:39.248" v="2067" actId="20577"/>
          <ac:spMkLst>
            <pc:docMk/>
            <pc:sldMk cId="2452318423" sldId="299"/>
            <ac:spMk id="149" creationId="{00000000-0000-0000-0000-000000000000}"/>
          </ac:spMkLst>
        </pc:spChg>
      </pc:sldChg>
      <pc:sldChg chg="addSp modSp add mod">
        <pc:chgData name="Leônidas Müller de Oliveira" userId="5af9566427f0cd7a" providerId="LiveId" clId="{9019649D-9316-4696-B8B1-7A6B341347C0}" dt="2021-01-16T00:51:26.417" v="4352" actId="20577"/>
        <pc:sldMkLst>
          <pc:docMk/>
          <pc:sldMk cId="580050991" sldId="300"/>
        </pc:sldMkLst>
        <pc:spChg chg="mod">
          <ac:chgData name="Leônidas Müller de Oliveira" userId="5af9566427f0cd7a" providerId="LiveId" clId="{9019649D-9316-4696-B8B1-7A6B341347C0}" dt="2021-01-16T00:51:26.417" v="4352" actId="20577"/>
          <ac:spMkLst>
            <pc:docMk/>
            <pc:sldMk cId="580050991" sldId="300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26:10.043" v="3124" actId="404"/>
          <ac:spMkLst>
            <pc:docMk/>
            <pc:sldMk cId="580050991" sldId="300"/>
            <ac:spMk id="149" creationId="{00000000-0000-0000-0000-000000000000}"/>
          </ac:spMkLst>
        </pc:spChg>
        <pc:picChg chg="add mod ord">
          <ac:chgData name="Leônidas Müller de Oliveira" userId="5af9566427f0cd7a" providerId="LiveId" clId="{9019649D-9316-4696-B8B1-7A6B341347C0}" dt="2021-01-15T20:25:59.587" v="3121" actId="14100"/>
          <ac:picMkLst>
            <pc:docMk/>
            <pc:sldMk cId="580050991" sldId="300"/>
            <ac:picMk id="7" creationId="{F3EEF685-A009-4E74-A44F-A040B3F69CCD}"/>
          </ac:picMkLst>
        </pc:picChg>
      </pc:sldChg>
      <pc:sldChg chg="modSp add mod">
        <pc:chgData name="Leônidas Müller de Oliveira" userId="5af9566427f0cd7a" providerId="LiveId" clId="{9019649D-9316-4696-B8B1-7A6B341347C0}" dt="2021-01-16T00:56:18.245" v="4363" actId="20577"/>
        <pc:sldMkLst>
          <pc:docMk/>
          <pc:sldMk cId="1031171993" sldId="301"/>
        </pc:sldMkLst>
        <pc:spChg chg="mod">
          <ac:chgData name="Leônidas Müller de Oliveira" userId="5af9566427f0cd7a" providerId="LiveId" clId="{9019649D-9316-4696-B8B1-7A6B341347C0}" dt="2021-01-16T00:56:18.245" v="4363" actId="20577"/>
          <ac:spMkLst>
            <pc:docMk/>
            <pc:sldMk cId="1031171993" sldId="301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36:45.567" v="3193" actId="20577"/>
          <ac:spMkLst>
            <pc:docMk/>
            <pc:sldMk cId="1031171993" sldId="301"/>
            <ac:spMk id="14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0725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208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0233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9639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6689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0132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3387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3125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6161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67760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66659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1187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02997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79960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41215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30776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87A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/>
        </p:nvSpPr>
        <p:spPr>
          <a:xfrm>
            <a:off x="2602348" y="972425"/>
            <a:ext cx="39393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BEM VINDO</a:t>
            </a:r>
            <a:endParaRPr sz="4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835375" y="1779572"/>
            <a:ext cx="7473245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ESTRUTURAS METÁLICAS</a:t>
            </a:r>
            <a:endParaRPr sz="2400" b="1" i="0" u="none" strike="noStrike" cap="none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Forças devidas ao vento em edificações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7869" y="1083395"/>
            <a:ext cx="4697525" cy="96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Esta Norma fixa as condições exigíveis na consideração das forças devidas às ações estática e dinâmica do vento, para efeitos de projeto de edificações, incluindo a estrutura como um todo ou em partes, componentes estruturais e acessórios como revestimentos e vedações. 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 termo edificações é aplicado em sentido amplo, abrangendo edifícios, torres, chaminés, ginásios, pontes e outras obras de engenharia civil.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NBR 6123</a:t>
            </a:r>
          </a:p>
        </p:txBody>
      </p:sp>
    </p:spTree>
    <p:extLst>
      <p:ext uri="{BB962C8B-B14F-4D97-AF65-F5344CB8AC3E}">
        <p14:creationId xmlns:p14="http://schemas.microsoft.com/office/powerpoint/2010/main" val="3187776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Forças devidas ao vento em edificações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28651" y="1339703"/>
            <a:ext cx="4697525" cy="96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As pressões e as forças devidas ao vento são calculadas em função de parâmetros meteorológicos: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381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Velocidade básica do vento V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0 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4381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Fatores de ajuste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,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2 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</a:p>
          <a:p>
            <a:pPr marL="4381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Coeficientes de pressão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 velocidade básica do vento é fornecida por meio do mapa de isopletas, o qual foi elaborado a partir de análises de valores extremos das velocidades do vento registradas em estações meteorológicas, sem distinção do tipo de fenômeno que originou o vento.</a:t>
            </a:r>
          </a:p>
        </p:txBody>
      </p:sp>
      <p:sp>
        <p:nvSpPr>
          <p:cNvPr id="2" name="Google Shape;142;p7">
            <a:extLst>
              <a:ext uri="{FF2B5EF4-FFF2-40B4-BE49-F238E27FC236}">
                <a16:creationId xmlns:a16="http://schemas.microsoft.com/office/drawing/2014/main" id="{4096D34C-A6D6-31E8-AE7F-35F9B17FFA67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Procedimento para o cálculo das forças devidas ao vento</a:t>
            </a:r>
          </a:p>
        </p:txBody>
      </p:sp>
    </p:spTree>
    <p:extLst>
      <p:ext uri="{BB962C8B-B14F-4D97-AF65-F5344CB8AC3E}">
        <p14:creationId xmlns:p14="http://schemas.microsoft.com/office/powerpoint/2010/main" val="1607192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Forças devidas ao vento em edificações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42506" y="1497578"/>
            <a:ext cx="4697525" cy="328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 força devida ao vento pode ser genericamente calculada conforme a seguinte equação: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F = q . C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a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 . A </a:t>
            </a:r>
          </a:p>
          <a:p>
            <a:pPr marL="152400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Onde:</a:t>
            </a: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2000" dirty="0"/>
          </a:p>
          <a:p>
            <a:pPr marL="438150" indent="-285750"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q - É a pressão dinâmica;</a:t>
            </a:r>
          </a:p>
          <a:p>
            <a:pPr marL="438150" indent="-285750"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 - É um coeficiente aerodinâmico </a:t>
            </a:r>
          </a:p>
          <a:p>
            <a:pPr marL="438150" indent="-285750"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 - É uma área de referência, especificada em cada caso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Procedimento para o cálculo das forças devidas ao vento</a:t>
            </a:r>
          </a:p>
        </p:txBody>
      </p:sp>
    </p:spTree>
    <p:extLst>
      <p:ext uri="{BB962C8B-B14F-4D97-AF65-F5344CB8AC3E}">
        <p14:creationId xmlns:p14="http://schemas.microsoft.com/office/powerpoint/2010/main" val="479345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Forças devidas ao vento em edificações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659379" y="927906"/>
            <a:ext cx="4697525" cy="1226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 pressão dinâmica é determinada do seguinte modo: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 a) a velocidade básica do vento, V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0 </a:t>
            </a: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Pressão dinâmica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4A4459B-5559-2A61-B0F8-9358DA54C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671" y="2164774"/>
            <a:ext cx="2384020" cy="263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029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Forças devidas ao vento em edificações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694015" y="884515"/>
            <a:ext cx="4697525" cy="2080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 pressão dinâmica é determinada do seguinte modo: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  b) a velocidade básica do vento é multiplicada pelos fatores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1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,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2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 e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3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 para ser obtida a velocidade característica do vento, V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k</a:t>
            </a: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baseline="-25000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  <a:p>
            <a:pPr marL="152400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V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k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 = V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0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 .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1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 .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2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 .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3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 (m/s)</a:t>
            </a:r>
          </a:p>
          <a:p>
            <a:pPr marL="152400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baseline="-25000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 c) a velocidade característica do vento permite determinar a pressão dinâmica pela expressão:</a:t>
            </a: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  <a:p>
            <a:pPr marL="152400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q = 0,613 V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k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² (N/m²)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Pressão dinâmica</a:t>
            </a:r>
          </a:p>
        </p:txBody>
      </p:sp>
    </p:spTree>
    <p:extLst>
      <p:ext uri="{BB962C8B-B14F-4D97-AF65-F5344CB8AC3E}">
        <p14:creationId xmlns:p14="http://schemas.microsoft.com/office/powerpoint/2010/main" val="827965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Forças devidas ao vento em edificações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694015" y="1023061"/>
            <a:ext cx="4697525" cy="287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 fator topográfico, S1, considera as variações do relevo do terreno e é determinado do seguinte modo: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AutoNum type="alphaLcParenR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Terreno plano ou fracamente acidentado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AutoNum type="alphaLcParenR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AutoNum type="alphaLcParenR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Taludes e morros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AutoNum type="alphaLcParenR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AutoNum type="alphaLcParenR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Vales profundos, protegidos de ventos de qualquer direção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S1 – Fator topográfico</a:t>
            </a:r>
          </a:p>
        </p:txBody>
      </p:sp>
    </p:spTree>
    <p:extLst>
      <p:ext uri="{BB962C8B-B14F-4D97-AF65-F5344CB8AC3E}">
        <p14:creationId xmlns:p14="http://schemas.microsoft.com/office/powerpoint/2010/main" val="1537670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Forças devidas ao vento em edificações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694015" y="1023061"/>
            <a:ext cx="4697525" cy="287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 fator topográfico,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, considera as variações do relevo do terreno e é determinado do seguinte modo: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AutoNum type="alphaLcParenR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Terreno plano ou fracamente acidentado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AutoNum type="alphaLcParenR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1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 = 1,0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S</a:t>
            </a:r>
            <a:r>
              <a:rPr lang="pt-BR" sz="2800" baseline="-25000" dirty="0">
                <a:sym typeface="Roboto Light"/>
              </a:rPr>
              <a:t>1</a:t>
            </a:r>
            <a:r>
              <a:rPr lang="pt-BR" sz="2800" dirty="0">
                <a:sym typeface="Roboto Light"/>
              </a:rPr>
              <a:t> – Fator topográfico</a:t>
            </a:r>
          </a:p>
        </p:txBody>
      </p:sp>
    </p:spTree>
    <p:extLst>
      <p:ext uri="{BB962C8B-B14F-4D97-AF65-F5344CB8AC3E}">
        <p14:creationId xmlns:p14="http://schemas.microsoft.com/office/powerpoint/2010/main" val="1741338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Forças devidas ao vento em edificações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694015" y="1023062"/>
            <a:ext cx="4697525" cy="141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 fator topográfico,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, considera as variações do relevo do terreno e é determinado do seguinte modo: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+mj-lt"/>
              <a:buAutoNum type="alphaLcParenR" startAt="2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Taludes e morros: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S</a:t>
            </a:r>
            <a:r>
              <a:rPr lang="pt-BR" sz="2800" baseline="-25000" dirty="0">
                <a:sym typeface="Roboto Light"/>
              </a:rPr>
              <a:t>1</a:t>
            </a:r>
            <a:r>
              <a:rPr lang="pt-BR" sz="2800" dirty="0">
                <a:sym typeface="Roboto Light"/>
              </a:rPr>
              <a:t> – Fator topográfico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15B73A4-65E8-D186-BC80-BB399B5EE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486" y="2414153"/>
            <a:ext cx="1785630" cy="805284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8E60B34-22BF-DBD1-CFF3-E13D8850B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601" y="2414152"/>
            <a:ext cx="1250232" cy="79817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EBCD0A4-42AD-BE55-0F0D-44EE92D230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1810" y="3318164"/>
            <a:ext cx="3713144" cy="164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589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Forças devidas ao vento em edificações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694015" y="1023061"/>
            <a:ext cx="4697525" cy="287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 fator topográfico,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, considera as variações do relevo do terreno e é determinado do seguinte modo: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+mj-lt"/>
              <a:buAutoNum type="alphaLcParenR" startAt="3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Vales profundos, protegidos de ventos de qualquer direção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AutoNum type="alphaLcParenR" startAt="3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1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 = 0,9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S</a:t>
            </a:r>
            <a:r>
              <a:rPr lang="pt-BR" sz="2800" baseline="-25000" dirty="0">
                <a:sym typeface="Roboto Light"/>
              </a:rPr>
              <a:t>1</a:t>
            </a:r>
            <a:r>
              <a:rPr lang="pt-BR" sz="2800" dirty="0">
                <a:sym typeface="Roboto Light"/>
              </a:rPr>
              <a:t> – Fator topográfico</a:t>
            </a:r>
          </a:p>
        </p:txBody>
      </p:sp>
    </p:spTree>
    <p:extLst>
      <p:ext uri="{BB962C8B-B14F-4D97-AF65-F5344CB8AC3E}">
        <p14:creationId xmlns:p14="http://schemas.microsoft.com/office/powerpoint/2010/main" val="93400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Forças devidas ao vento em edificações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7868" y="1875572"/>
            <a:ext cx="4697525" cy="1817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 fator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 considera o efeito combinado da rugosidade do terreno, da variação da velocidade do vento com a altura acima do terreno e das dimensões da edificação, estrutura, parte da estrutura ou componente em consideração</a:t>
            </a: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S</a:t>
            </a:r>
            <a:r>
              <a:rPr lang="pt-BR" sz="2800" baseline="-25000" dirty="0">
                <a:sym typeface="Roboto Light"/>
              </a:rPr>
              <a:t>2</a:t>
            </a:r>
            <a:r>
              <a:rPr lang="pt-BR" sz="2800" dirty="0">
                <a:sym typeface="Roboto Light"/>
              </a:rPr>
              <a:t> – Rugosidade do terreno, dimensões da edificação e altura sobre o terreno:</a:t>
            </a:r>
          </a:p>
        </p:txBody>
      </p:sp>
    </p:spTree>
    <p:extLst>
      <p:ext uri="{BB962C8B-B14F-4D97-AF65-F5344CB8AC3E}">
        <p14:creationId xmlns:p14="http://schemas.microsoft.com/office/powerpoint/2010/main" val="884693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Forças devidas ao vento em edificações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687087" y="1023518"/>
            <a:ext cx="4697525" cy="1817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 rugosidade do terreno é classificada em cinco categorias:</a:t>
            </a: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S</a:t>
            </a:r>
            <a:r>
              <a:rPr lang="pt-BR" sz="2800" baseline="-25000" dirty="0">
                <a:sym typeface="Roboto Light"/>
              </a:rPr>
              <a:t>2</a:t>
            </a:r>
            <a:r>
              <a:rPr lang="pt-BR" sz="2800" dirty="0">
                <a:sym typeface="Roboto Light"/>
              </a:rPr>
              <a:t> – Rugosidade do terreno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5EF24E49-0002-FC7B-2DE5-536A08B2C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203672"/>
              </p:ext>
            </p:extLst>
          </p:nvPr>
        </p:nvGraphicFramePr>
        <p:xfrm>
          <a:off x="4317885" y="1693255"/>
          <a:ext cx="4066727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5772">
                  <a:extLst>
                    <a:ext uri="{9D8B030D-6E8A-4147-A177-3AD203B41FA5}">
                      <a16:colId xmlns:a16="http://schemas.microsoft.com/office/drawing/2014/main" val="2735963937"/>
                    </a:ext>
                  </a:extLst>
                </a:gridCol>
                <a:gridCol w="1052729">
                  <a:extLst>
                    <a:ext uri="{9D8B030D-6E8A-4147-A177-3AD203B41FA5}">
                      <a16:colId xmlns:a16="http://schemas.microsoft.com/office/drawing/2014/main" val="1257017244"/>
                    </a:ext>
                  </a:extLst>
                </a:gridCol>
                <a:gridCol w="2598226">
                  <a:extLst>
                    <a:ext uri="{9D8B030D-6E8A-4147-A177-3AD203B41FA5}">
                      <a16:colId xmlns:a16="http://schemas.microsoft.com/office/drawing/2014/main" val="3507554080"/>
                    </a:ext>
                  </a:extLst>
                </a:gridCol>
              </a:tblGrid>
              <a:tr h="82658">
                <a:tc>
                  <a:txBody>
                    <a:bodyPr/>
                    <a:lstStyle/>
                    <a:p>
                      <a:pPr algn="ctr" fontAlgn="b"/>
                      <a:r>
                        <a:rPr lang="pt-BR" sz="600" u="none" strike="noStrike">
                          <a:effectLst/>
                        </a:rPr>
                        <a:t>Cota Média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600" u="none" strike="noStrike">
                          <a:effectLst/>
                        </a:rPr>
                        <a:t>Valor da Categoria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600" u="none" strike="noStrike">
                          <a:effectLst/>
                        </a:rPr>
                        <a:t>Categoria do Terreno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58567321"/>
                  </a:ext>
                </a:extLst>
              </a:tr>
              <a:tr h="33063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0,0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I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u="none" strike="noStrike" dirty="0">
                          <a:effectLst/>
                        </a:rPr>
                        <a:t>Superfícies lisas de grandes dimensões, com mais de 5km de extensão, medida na direção e sentido do vento incidente. </a:t>
                      </a:r>
                      <a:br>
                        <a:rPr lang="pt-BR" sz="600" u="none" strike="noStrike" dirty="0">
                          <a:effectLst/>
                        </a:rPr>
                      </a:br>
                      <a:br>
                        <a:rPr lang="pt-BR" sz="600" u="none" strike="noStrike" dirty="0">
                          <a:effectLst/>
                        </a:rPr>
                      </a:br>
                      <a:r>
                        <a:rPr lang="pt-BR" sz="600" u="none" strike="noStrike" dirty="0">
                          <a:effectLst/>
                        </a:rPr>
                        <a:t>Exemplos: mar calmo; lagos e rios; pântanos sem vegetação.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65352912"/>
                  </a:ext>
                </a:extLst>
              </a:tr>
              <a:tr h="4959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1,0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II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u="none" strike="noStrike" dirty="0">
                          <a:effectLst/>
                        </a:rPr>
                        <a:t>Edificações baixas. </a:t>
                      </a:r>
                      <a:br>
                        <a:rPr lang="pt-BR" sz="600" u="none" strike="noStrike" dirty="0">
                          <a:effectLst/>
                        </a:rPr>
                      </a:br>
                      <a:br>
                        <a:rPr lang="pt-BR" sz="600" u="none" strike="noStrike" dirty="0">
                          <a:effectLst/>
                        </a:rPr>
                      </a:br>
                      <a:r>
                        <a:rPr lang="pt-BR" sz="600" u="none" strike="noStrike" dirty="0">
                          <a:effectLst/>
                        </a:rPr>
                        <a:t>A cota média do topo dos obstáculos é considerada inferior ou igual a 1m.</a:t>
                      </a:r>
                      <a:br>
                        <a:rPr lang="pt-BR" sz="600" u="none" strike="noStrike" dirty="0">
                          <a:effectLst/>
                        </a:rPr>
                      </a:br>
                      <a:br>
                        <a:rPr lang="pt-BR" sz="600" u="none" strike="noStrike" dirty="0">
                          <a:effectLst/>
                        </a:rPr>
                      </a:br>
                      <a:r>
                        <a:rPr lang="pt-BR" sz="600" u="none" strike="noStrike" dirty="0">
                          <a:effectLst/>
                        </a:rPr>
                        <a:t>Exemplos: zonas costeiras planas; pântanos com vegetação rala; campos de aviação; pradarias e charnecas; fazendas sem sebes ou muros.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40299445"/>
                  </a:ext>
                </a:extLst>
              </a:tr>
              <a:tr h="57860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3,0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 dirty="0">
                          <a:effectLst/>
                        </a:rPr>
                        <a:t>III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u="none" strike="noStrike" dirty="0">
                          <a:effectLst/>
                        </a:rPr>
                        <a:t>Terrenos planos ou ondulados com obstáculos, tais como sebes e muros, poucos quebra-ventos de árvores, edificações baixas e esparsas. </a:t>
                      </a:r>
                      <a:br>
                        <a:rPr lang="pt-BR" sz="600" u="none" strike="noStrike" dirty="0">
                          <a:effectLst/>
                        </a:rPr>
                      </a:br>
                      <a:br>
                        <a:rPr lang="pt-BR" sz="600" u="none" strike="noStrike" dirty="0">
                          <a:effectLst/>
                        </a:rPr>
                      </a:br>
                      <a:r>
                        <a:rPr lang="pt-BR" sz="600" u="none" strike="noStrike" dirty="0">
                          <a:effectLst/>
                        </a:rPr>
                        <a:t>A cota média do topo dos obstáculos é considerada igual a 3m.</a:t>
                      </a:r>
                      <a:br>
                        <a:rPr lang="pt-BR" sz="600" u="none" strike="noStrike" dirty="0">
                          <a:effectLst/>
                        </a:rPr>
                      </a:br>
                      <a:br>
                        <a:rPr lang="pt-BR" sz="600" u="none" strike="noStrike" dirty="0">
                          <a:effectLst/>
                        </a:rPr>
                      </a:br>
                      <a:r>
                        <a:rPr lang="pt-BR" sz="600" u="none" strike="noStrike" dirty="0">
                          <a:effectLst/>
                        </a:rPr>
                        <a:t>Exemplos: granjas e casas de campo, com exceção das partes com matos, fazendas com sebes e/ou muros, subúrbios a considerável distância do centro, com casas baixas e esparsas.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17356459"/>
                  </a:ext>
                </a:extLst>
              </a:tr>
              <a:tr h="66126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 dirty="0">
                          <a:effectLst/>
                        </a:rPr>
                        <a:t>10,0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 dirty="0">
                          <a:effectLst/>
                        </a:rPr>
                        <a:t>IV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 dirty="0">
                          <a:effectLst/>
                        </a:rPr>
                        <a:t>Terrenos cobertos por obstáculos numerosos e pouco espaçados em zona florestal, industrial ou urbanizada.</a:t>
                      </a:r>
                      <a:br>
                        <a:rPr lang="pt-BR" sz="600" u="none" strike="noStrike" dirty="0">
                          <a:effectLst/>
                        </a:rPr>
                      </a:br>
                      <a:br>
                        <a:rPr lang="pt-BR" sz="600" u="none" strike="noStrike" dirty="0">
                          <a:effectLst/>
                        </a:rPr>
                      </a:br>
                      <a:r>
                        <a:rPr lang="pt-BR" sz="600" u="none" strike="noStrike" dirty="0">
                          <a:effectLst/>
                        </a:rPr>
                        <a:t>A  cota média do topo dos obstáculos é considerada igual a 10m.</a:t>
                      </a:r>
                      <a:br>
                        <a:rPr lang="pt-BR" sz="600" u="none" strike="noStrike" dirty="0">
                          <a:effectLst/>
                        </a:rPr>
                      </a:br>
                      <a:br>
                        <a:rPr lang="pt-BR" sz="600" u="none" strike="noStrike" dirty="0">
                          <a:effectLst/>
                        </a:rPr>
                      </a:br>
                      <a:r>
                        <a:rPr lang="pt-BR" sz="600" u="none" strike="noStrike" dirty="0">
                          <a:effectLst/>
                        </a:rPr>
                        <a:t>Exemplos: zonas de parques e bosques com muitas árvores; cidades pequenas e seus arredores; subúrbios densamente construídos de grandes cidades; áreas industriais plena ou parcialmente desenvolvidas.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1300242"/>
                  </a:ext>
                </a:extLst>
              </a:tr>
              <a:tr h="4959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25,0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V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u="none" strike="noStrike" dirty="0">
                          <a:effectLst/>
                        </a:rPr>
                        <a:t>Terrenos cobertos por obstáculos numerosos, grandes, altos e pouco espaçados. </a:t>
                      </a:r>
                      <a:br>
                        <a:rPr lang="pt-BR" sz="600" u="none" strike="noStrike" dirty="0">
                          <a:effectLst/>
                        </a:rPr>
                      </a:br>
                      <a:br>
                        <a:rPr lang="pt-BR" sz="600" u="none" strike="noStrike" dirty="0">
                          <a:effectLst/>
                        </a:rPr>
                      </a:br>
                      <a:r>
                        <a:rPr lang="pt-BR" sz="600" u="none" strike="noStrike" dirty="0">
                          <a:effectLst/>
                        </a:rPr>
                        <a:t>A cota média do topo dos obstáculos é considerada igual ou superior a 25m.</a:t>
                      </a:r>
                      <a:br>
                        <a:rPr lang="pt-BR" sz="600" u="none" strike="noStrike" dirty="0">
                          <a:effectLst/>
                        </a:rPr>
                      </a:br>
                      <a:br>
                        <a:rPr lang="pt-BR" sz="600" u="none" strike="noStrike" dirty="0">
                          <a:effectLst/>
                        </a:rPr>
                      </a:br>
                      <a:r>
                        <a:rPr lang="pt-BR" sz="600" u="none" strike="noStrike" dirty="0">
                          <a:effectLst/>
                        </a:rPr>
                        <a:t>Exemplos: florestas com árvores altas de copas isoladas; centros de grandes cidade; complexo industriais bem desenvolvidos. 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15802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7890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Forças devidas ao vento em edificações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S</a:t>
            </a:r>
            <a:r>
              <a:rPr lang="pt-BR" sz="2800" baseline="-25000" dirty="0">
                <a:sym typeface="Roboto Light"/>
              </a:rPr>
              <a:t>2</a:t>
            </a:r>
            <a:r>
              <a:rPr lang="pt-BR" sz="2800" dirty="0">
                <a:sym typeface="Roboto Light"/>
              </a:rPr>
              <a:t> - Dimensões da edificação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571C233-3A8A-0562-DCC1-B8D986312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852424"/>
              </p:ext>
            </p:extLst>
          </p:nvPr>
        </p:nvGraphicFramePr>
        <p:xfrm>
          <a:off x="3704524" y="1870821"/>
          <a:ext cx="5261140" cy="2181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8807">
                  <a:extLst>
                    <a:ext uri="{9D8B030D-6E8A-4147-A177-3AD203B41FA5}">
                      <a16:colId xmlns:a16="http://schemas.microsoft.com/office/drawing/2014/main" val="2638470456"/>
                    </a:ext>
                  </a:extLst>
                </a:gridCol>
                <a:gridCol w="936615">
                  <a:extLst>
                    <a:ext uri="{9D8B030D-6E8A-4147-A177-3AD203B41FA5}">
                      <a16:colId xmlns:a16="http://schemas.microsoft.com/office/drawing/2014/main" val="3841426290"/>
                    </a:ext>
                  </a:extLst>
                </a:gridCol>
                <a:gridCol w="3475718">
                  <a:extLst>
                    <a:ext uri="{9D8B030D-6E8A-4147-A177-3AD203B41FA5}">
                      <a16:colId xmlns:a16="http://schemas.microsoft.com/office/drawing/2014/main" val="1825901691"/>
                    </a:ext>
                  </a:extLst>
                </a:gridCol>
              </a:tblGrid>
              <a:tr h="16490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Máxima Dimensão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Classe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Descrição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35517744"/>
                  </a:ext>
                </a:extLst>
              </a:tr>
              <a:tr h="61532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effectLst/>
                        </a:rPr>
                        <a:t>20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effectLst/>
                        </a:rPr>
                        <a:t>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u="none" strike="noStrike" dirty="0">
                          <a:effectLst/>
                        </a:rPr>
                        <a:t>Todas as unidades de vedação, seus elementos de fixação e peças individuais de estruturas sem vedação. Toda edificação ou parte da edificação na qual a maior dimensão horizontal ou vertical da superfície frontal não exceda 20 metros.</a:t>
                      </a: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98033244"/>
                  </a:ext>
                </a:extLst>
              </a:tr>
              <a:tr h="62763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effectLst/>
                        </a:rPr>
                        <a:t>50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effectLst/>
                        </a:rPr>
                        <a:t>B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u="none" strike="noStrike" dirty="0">
                          <a:effectLst/>
                        </a:rPr>
                        <a:t>Toda edificação ou parte da edificação para a qual a maior dimensão horizontal ou vertical da superfície frontal esteja entre 20 e 50 metros.</a:t>
                      </a: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34596348"/>
                  </a:ext>
                </a:extLst>
              </a:tr>
              <a:tr h="60301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effectLst/>
                        </a:rPr>
                        <a:t>100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effectLst/>
                        </a:rPr>
                        <a:t>C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u="none" strike="noStrike" dirty="0">
                          <a:effectLst/>
                        </a:rPr>
                        <a:t>Toda a edificação ou parte da edificação para a qual a maior dimensão horizontal ou vertical da superfície frontal exceda 50 metros.</a:t>
                      </a: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2863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754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Forças devidas ao vento em edificações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687087" y="1023518"/>
            <a:ext cx="4697525" cy="1817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 fator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 usado no cálculo da velocidade do vento em uma altura z acima do nível geral do terreno é calculado pela seguinte equação: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l-PL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pl-PL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 = b</a:t>
            </a:r>
            <a:r>
              <a:rPr lang="pl-PL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m</a:t>
            </a:r>
            <a:r>
              <a:rPr lang="pl-PL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 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. </a:t>
            </a:r>
            <a:r>
              <a:rPr lang="pl-PL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F</a:t>
            </a:r>
            <a:r>
              <a:rPr lang="pl-PL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r</a:t>
            </a:r>
            <a:r>
              <a:rPr lang="pl-PL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 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. </a:t>
            </a:r>
            <a:r>
              <a:rPr lang="pl-PL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(z/10)</a:t>
            </a:r>
            <a:r>
              <a:rPr lang="pl-PL" sz="1600" b="1" baseline="30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p</a:t>
            </a:r>
            <a:endParaRPr lang="pt-BR" sz="1600" b="1" baseline="30000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Onde: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F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r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 </a:t>
            </a:r>
            <a:r>
              <a:rPr lang="pt-BR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é o fator de rajada, o qual sempre corresponde à Categoria II</a:t>
            </a: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S</a:t>
            </a:r>
            <a:r>
              <a:rPr lang="pt-BR" sz="2800" baseline="-25000" dirty="0">
                <a:sym typeface="Roboto Light"/>
              </a:rPr>
              <a:t>2</a:t>
            </a:r>
            <a:r>
              <a:rPr lang="pt-BR" sz="2800" dirty="0">
                <a:sym typeface="Roboto Light"/>
              </a:rPr>
              <a:t> – Altura Sobre o Terreno</a:t>
            </a:r>
          </a:p>
        </p:txBody>
      </p:sp>
    </p:spTree>
    <p:extLst>
      <p:ext uri="{BB962C8B-B14F-4D97-AF65-F5344CB8AC3E}">
        <p14:creationId xmlns:p14="http://schemas.microsoft.com/office/powerpoint/2010/main" val="2302489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Forças devidas ao vento em edificações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687087" y="1023518"/>
            <a:ext cx="4697525" cy="1165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Os valores de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 para as diversas categorias de rugosidade do terreno e classes de dimensões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das edificações e estruturas especificados na NBR6123 são dados na Tabela 3:</a:t>
            </a: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S</a:t>
            </a:r>
            <a:r>
              <a:rPr lang="pt-BR" sz="2800" baseline="-25000" dirty="0">
                <a:sym typeface="Roboto Light"/>
              </a:rPr>
              <a:t>2</a:t>
            </a:r>
            <a:r>
              <a:rPr lang="pt-BR" sz="2800" dirty="0">
                <a:sym typeface="Roboto Light"/>
              </a:rPr>
              <a:t> – Altura Sobre o Terreno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37B6645-6DDD-862C-02AB-C05612C06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278" y="2189017"/>
            <a:ext cx="4692242" cy="267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965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Forças devidas ao vento em edificações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687087" y="1023518"/>
            <a:ext cx="4697525" cy="1165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 fator estatístico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 é baseado em conceitos estatísticos e considera o grau de segurança requerido e a vida útil da edificação:</a:t>
            </a: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S</a:t>
            </a:r>
            <a:r>
              <a:rPr lang="pt-BR" sz="2800" baseline="-25000" dirty="0">
                <a:sym typeface="Roboto Light"/>
              </a:rPr>
              <a:t>3</a:t>
            </a:r>
            <a:r>
              <a:rPr lang="pt-BR" sz="2800" dirty="0">
                <a:sym typeface="Roboto Light"/>
              </a:rPr>
              <a:t> – Fator Estatístico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B250C4B7-0364-C514-21B0-68ABA7CB8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935269"/>
              </p:ext>
            </p:extLst>
          </p:nvPr>
        </p:nvGraphicFramePr>
        <p:xfrm>
          <a:off x="3825875" y="1981200"/>
          <a:ext cx="4941199" cy="26083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9614">
                  <a:extLst>
                    <a:ext uri="{9D8B030D-6E8A-4147-A177-3AD203B41FA5}">
                      <a16:colId xmlns:a16="http://schemas.microsoft.com/office/drawing/2014/main" val="170418966"/>
                    </a:ext>
                  </a:extLst>
                </a:gridCol>
                <a:gridCol w="3062065">
                  <a:extLst>
                    <a:ext uri="{9D8B030D-6E8A-4147-A177-3AD203B41FA5}">
                      <a16:colId xmlns:a16="http://schemas.microsoft.com/office/drawing/2014/main" val="3041316665"/>
                    </a:ext>
                  </a:extLst>
                </a:gridCol>
                <a:gridCol w="449760">
                  <a:extLst>
                    <a:ext uri="{9D8B030D-6E8A-4147-A177-3AD203B41FA5}">
                      <a16:colId xmlns:a16="http://schemas.microsoft.com/office/drawing/2014/main" val="2050136739"/>
                    </a:ext>
                  </a:extLst>
                </a:gridCol>
                <a:gridCol w="449760">
                  <a:extLst>
                    <a:ext uri="{9D8B030D-6E8A-4147-A177-3AD203B41FA5}">
                      <a16:colId xmlns:a16="http://schemas.microsoft.com/office/drawing/2014/main" val="2572515160"/>
                    </a:ext>
                  </a:extLst>
                </a:gridCol>
              </a:tblGrid>
              <a:tr h="17110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Grupo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Descrição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S3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Tp</a:t>
                      </a:r>
                      <a:br>
                        <a:rPr lang="pt-BR" sz="600" u="none" strike="noStrike">
                          <a:effectLst/>
                        </a:rPr>
                      </a:br>
                      <a:r>
                        <a:rPr lang="pt-BR" sz="600" u="none" strike="noStrike">
                          <a:effectLst/>
                        </a:rPr>
                        <a:t>(anos)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32670139"/>
                  </a:ext>
                </a:extLst>
              </a:tr>
              <a:tr h="55610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1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u="none" strike="noStrike">
                          <a:effectLst/>
                        </a:rPr>
                        <a:t>Estruturas cuja ruína total ou parcial pode afetar a segurança ou possibilidade</a:t>
                      </a:r>
                      <a:br>
                        <a:rPr lang="pt-BR" sz="600" u="none" strike="noStrike">
                          <a:effectLst/>
                        </a:rPr>
                      </a:br>
                      <a:r>
                        <a:rPr lang="pt-BR" sz="600" u="none" strike="noStrike">
                          <a:effectLst/>
                        </a:rPr>
                        <a:t>de socorro a pessoas após uma tempestade destrutiva (hospitais, quartéis</a:t>
                      </a:r>
                      <a:br>
                        <a:rPr lang="pt-BR" sz="600" u="none" strike="noStrike">
                          <a:effectLst/>
                        </a:rPr>
                      </a:br>
                      <a:r>
                        <a:rPr lang="pt-BR" sz="600" u="none" strike="noStrike">
                          <a:effectLst/>
                        </a:rPr>
                        <a:t>de bombeiros e de forças de segurança, edifícios de centrais de controle, etc.).</a:t>
                      </a:r>
                      <a:br>
                        <a:rPr lang="pt-BR" sz="600" u="none" strike="noStrike">
                          <a:effectLst/>
                        </a:rPr>
                      </a:br>
                      <a:r>
                        <a:rPr lang="pt-BR" sz="600" u="none" strike="noStrike">
                          <a:effectLst/>
                        </a:rPr>
                        <a:t>Pontes rodoviárias e ferroviárias.</a:t>
                      </a:r>
                      <a:br>
                        <a:rPr lang="pt-BR" sz="600" u="none" strike="noStrike">
                          <a:effectLst/>
                        </a:rPr>
                      </a:br>
                      <a:r>
                        <a:rPr lang="pt-BR" sz="600" u="none" strike="noStrike">
                          <a:effectLst/>
                        </a:rPr>
                        <a:t>Estruturas que abrigam substâncias inflamáveis, tóxicas e/ou explosivas.</a:t>
                      </a:r>
                      <a:br>
                        <a:rPr lang="pt-BR" sz="600" u="none" strike="noStrike">
                          <a:effectLst/>
                        </a:rPr>
                      </a:br>
                      <a:r>
                        <a:rPr lang="pt-BR" sz="600" u="none" strike="noStrike">
                          <a:effectLst/>
                        </a:rPr>
                        <a:t>Vedações das edificações do grupo 1 (telhas, vidros, painéis de vedação).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1,11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100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60693432"/>
                  </a:ext>
                </a:extLst>
              </a:tr>
              <a:tr h="74004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2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u="none" strike="noStrike">
                          <a:effectLst/>
                        </a:rPr>
                        <a:t>Estruturas cuja ruína represente substancial risco à vida humana, particularmente a pessoas em aglomerações, crianças e jovens, incluindo, mas não limitado a:</a:t>
                      </a:r>
                      <a:br>
                        <a:rPr lang="pt-BR" sz="600" u="none" strike="noStrike">
                          <a:effectLst/>
                        </a:rPr>
                      </a:br>
                      <a:br>
                        <a:rPr lang="pt-BR" sz="600" u="none" strike="noStrike">
                          <a:effectLst/>
                        </a:rPr>
                      </a:br>
                      <a:r>
                        <a:rPr lang="pt-BR" sz="600" u="none" strike="noStrike">
                          <a:effectLst/>
                        </a:rPr>
                        <a:t>- edificações com capacidade de aglomeração de mais de 300 pessoas em um mesmo ambiente, como centros de convenções, ginásios, estádios etc.</a:t>
                      </a:r>
                      <a:br>
                        <a:rPr lang="pt-BR" sz="600" u="none" strike="noStrike">
                          <a:effectLst/>
                        </a:rPr>
                      </a:br>
                      <a:r>
                        <a:rPr lang="pt-BR" sz="600" u="none" strike="noStrike">
                          <a:effectLst/>
                        </a:rPr>
                        <a:t>- creches com capacidade maior do que 150 pessoas;</a:t>
                      </a:r>
                      <a:br>
                        <a:rPr lang="pt-BR" sz="600" u="none" strike="noStrike">
                          <a:effectLst/>
                        </a:rPr>
                      </a:br>
                      <a:r>
                        <a:rPr lang="pt-BR" sz="600" u="none" strike="noStrike">
                          <a:effectLst/>
                        </a:rPr>
                        <a:t>- escolas com capacidade maior do que 250 pessoas;</a:t>
                      </a:r>
                      <a:br>
                        <a:rPr lang="pt-BR" sz="600" u="none" strike="noStrike">
                          <a:effectLst/>
                        </a:rPr>
                      </a:br>
                      <a:r>
                        <a:rPr lang="pt-BR" sz="600" u="none" strike="noStrike">
                          <a:effectLst/>
                        </a:rPr>
                        <a:t>Vedações das edificações do grupo 2 (telhas, vidros, painéis de vedação)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1,06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75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48449591"/>
                  </a:ext>
                </a:extLst>
              </a:tr>
              <a:tr h="33794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3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u="none" strike="noStrike">
                          <a:effectLst/>
                        </a:rPr>
                        <a:t>Edificações para residências, hotéis, comércio, indústrias.</a:t>
                      </a:r>
                      <a:br>
                        <a:rPr lang="pt-BR" sz="600" u="none" strike="noStrike">
                          <a:effectLst/>
                        </a:rPr>
                      </a:br>
                      <a:r>
                        <a:rPr lang="pt-BR" sz="600" u="none" strike="noStrike">
                          <a:effectLst/>
                        </a:rPr>
                        <a:t>Estruturas ou elementos estruturais desmontáveis com vistas a reutilização.</a:t>
                      </a:r>
                      <a:br>
                        <a:rPr lang="pt-BR" sz="600" u="none" strike="noStrike">
                          <a:effectLst/>
                        </a:rPr>
                      </a:br>
                      <a:r>
                        <a:rPr lang="pt-BR" sz="600" u="none" strike="noStrike">
                          <a:effectLst/>
                        </a:rPr>
                        <a:t>Vedações das edificações do grupo 3 (telhas, vidros, painéis de vedação)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1,00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50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26913789"/>
                  </a:ext>
                </a:extLst>
              </a:tr>
              <a:tr h="33794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4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u="none" strike="noStrike">
                          <a:effectLst/>
                        </a:rPr>
                        <a:t>Edificações não destinadas à ocupação humana (depósitos, silos) e sem</a:t>
                      </a:r>
                      <a:br>
                        <a:rPr lang="pt-BR" sz="600" u="none" strike="noStrike">
                          <a:effectLst/>
                        </a:rPr>
                      </a:br>
                      <a:r>
                        <a:rPr lang="pt-BR" sz="600" u="none" strike="noStrike">
                          <a:effectLst/>
                        </a:rPr>
                        <a:t>circulação de pessoas no entorno.</a:t>
                      </a:r>
                      <a:br>
                        <a:rPr lang="pt-BR" sz="600" u="none" strike="noStrike">
                          <a:effectLst/>
                        </a:rPr>
                      </a:br>
                      <a:r>
                        <a:rPr lang="pt-BR" sz="600" u="none" strike="noStrike">
                          <a:effectLst/>
                        </a:rPr>
                        <a:t>Vedações das edificações do grupo 4 (telhas, vidros, painéis de vedação)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0,95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37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06546757"/>
                  </a:ext>
                </a:extLst>
              </a:tr>
              <a:tr h="45343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5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u="none" strike="noStrike">
                          <a:effectLst/>
                        </a:rPr>
                        <a:t>Edificações temporárias não reutilizáveis.</a:t>
                      </a:r>
                      <a:br>
                        <a:rPr lang="pt-BR" sz="600" u="none" strike="noStrike">
                          <a:effectLst/>
                        </a:rPr>
                      </a:br>
                      <a:r>
                        <a:rPr lang="pt-BR" sz="600" u="none" strike="noStrike">
                          <a:effectLst/>
                        </a:rPr>
                        <a:t>Estruturas dos Grupos 1 a 4 durante a construção (fator aplicável em um prazo</a:t>
                      </a:r>
                      <a:br>
                        <a:rPr lang="pt-BR" sz="600" u="none" strike="noStrike">
                          <a:effectLst/>
                        </a:rPr>
                      </a:br>
                      <a:r>
                        <a:rPr lang="pt-BR" sz="600" u="none" strike="noStrike">
                          <a:effectLst/>
                        </a:rPr>
                        <a:t>máximo de 2 anos).</a:t>
                      </a:r>
                      <a:br>
                        <a:rPr lang="pt-BR" sz="600" u="none" strike="noStrike">
                          <a:effectLst/>
                        </a:rPr>
                      </a:br>
                      <a:r>
                        <a:rPr lang="pt-BR" sz="600" u="none" strike="noStrike">
                          <a:effectLst/>
                        </a:rPr>
                        <a:t>Vedações das edificações do grupo 5 (telhas, vidros, painéis de vedação)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>
                          <a:effectLst/>
                        </a:rPr>
                        <a:t>0,83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u="none" strike="noStrike" dirty="0">
                          <a:effectLst/>
                        </a:rPr>
                        <a:t>15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79572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3064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Forças devidas ao vento em edificações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694015" y="884515"/>
            <a:ext cx="4697525" cy="2080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 pressão dinâmica é determinada do seguinte modo: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  b) a velocidade básica do vento é multiplicada pelos fatores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1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,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2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 e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3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 para ser obtida a velocidade característica do vento, V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k</a:t>
            </a: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baseline="-25000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  <a:p>
            <a:pPr marL="152400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V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k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 = V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0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 .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1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 .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2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 .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3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 (m/s)</a:t>
            </a:r>
          </a:p>
          <a:p>
            <a:pPr marL="152400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baseline="-25000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 c) a velocidade característica do vento permite determinar a pressão dinâmica pela expressão:</a:t>
            </a: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</a:endParaRPr>
          </a:p>
          <a:p>
            <a:pPr marL="152400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q = 0,613 V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k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</a:rPr>
              <a:t>² (N/m²)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Pressão dinâmica</a:t>
            </a:r>
          </a:p>
        </p:txBody>
      </p:sp>
    </p:spTree>
    <p:extLst>
      <p:ext uri="{BB962C8B-B14F-4D97-AF65-F5344CB8AC3E}">
        <p14:creationId xmlns:p14="http://schemas.microsoft.com/office/powerpoint/2010/main" val="1518185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87A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"/>
          <p:cNvSpPr txBox="1"/>
          <p:nvPr/>
        </p:nvSpPr>
        <p:spPr>
          <a:xfrm>
            <a:off x="1628979" y="1519246"/>
            <a:ext cx="5886042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É isso aí muito obrigado e te vejo na próxima aula!</a:t>
            </a:r>
            <a:endParaRPr sz="4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3129</TotalTime>
  <Words>1646</Words>
  <Application>Microsoft Office PowerPoint</Application>
  <PresentationFormat>Apresentação na tela (16:9)</PresentationFormat>
  <Paragraphs>182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Roboto Black</vt:lpstr>
      <vt:lpstr>Roboto</vt:lpstr>
      <vt:lpstr>Arial</vt:lpstr>
      <vt:lpstr>Calibri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Leônidas Müller de Oliveira</cp:lastModifiedBy>
  <cp:revision>1</cp:revision>
  <dcterms:modified xsi:type="dcterms:W3CDTF">2025-05-27T00:20:01Z</dcterms:modified>
</cp:coreProperties>
</file>