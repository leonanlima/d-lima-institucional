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282" r:id="rId3"/>
    <p:sldId id="319" r:id="rId4"/>
    <p:sldId id="303" r:id="rId5"/>
    <p:sldId id="306" r:id="rId6"/>
    <p:sldId id="307" r:id="rId7"/>
    <p:sldId id="308" r:id="rId8"/>
    <p:sldId id="309" r:id="rId9"/>
    <p:sldId id="310" r:id="rId10"/>
    <p:sldId id="311" r:id="rId11"/>
    <p:sldId id="320" r:id="rId12"/>
    <p:sldId id="314" r:id="rId13"/>
    <p:sldId id="315" r:id="rId14"/>
    <p:sldId id="316" r:id="rId15"/>
    <p:sldId id="317" r:id="rId16"/>
    <p:sldId id="318" r:id="rId17"/>
    <p:sldId id="281" r:id="rId1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Roboto Black" panose="02000000000000000000" pitchFamily="2" charset="0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46" roundtripDataSignature="AMtx7miIJMjT5N1UhotwkRym+xiseY5+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488363-6EA8-4366-ABDC-C6012E38EB9B}" v="5" dt="2025-05-30T19:20:34.0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5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72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4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ônidas Müller de Oliveira" userId="5af9566427f0cd7a" providerId="LiveId" clId="{F94B9D56-2B52-4E30-B4B5-0F58CBE2FBF9}"/>
    <pc:docChg chg="undo custSel addSld delSld modSld sldOrd">
      <pc:chgData name="Leônidas Müller de Oliveira" userId="5af9566427f0cd7a" providerId="LiveId" clId="{F94B9D56-2B52-4E30-B4B5-0F58CBE2FBF9}" dt="2021-02-18T15:12:14.743" v="850" actId="1076"/>
      <pc:docMkLst>
        <pc:docMk/>
      </pc:docMkLst>
      <pc:sldChg chg="modSp mod">
        <pc:chgData name="Leônidas Müller de Oliveira" userId="5af9566427f0cd7a" providerId="LiveId" clId="{F94B9D56-2B52-4E30-B4B5-0F58CBE2FBF9}" dt="2021-02-18T15:05:39.964" v="743" actId="20577"/>
        <pc:sldMkLst>
          <pc:docMk/>
          <pc:sldMk cId="0" sldId="257"/>
        </pc:sldMkLst>
        <pc:spChg chg="mod">
          <ac:chgData name="Leônidas Müller de Oliveira" userId="5af9566427f0cd7a" providerId="LiveId" clId="{F94B9D56-2B52-4E30-B4B5-0F58CBE2FBF9}" dt="2021-02-17T19:41:59.696" v="43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05:39.964" v="743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F94B9D56-2B52-4E30-B4B5-0F58CBE2FBF9}" dt="2021-02-18T15:12:01.860" v="849" actId="1076"/>
        <pc:sldMkLst>
          <pc:docMk/>
          <pc:sldMk cId="0" sldId="262"/>
        </pc:sldMkLst>
        <pc:spChg chg="mod">
          <ac:chgData name="Leônidas Müller de Oliveira" userId="5af9566427f0cd7a" providerId="LiveId" clId="{F94B9D56-2B52-4E30-B4B5-0F58CBE2FBF9}" dt="2021-02-17T19:52:09.948" v="351" actId="14100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01.860" v="849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F94B9D56-2B52-4E30-B4B5-0F58CBE2FBF9}" dt="2021-02-17T19:51:46.911" v="323" actId="47"/>
        <pc:sldMkLst>
          <pc:docMk/>
          <pc:sldMk cId="0" sldId="264"/>
        </pc:sldMkLst>
      </pc:sldChg>
      <pc:sldChg chg="addSp delSp modSp add mod ord">
        <pc:chgData name="Leônidas Müller de Oliveira" userId="5af9566427f0cd7a" providerId="LiveId" clId="{F94B9D56-2B52-4E30-B4B5-0F58CBE2FBF9}" dt="2021-02-18T15:12:14.743" v="850" actId="1076"/>
        <pc:sldMkLst>
          <pc:docMk/>
          <pc:sldMk cId="3187776213" sldId="282"/>
        </pc:sldMkLst>
        <pc:spChg chg="add mod">
          <ac:chgData name="Leônidas Müller de Oliveira" userId="5af9566427f0cd7a" providerId="LiveId" clId="{F94B9D56-2B52-4E30-B4B5-0F58CBE2FBF9}" dt="2021-02-18T14:58:12.389" v="491" actId="20577"/>
          <ac:spMkLst>
            <pc:docMk/>
            <pc:sldMk cId="3187776213" sldId="282"/>
            <ac:spMk id="7" creationId="{FD65234F-CE76-4586-9D67-44EDBAE0C0F0}"/>
          </ac:spMkLst>
        </pc:spChg>
        <pc:spChg chg="add mod">
          <ac:chgData name="Leônidas Müller de Oliveira" userId="5af9566427f0cd7a" providerId="LiveId" clId="{F94B9D56-2B52-4E30-B4B5-0F58CBE2FBF9}" dt="2021-02-18T15:05:19.193" v="722" actId="20577"/>
          <ac:spMkLst>
            <pc:docMk/>
            <pc:sldMk cId="3187776213" sldId="282"/>
            <ac:spMk id="8" creationId="{62CAAAAD-2D0D-416A-A598-DBBFD5C0667F}"/>
          </ac:spMkLst>
        </pc:spChg>
        <pc:spChg chg="add mod">
          <ac:chgData name="Leônidas Müller de Oliveira" userId="5af9566427f0cd7a" providerId="LiveId" clId="{F94B9D56-2B52-4E30-B4B5-0F58CBE2FBF9}" dt="2021-02-18T15:10:36.158" v="847" actId="1076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F94B9D56-2B52-4E30-B4B5-0F58CBE2FBF9}" dt="2021-02-18T14:56:55.333" v="402" actId="20577"/>
          <ac:spMkLst>
            <pc:docMk/>
            <pc:sldMk cId="3187776213" sldId="282"/>
            <ac:spMk id="141" creationId="{00000000-0000-0000-0000-000000000000}"/>
          </ac:spMkLst>
        </pc:spChg>
        <pc:spChg chg="del mod">
          <ac:chgData name="Leônidas Müller de Oliveira" userId="5af9566427f0cd7a" providerId="LiveId" clId="{F94B9D56-2B52-4E30-B4B5-0F58CBE2FBF9}" dt="2021-02-18T14:57:09.472" v="406" actId="478"/>
          <ac:spMkLst>
            <pc:docMk/>
            <pc:sldMk cId="3187776213" sldId="28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14.743" v="850" actId="1076"/>
          <ac:spMkLst>
            <pc:docMk/>
            <pc:sldMk cId="3187776213" sldId="282"/>
            <ac:spMk id="143" creationId="{00000000-0000-0000-0000-000000000000}"/>
          </ac:spMkLst>
        </pc:spChg>
        <pc:graphicFrameChg chg="add del mod">
          <ac:chgData name="Leônidas Müller de Oliveira" userId="5af9566427f0cd7a" providerId="LiveId" clId="{F94B9D56-2B52-4E30-B4B5-0F58CBE2FBF9}" dt="2021-02-18T14:57:43.022" v="408"/>
          <ac:graphicFrameMkLst>
            <pc:docMk/>
            <pc:sldMk cId="3187776213" sldId="282"/>
            <ac:graphicFrameMk id="2" creationId="{B80F1164-C1AC-4C70-9417-CB100EADF64D}"/>
          </ac:graphicFrameMkLst>
        </pc:graphicFrameChg>
      </pc:sldChg>
    </pc:docChg>
  </pc:docChgLst>
  <pc:docChgLst>
    <pc:chgData name="Leônidas Müller de Oliveira" userId="5af9566427f0cd7a" providerId="LiveId" clId="{99B5FB97-F5DC-4A1A-835E-2BEDE9C73D50}"/>
    <pc:docChg chg="undo redo custSel addSld delSld modSld sldOrd">
      <pc:chgData name="Leônidas Müller de Oliveira" userId="5af9566427f0cd7a" providerId="LiveId" clId="{99B5FB97-F5DC-4A1A-835E-2BEDE9C73D50}" dt="2021-01-15T00:43:49.650" v="1943" actId="404"/>
      <pc:docMkLst>
        <pc:docMk/>
      </pc:docMkLst>
      <pc:sldChg chg="del">
        <pc:chgData name="Leônidas Müller de Oliveira" userId="5af9566427f0cd7a" providerId="LiveId" clId="{99B5FB97-F5DC-4A1A-835E-2BEDE9C73D50}" dt="2021-01-14T19:52:17.807" v="0" actId="47"/>
        <pc:sldMkLst>
          <pc:docMk/>
          <pc:sldMk cId="0" sldId="256"/>
        </pc:sldMkLst>
      </pc:sldChg>
      <pc:sldChg chg="modSp mod">
        <pc:chgData name="Leônidas Müller de Oliveira" userId="5af9566427f0cd7a" providerId="LiveId" clId="{99B5FB97-F5DC-4A1A-835E-2BEDE9C73D50}" dt="2021-01-14T19:53:04.853" v="67" actId="20577"/>
        <pc:sldMkLst>
          <pc:docMk/>
          <pc:sldMk cId="0" sldId="257"/>
        </pc:sldMkLst>
        <pc:spChg chg="mod">
          <ac:chgData name="Leônidas Müller de Oliveira" userId="5af9566427f0cd7a" providerId="LiveId" clId="{99B5FB97-F5DC-4A1A-835E-2BEDE9C73D50}" dt="2021-01-14T19:53:04.853" v="67" actId="20577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11:32.150" v="249" actId="1076"/>
        <pc:sldMkLst>
          <pc:docMk/>
          <pc:sldMk cId="0" sldId="258"/>
        </pc:sldMkLst>
        <pc:spChg chg="mod">
          <ac:chgData name="Leônidas Müller de Oliveira" userId="5af9566427f0cd7a" providerId="LiveId" clId="{99B5FB97-F5DC-4A1A-835E-2BEDE9C73D50}" dt="2021-01-14T20:10:22.352" v="226" actId="1076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1:32.150" v="249" actId="1076"/>
          <ac:spMkLst>
            <pc:docMk/>
            <pc:sldMk cId="0" sldId="258"/>
            <ac:spMk id="75" creationId="{00000000-0000-0000-0000-000000000000}"/>
          </ac:spMkLst>
        </pc:spChg>
        <pc:spChg chg="del mod">
          <ac:chgData name="Leônidas Müller de Oliveira" userId="5af9566427f0cd7a" providerId="LiveId" clId="{99B5FB97-F5DC-4A1A-835E-2BEDE9C73D50}" dt="2021-01-14T20:11:17.604" v="247" actId="478"/>
          <ac:spMkLst>
            <pc:docMk/>
            <pc:sldMk cId="0" sldId="258"/>
            <ac:spMk id="76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0:10:47.936" v="238"/>
          <ac:picMkLst>
            <pc:docMk/>
            <pc:sldMk cId="0" sldId="258"/>
            <ac:picMk id="3" creationId="{A7C512AF-C8E4-4391-BD5A-B28620A85C63}"/>
          </ac:picMkLst>
        </pc:picChg>
        <pc:picChg chg="add del mod">
          <ac:chgData name="Leônidas Müller de Oliveira" userId="5af9566427f0cd7a" providerId="LiveId" clId="{99B5FB97-F5DC-4A1A-835E-2BEDE9C73D50}" dt="2021-01-14T20:11:29.170" v="248" actId="1076"/>
          <ac:picMkLst>
            <pc:docMk/>
            <pc:sldMk cId="0" sldId="258"/>
            <ac:picMk id="74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0:19:09.633" v="853" actId="14100"/>
        <pc:sldMkLst>
          <pc:docMk/>
          <pc:sldMk cId="0" sldId="263"/>
        </pc:sldMkLst>
        <pc:spChg chg="mod">
          <ac:chgData name="Leônidas Müller de Oliveira" userId="5af9566427f0cd7a" providerId="LiveId" clId="{99B5FB97-F5DC-4A1A-835E-2BEDE9C73D50}" dt="2021-01-14T20:18:24.436" v="831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9:09.633" v="853" actId="14100"/>
          <ac:spMkLst>
            <pc:docMk/>
            <pc:sldMk cId="0" sldId="263"/>
            <ac:spMk id="150" creationId="{00000000-0000-0000-0000-000000000000}"/>
          </ac:spMkLst>
        </pc:spChg>
        <pc:graphicFrameChg chg="add del mod">
          <ac:chgData name="Leônidas Müller de Oliveira" userId="5af9566427f0cd7a" providerId="LiveId" clId="{99B5FB97-F5DC-4A1A-835E-2BEDE9C73D50}" dt="2021-01-14T20:16:50.407" v="599"/>
          <ac:graphicFrameMkLst>
            <pc:docMk/>
            <pc:sldMk cId="0" sldId="263"/>
            <ac:graphicFrameMk id="4" creationId="{5931776F-8200-4FB8-A578-528B94DC3823}"/>
          </ac:graphicFrameMkLst>
        </pc:graphicFrameChg>
        <pc:graphicFrameChg chg="add del mod modGraphic">
          <ac:chgData name="Leônidas Müller de Oliveira" userId="5af9566427f0cd7a" providerId="LiveId" clId="{99B5FB97-F5DC-4A1A-835E-2BEDE9C73D50}" dt="2021-01-14T20:16:58.709" v="606"/>
          <ac:graphicFrameMkLst>
            <pc:docMk/>
            <pc:sldMk cId="0" sldId="263"/>
            <ac:graphicFrameMk id="7" creationId="{A6DBB466-63DC-4B37-8D82-185572369FDA}"/>
          </ac:graphicFrameMkLst>
        </pc:graphicFrameChg>
        <pc:picChg chg="add del">
          <ac:chgData name="Leônidas Müller de Oliveira" userId="5af9566427f0cd7a" providerId="LiveId" clId="{99B5FB97-F5DC-4A1A-835E-2BEDE9C73D50}" dt="2021-01-14T20:17:00.895" v="610" actId="478"/>
          <ac:picMkLst>
            <pc:docMk/>
            <pc:sldMk cId="0" sldId="263"/>
            <ac:picMk id="3" creationId="{47F13F26-6EAC-4204-B198-92DD9E43F8FB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25:39.094" v="1426" actId="20577"/>
        <pc:sldMkLst>
          <pc:docMk/>
          <pc:sldMk cId="0" sldId="264"/>
        </pc:sldMkLst>
        <pc:spChg chg="mod">
          <ac:chgData name="Leônidas Müller de Oliveira" userId="5af9566427f0cd7a" providerId="LiveId" clId="{99B5FB97-F5DC-4A1A-835E-2BEDE9C73D50}" dt="2021-01-14T19:58:26.135" v="136" actId="1076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5:39.094" v="1426" actId="20577"/>
          <ac:spMkLst>
            <pc:docMk/>
            <pc:sldMk cId="0" sldId="264"/>
            <ac:spMk id="158" creationId="{00000000-0000-0000-0000-000000000000}"/>
          </ac:spMkLst>
        </pc:spChg>
        <pc:picChg chg="add mod ord">
          <ac:chgData name="Leônidas Müller de Oliveira" userId="5af9566427f0cd7a" providerId="LiveId" clId="{99B5FB97-F5DC-4A1A-835E-2BEDE9C73D50}" dt="2021-01-14T20:00:43.040" v="153" actId="1076"/>
          <ac:picMkLst>
            <pc:docMk/>
            <pc:sldMk cId="0" sldId="264"/>
            <ac:picMk id="7" creationId="{90A7E0AD-ABBC-4E3A-95FB-0F31B77E3FD6}"/>
          </ac:picMkLst>
        </pc:picChg>
        <pc:picChg chg="del">
          <ac:chgData name="Leônidas Müller de Oliveira" userId="5af9566427f0cd7a" providerId="LiveId" clId="{99B5FB97-F5DC-4A1A-835E-2BEDE9C73D50}" dt="2021-01-14T20:00:02.168" v="141" actId="478"/>
          <ac:picMkLst>
            <pc:docMk/>
            <pc:sldMk cId="0" sldId="264"/>
            <ac:picMk id="159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40:48.137" v="1635" actId="207"/>
        <pc:sldMkLst>
          <pc:docMk/>
          <pc:sldMk cId="0" sldId="266"/>
        </pc:sldMkLst>
        <pc:spChg chg="add del mod ord">
          <ac:chgData name="Leônidas Müller de Oliveira" userId="5af9566427f0cd7a" providerId="LiveId" clId="{99B5FB97-F5DC-4A1A-835E-2BEDE9C73D50}" dt="2021-01-14T21:17:27.032" v="1348" actId="478"/>
          <ac:spMkLst>
            <pc:docMk/>
            <pc:sldMk cId="0" sldId="266"/>
            <ac:spMk id="4" creationId="{500E4E54-8138-49DF-9C49-E5A64A0AB594}"/>
          </ac:spMkLst>
        </pc:spChg>
        <pc:spChg chg="mod">
          <ac:chgData name="Leônidas Müller de Oliveira" userId="5af9566427f0cd7a" providerId="LiveId" clId="{99B5FB97-F5DC-4A1A-835E-2BEDE9C73D50}" dt="2021-01-14T21:40:48.137" v="1635" actId="207"/>
          <ac:spMkLst>
            <pc:docMk/>
            <pc:sldMk cId="0" sldId="266"/>
            <ac:spMk id="7" creationId="{7C21F359-349F-4011-A06B-88E613DE1D62}"/>
          </ac:spMkLst>
        </pc:spChg>
        <pc:spChg chg="mod ord">
          <ac:chgData name="Leônidas Müller de Oliveira" userId="5af9566427f0cd7a" providerId="LiveId" clId="{99B5FB97-F5DC-4A1A-835E-2BEDE9C73D50}" dt="2021-01-14T21:40:40.464" v="1633" actId="207"/>
          <ac:spMkLst>
            <pc:docMk/>
            <pc:sldMk cId="0" sldId="266"/>
            <ac:spMk id="175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1:40:40.807" v="1634" actId="478"/>
          <ac:picMkLst>
            <pc:docMk/>
            <pc:sldMk cId="0" sldId="266"/>
            <ac:picMk id="3" creationId="{D49D602C-14D4-4255-96F6-879127A2D5F7}"/>
          </ac:picMkLst>
        </pc:picChg>
        <pc:picChg chg="del">
          <ac:chgData name="Leônidas Müller de Oliveira" userId="5af9566427f0cd7a" providerId="LiveId" clId="{99B5FB97-F5DC-4A1A-835E-2BEDE9C73D50}" dt="2021-01-14T21:14:36.956" v="950" actId="478"/>
          <ac:picMkLst>
            <pc:docMk/>
            <pc:sldMk cId="0" sldId="266"/>
            <ac:picMk id="177" creationId="{00000000-0000-0000-0000-000000000000}"/>
          </ac:picMkLst>
        </pc:picChg>
      </pc:sldChg>
      <pc:sldChg chg="addSp delSp modSp mod ord">
        <pc:chgData name="Leônidas Müller de Oliveira" userId="5af9566427f0cd7a" providerId="LiveId" clId="{99B5FB97-F5DC-4A1A-835E-2BEDE9C73D50}" dt="2021-01-14T21:40:01.744" v="1630"/>
        <pc:sldMkLst>
          <pc:docMk/>
          <pc:sldMk cId="0" sldId="267"/>
        </pc:sldMkLst>
        <pc:spChg chg="mod">
          <ac:chgData name="Leônidas Müller de Oliveira" userId="5af9566427f0cd7a" providerId="LiveId" clId="{99B5FB97-F5DC-4A1A-835E-2BEDE9C73D50}" dt="2021-01-14T21:25:21.864" v="1424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8:48.041" v="1484" actId="20577"/>
          <ac:spMkLst>
            <pc:docMk/>
            <pc:sldMk cId="0" sldId="267"/>
            <ac:spMk id="185" creationId="{00000000-0000-0000-0000-000000000000}"/>
          </ac:spMkLst>
        </pc:spChg>
        <pc:graphicFrameChg chg="add del mod modGraphic">
          <ac:chgData name="Leônidas Müller de Oliveira" userId="5af9566427f0cd7a" providerId="LiveId" clId="{99B5FB97-F5DC-4A1A-835E-2BEDE9C73D50}" dt="2021-01-14T21:27:43.946" v="1457" actId="478"/>
          <ac:graphicFrameMkLst>
            <pc:docMk/>
            <pc:sldMk cId="0" sldId="267"/>
            <ac:graphicFrameMk id="7" creationId="{EFC88FB5-6C5C-42B5-B314-E0451597991C}"/>
          </ac:graphicFrameMkLst>
        </pc:graphicFrameChg>
        <pc:picChg chg="add mod">
          <ac:chgData name="Leônidas Müller de Oliveira" userId="5af9566427f0cd7a" providerId="LiveId" clId="{99B5FB97-F5DC-4A1A-835E-2BEDE9C73D50}" dt="2021-01-14T21:28:28.025" v="1463" actId="1076"/>
          <ac:picMkLst>
            <pc:docMk/>
            <pc:sldMk cId="0" sldId="267"/>
            <ac:picMk id="3" creationId="{A3581759-E91F-498F-8593-5AB5BE2A7D7F}"/>
          </ac:picMkLst>
        </pc:picChg>
        <pc:picChg chg="add mod">
          <ac:chgData name="Leônidas Müller de Oliveira" userId="5af9566427f0cd7a" providerId="LiveId" clId="{99B5FB97-F5DC-4A1A-835E-2BEDE9C73D50}" dt="2021-01-14T21:28:25.604" v="1462" actId="1076"/>
          <ac:picMkLst>
            <pc:docMk/>
            <pc:sldMk cId="0" sldId="267"/>
            <ac:picMk id="5" creationId="{BCAE28CB-178C-4B12-AD6E-43FE3D206AB9}"/>
          </ac:picMkLst>
        </pc:picChg>
        <pc:picChg chg="del">
          <ac:chgData name="Leônidas Müller de Oliveira" userId="5af9566427f0cd7a" providerId="LiveId" clId="{99B5FB97-F5DC-4A1A-835E-2BEDE9C73D50}" dt="2021-01-14T21:25:56.547" v="1436" actId="478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2:17:31.331" v="1715" actId="20577"/>
        <pc:sldMkLst>
          <pc:docMk/>
          <pc:sldMk cId="0" sldId="268"/>
        </pc:sldMkLst>
        <pc:spChg chg="mod">
          <ac:chgData name="Leônidas Müller de Oliveira" userId="5af9566427f0cd7a" providerId="LiveId" clId="{99B5FB97-F5DC-4A1A-835E-2BEDE9C73D50}" dt="2021-01-14T22:17:31.331" v="1715" actId="20577"/>
          <ac:spMkLst>
            <pc:docMk/>
            <pc:sldMk cId="0" sldId="268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14:09.741" v="1696" actId="14100"/>
          <ac:spMkLst>
            <pc:docMk/>
            <pc:sldMk cId="0" sldId="268"/>
            <ac:spMk id="192" creationId="{00000000-0000-0000-0000-000000000000}"/>
          </ac:spMkLst>
        </pc:spChg>
        <pc:picChg chg="add mod modCrop">
          <ac:chgData name="Leônidas Müller de Oliveira" userId="5af9566427f0cd7a" providerId="LiveId" clId="{99B5FB97-F5DC-4A1A-835E-2BEDE9C73D50}" dt="2021-01-14T22:15:43.970" v="1703" actId="732"/>
          <ac:picMkLst>
            <pc:docMk/>
            <pc:sldMk cId="0" sldId="268"/>
            <ac:picMk id="3" creationId="{9870FD2D-CF8E-48D3-958F-89FC769B6EC7}"/>
          </ac:picMkLst>
        </pc:picChg>
        <pc:picChg chg="del">
          <ac:chgData name="Leônidas Müller de Oliveira" userId="5af9566427f0cd7a" providerId="LiveId" clId="{99B5FB97-F5DC-4A1A-835E-2BEDE9C73D50}" dt="2021-01-14T22:15:26.606" v="1698" actId="478"/>
          <ac:picMkLst>
            <pc:docMk/>
            <pc:sldMk cId="0" sldId="268"/>
            <ac:picMk id="199" creationId="{00000000-0000-0000-0000-000000000000}"/>
          </ac:picMkLst>
        </pc:picChg>
      </pc:sldChg>
      <pc:sldChg chg="del">
        <pc:chgData name="Leônidas Müller de Oliveira" userId="5af9566427f0cd7a" providerId="LiveId" clId="{99B5FB97-F5DC-4A1A-835E-2BEDE9C73D50}" dt="2021-01-14T22:28:12.318" v="1741" actId="47"/>
        <pc:sldMkLst>
          <pc:docMk/>
          <pc:sldMk cId="0" sldId="270"/>
        </pc:sldMkLst>
      </pc:sldChg>
      <pc:sldChg chg="addSp delSp modSp mod">
        <pc:chgData name="Leônidas Müller de Oliveira" userId="5af9566427f0cd7a" providerId="LiveId" clId="{99B5FB97-F5DC-4A1A-835E-2BEDE9C73D50}" dt="2021-01-14T22:38:16.033" v="1938" actId="27614"/>
        <pc:sldMkLst>
          <pc:docMk/>
          <pc:sldMk cId="0" sldId="271"/>
        </pc:sldMkLst>
        <pc:picChg chg="del">
          <ac:chgData name="Leônidas Müller de Oliveira" userId="5af9566427f0cd7a" providerId="LiveId" clId="{99B5FB97-F5DC-4A1A-835E-2BEDE9C73D50}" dt="2021-01-14T22:38:06.849" v="1934" actId="478"/>
          <ac:picMkLst>
            <pc:docMk/>
            <pc:sldMk cId="0" sldId="271"/>
            <ac:picMk id="3" creationId="{36E3D016-5FC1-4823-80C4-550D12960490}"/>
          </ac:picMkLst>
        </pc:picChg>
        <pc:picChg chg="add mod">
          <ac:chgData name="Leônidas Müller de Oliveira" userId="5af9566427f0cd7a" providerId="LiveId" clId="{99B5FB97-F5DC-4A1A-835E-2BEDE9C73D50}" dt="2021-01-14T22:38:16.033" v="1938" actId="27614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9B5FB97-F5DC-4A1A-835E-2BEDE9C73D50}" dt="2021-01-14T22:37:51.851" v="1933" actId="20577"/>
        <pc:sldMkLst>
          <pc:docMk/>
          <pc:sldMk cId="0" sldId="272"/>
        </pc:sldMkLst>
        <pc:spChg chg="mod">
          <ac:chgData name="Leônidas Müller de Oliveira" userId="5af9566427f0cd7a" providerId="LiveId" clId="{99B5FB97-F5DC-4A1A-835E-2BEDE9C73D50}" dt="2021-01-14T22:37:51.851" v="1933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9B5FB97-F5DC-4A1A-835E-2BEDE9C73D50}" dt="2021-01-14T22:34:48.645" v="1837" actId="20577"/>
        <pc:sldMkLst>
          <pc:docMk/>
          <pc:sldMk cId="0" sldId="274"/>
        </pc:sldMkLst>
        <pc:spChg chg="mod">
          <ac:chgData name="Leônidas Müller de Oliveira" userId="5af9566427f0cd7a" providerId="LiveId" clId="{99B5FB97-F5DC-4A1A-835E-2BEDE9C73D50}" dt="2021-01-14T22:34:48.645" v="1837" actId="20577"/>
          <ac:spMkLst>
            <pc:docMk/>
            <pc:sldMk cId="0" sldId="274"/>
            <ac:spMk id="251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06:52.311" v="219" actId="1076"/>
        <pc:sldMkLst>
          <pc:docMk/>
          <pc:sldMk cId="569711459" sldId="283"/>
        </pc:sldMkLst>
        <pc:spChg chg="mod">
          <ac:chgData name="Leônidas Müller de Oliveira" userId="5af9566427f0cd7a" providerId="LiveId" clId="{99B5FB97-F5DC-4A1A-835E-2BEDE9C73D50}" dt="2021-01-14T20:06:52.311" v="219" actId="1076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06:49.824" v="218" actId="1076"/>
          <ac:spMkLst>
            <pc:docMk/>
            <pc:sldMk cId="569711459" sldId="283"/>
            <ac:spMk id="158" creationId="{00000000-0000-0000-0000-000000000000}"/>
          </ac:spMkLst>
        </pc:spChg>
        <pc:picChg chg="add mod ord modCrop">
          <ac:chgData name="Leônidas Müller de Oliveira" userId="5af9566427f0cd7a" providerId="LiveId" clId="{99B5FB97-F5DC-4A1A-835E-2BEDE9C73D50}" dt="2021-01-14T20:06:45.617" v="217" actId="732"/>
          <ac:picMkLst>
            <pc:docMk/>
            <pc:sldMk cId="569711459" sldId="283"/>
            <ac:picMk id="3" creationId="{0B16C248-20F0-4681-BB6D-DF1ECBE7D16D}"/>
          </ac:picMkLst>
        </pc:picChg>
        <pc:picChg chg="del">
          <ac:chgData name="Leônidas Müller de Oliveira" userId="5af9566427f0cd7a" providerId="LiveId" clId="{99B5FB97-F5DC-4A1A-835E-2BEDE9C73D50}" dt="2021-01-14T20:04:43.581" v="190" actId="478"/>
          <ac:picMkLst>
            <pc:docMk/>
            <pc:sldMk cId="569711459" sldId="283"/>
            <ac:picMk id="159" creationId="{00000000-0000-0000-0000-000000000000}"/>
          </ac:picMkLst>
        </pc:picChg>
      </pc:sldChg>
      <pc:sldChg chg="addSp delSp mod">
        <pc:chgData name="Leônidas Müller de Oliveira" userId="5af9566427f0cd7a" providerId="LiveId" clId="{99B5FB97-F5DC-4A1A-835E-2BEDE9C73D50}" dt="2021-01-14T22:29:13.694" v="1743" actId="22"/>
        <pc:sldMkLst>
          <pc:docMk/>
          <pc:sldMk cId="2813838532" sldId="285"/>
        </pc:sldMkLst>
        <pc:spChg chg="add del">
          <ac:chgData name="Leônidas Müller de Oliveira" userId="5af9566427f0cd7a" providerId="LiveId" clId="{99B5FB97-F5DC-4A1A-835E-2BEDE9C73D50}" dt="2021-01-14T22:29:13.694" v="1743" actId="22"/>
          <ac:spMkLst>
            <pc:docMk/>
            <pc:sldMk cId="2813838532" sldId="285"/>
            <ac:spMk id="7" creationId="{DFE51710-7109-42A0-9BE8-584CF37F6655}"/>
          </ac:spMkLst>
        </pc:spChg>
      </pc:sldChg>
      <pc:sldChg chg="addSp delSp modSp mod">
        <pc:chgData name="Leônidas Müller de Oliveira" userId="5af9566427f0cd7a" providerId="LiveId" clId="{99B5FB97-F5DC-4A1A-835E-2BEDE9C73D50}" dt="2021-01-14T19:52:50.301" v="16" actId="14100"/>
        <pc:sldMkLst>
          <pc:docMk/>
          <pc:sldMk cId="2491790395" sldId="291"/>
        </pc:sldMkLst>
        <pc:spChg chg="del mod">
          <ac:chgData name="Leônidas Müller de Oliveira" userId="5af9566427f0cd7a" providerId="LiveId" clId="{99B5FB97-F5DC-4A1A-835E-2BEDE9C73D50}" dt="2021-01-14T19:52:33.223" v="8" actId="478"/>
          <ac:spMkLst>
            <pc:docMk/>
            <pc:sldMk cId="2491790395" sldId="291"/>
            <ac:spMk id="55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5.790" v="9" actId="478"/>
          <ac:spMkLst>
            <pc:docMk/>
            <pc:sldMk cId="2491790395" sldId="291"/>
            <ac:spMk id="56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6.639" v="10" actId="478"/>
          <ac:spMkLst>
            <pc:docMk/>
            <pc:sldMk cId="2491790395" sldId="291"/>
            <ac:spMk id="57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7.663" v="11" actId="478"/>
          <ac:spMkLst>
            <pc:docMk/>
            <pc:sldMk cId="2491790395" sldId="291"/>
            <ac:spMk id="58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19:52:50.301" v="16" actId="14100"/>
          <ac:picMkLst>
            <pc:docMk/>
            <pc:sldMk cId="2491790395" sldId="291"/>
            <ac:picMk id="3" creationId="{658F5653-86D8-46D9-A4A1-46BDFF7889AA}"/>
          </ac:picMkLst>
        </pc:picChg>
        <pc:picChg chg="del">
          <ac:chgData name="Leônidas Müller de Oliveira" userId="5af9566427f0cd7a" providerId="LiveId" clId="{99B5FB97-F5DC-4A1A-835E-2BEDE9C73D50}" dt="2021-01-14T19:52:30.036" v="5" actId="478"/>
          <ac:picMkLst>
            <pc:docMk/>
            <pc:sldMk cId="2491790395" sldId="291"/>
            <ac:picMk id="59" creationId="{00000000-0000-0000-0000-000000000000}"/>
          </ac:picMkLst>
        </pc:picChg>
      </pc:sldChg>
      <pc:sldChg chg="modSp add mod ord">
        <pc:chgData name="Leônidas Müller de Oliveira" userId="5af9566427f0cd7a" providerId="LiveId" clId="{99B5FB97-F5DC-4A1A-835E-2BEDE9C73D50}" dt="2021-01-14T21:38:39.863" v="1617" actId="20577"/>
        <pc:sldMkLst>
          <pc:docMk/>
          <pc:sldMk cId="2768986171" sldId="292"/>
        </pc:sldMkLst>
        <pc:spChg chg="mod">
          <ac:chgData name="Leônidas Müller de Oliveira" userId="5af9566427f0cd7a" providerId="LiveId" clId="{99B5FB97-F5DC-4A1A-835E-2BEDE9C73D50}" dt="2021-01-14T21:29:28.978" v="1502" actId="20577"/>
          <ac:spMkLst>
            <pc:docMk/>
            <pc:sldMk cId="2768986171" sldId="292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38:39.863" v="1617" actId="20577"/>
          <ac:spMkLst>
            <pc:docMk/>
            <pc:sldMk cId="2768986171" sldId="292"/>
            <ac:spMk id="150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9B5FB97-F5DC-4A1A-835E-2BEDE9C73D50}" dt="2021-01-14T22:33:56.130" v="1832" actId="1076"/>
        <pc:sldMkLst>
          <pc:docMk/>
          <pc:sldMk cId="641020710" sldId="293"/>
        </pc:sldMkLst>
        <pc:spChg chg="mod">
          <ac:chgData name="Leônidas Müller de Oliveira" userId="5af9566427f0cd7a" providerId="LiveId" clId="{99B5FB97-F5DC-4A1A-835E-2BEDE9C73D50}" dt="2021-01-14T22:33:56.130" v="1832" actId="1076"/>
          <ac:spMkLst>
            <pc:docMk/>
            <pc:sldMk cId="641020710" sldId="293"/>
            <ac:spMk id="149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21:39:18.816" v="1620" actId="478"/>
          <ac:spMkLst>
            <pc:docMk/>
            <pc:sldMk cId="641020710" sldId="293"/>
            <ac:spMk id="150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21:39:27.150" v="1622" actId="1076"/>
          <ac:picMkLst>
            <pc:docMk/>
            <pc:sldMk cId="641020710" sldId="293"/>
            <ac:picMk id="3" creationId="{43C7CA9F-4D7F-40D4-9CF3-42842C6D2555}"/>
          </ac:picMkLst>
        </pc:picChg>
      </pc:sldChg>
      <pc:sldChg chg="addSp delSp modSp add mod">
        <pc:chgData name="Leônidas Müller de Oliveira" userId="5af9566427f0cd7a" providerId="LiveId" clId="{99B5FB97-F5DC-4A1A-835E-2BEDE9C73D50}" dt="2021-01-14T21:39:42.439" v="1626" actId="1076"/>
        <pc:sldMkLst>
          <pc:docMk/>
          <pc:sldMk cId="2522898300" sldId="294"/>
        </pc:sldMkLst>
        <pc:picChg chg="del">
          <ac:chgData name="Leônidas Müller de Oliveira" userId="5af9566427f0cd7a" providerId="LiveId" clId="{99B5FB97-F5DC-4A1A-835E-2BEDE9C73D50}" dt="2021-01-14T21:39:39.174" v="1624" actId="478"/>
          <ac:picMkLst>
            <pc:docMk/>
            <pc:sldMk cId="2522898300" sldId="294"/>
            <ac:picMk id="3" creationId="{43C7CA9F-4D7F-40D4-9CF3-42842C6D2555}"/>
          </ac:picMkLst>
        </pc:picChg>
        <pc:picChg chg="add mod">
          <ac:chgData name="Leônidas Müller de Oliveira" userId="5af9566427f0cd7a" providerId="LiveId" clId="{99B5FB97-F5DC-4A1A-835E-2BEDE9C73D50}" dt="2021-01-14T21:39:42.439" v="1626" actId="1076"/>
          <ac:picMkLst>
            <pc:docMk/>
            <pc:sldMk cId="2522898300" sldId="294"/>
            <ac:picMk id="4" creationId="{3E9ACBE4-4B8C-4A91-B0EF-68C850A4363B}"/>
          </ac:picMkLst>
        </pc:picChg>
      </pc:sldChg>
      <pc:sldChg chg="add del">
        <pc:chgData name="Leônidas Müller de Oliveira" userId="5af9566427f0cd7a" providerId="LiveId" clId="{99B5FB97-F5DC-4A1A-835E-2BEDE9C73D50}" dt="2021-01-14T21:39:13.551" v="1619" actId="47"/>
        <pc:sldMkLst>
          <pc:docMk/>
          <pc:sldMk cId="3215363960" sldId="294"/>
        </pc:sldMkLst>
      </pc:sldChg>
      <pc:sldChg chg="modSp add mod">
        <pc:chgData name="Leônidas Müller de Oliveira" userId="5af9566427f0cd7a" providerId="LiveId" clId="{99B5FB97-F5DC-4A1A-835E-2BEDE9C73D50}" dt="2021-01-14T21:47:30.166" v="1647"/>
        <pc:sldMkLst>
          <pc:docMk/>
          <pc:sldMk cId="1695839730" sldId="295"/>
        </pc:sldMkLst>
        <pc:spChg chg="mod">
          <ac:chgData name="Leônidas Müller de Oliveira" userId="5af9566427f0cd7a" providerId="LiveId" clId="{99B5FB97-F5DC-4A1A-835E-2BEDE9C73D50}" dt="2021-01-14T21:46:43.967" v="1645" actId="20577"/>
          <ac:spMkLst>
            <pc:docMk/>
            <pc:sldMk cId="1695839730" sldId="295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47:30.166" v="1647"/>
          <ac:spMkLst>
            <pc:docMk/>
            <pc:sldMk cId="1695839730" sldId="295"/>
            <ac:spMk id="150" creationId="{00000000-0000-0000-0000-000000000000}"/>
          </ac:spMkLst>
        </pc:spChg>
      </pc:sldChg>
      <pc:sldChg chg="add del">
        <pc:chgData name="Leônidas Müller de Oliveira" userId="5af9566427f0cd7a" providerId="LiveId" clId="{99B5FB97-F5DC-4A1A-835E-2BEDE9C73D50}" dt="2021-01-14T21:39:52.228" v="1628" actId="47"/>
        <pc:sldMkLst>
          <pc:docMk/>
          <pc:sldMk cId="4176864734" sldId="295"/>
        </pc:sldMkLst>
      </pc:sldChg>
      <pc:sldChg chg="addSp delSp modSp add mod">
        <pc:chgData name="Leônidas Müller de Oliveira" userId="5af9566427f0cd7a" providerId="LiveId" clId="{99B5FB97-F5DC-4A1A-835E-2BEDE9C73D50}" dt="2021-01-15T00:43:49.650" v="1943" actId="404"/>
        <pc:sldMkLst>
          <pc:docMk/>
          <pc:sldMk cId="743515703" sldId="296"/>
        </pc:sldMkLst>
        <pc:spChg chg="add mod">
          <ac:chgData name="Leônidas Müller de Oliveira" userId="5af9566427f0cd7a" providerId="LiveId" clId="{99B5FB97-F5DC-4A1A-835E-2BEDE9C73D50}" dt="2021-01-15T00:43:49.650" v="1943" actId="404"/>
          <ac:spMkLst>
            <pc:docMk/>
            <pc:sldMk cId="743515703" sldId="296"/>
            <ac:spMk id="7" creationId="{B2EE7E5E-D745-49FA-B73E-1F2A716F59A9}"/>
          </ac:spMkLst>
        </pc:spChg>
        <pc:spChg chg="del">
          <ac:chgData name="Leônidas Müller de Oliveira" userId="5af9566427f0cd7a" providerId="LiveId" clId="{99B5FB97-F5DC-4A1A-835E-2BEDE9C73D50}" dt="2021-01-14T22:20:41.338" v="1718" actId="478"/>
          <ac:spMkLst>
            <pc:docMk/>
            <pc:sldMk cId="743515703" sldId="296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21:43.115" v="1735" actId="1076"/>
          <ac:spMkLst>
            <pc:docMk/>
            <pc:sldMk cId="743515703" sldId="296"/>
            <ac:spMk id="192" creationId="{00000000-0000-0000-0000-000000000000}"/>
          </ac:spMkLst>
        </pc:spChg>
        <pc:graphicFrameChg chg="add mod modGraphic">
          <ac:chgData name="Leônidas Müller de Oliveira" userId="5af9566427f0cd7a" providerId="LiveId" clId="{99B5FB97-F5DC-4A1A-835E-2BEDE9C73D50}" dt="2021-01-14T22:35:01.267" v="1839" actId="20577"/>
          <ac:graphicFrameMkLst>
            <pc:docMk/>
            <pc:sldMk cId="743515703" sldId="296"/>
            <ac:graphicFrameMk id="6" creationId="{2A29F61D-FCF4-4D75-8EAF-9026151CEEF2}"/>
          </ac:graphicFrameMkLst>
        </pc:graphicFrameChg>
        <pc:picChg chg="del">
          <ac:chgData name="Leônidas Müller de Oliveira" userId="5af9566427f0cd7a" providerId="LiveId" clId="{99B5FB97-F5DC-4A1A-835E-2BEDE9C73D50}" dt="2021-01-14T22:20:39.446" v="1717" actId="478"/>
          <ac:picMkLst>
            <pc:docMk/>
            <pc:sldMk cId="743515703" sldId="296"/>
            <ac:picMk id="3" creationId="{9870FD2D-CF8E-48D3-958F-89FC769B6EC7}"/>
          </ac:picMkLst>
        </pc:picChg>
      </pc:sldChg>
      <pc:sldChg chg="modSp add mod">
        <pc:chgData name="Leônidas Müller de Oliveira" userId="5af9566427f0cd7a" providerId="LiveId" clId="{99B5FB97-F5DC-4A1A-835E-2BEDE9C73D50}" dt="2021-01-14T22:32:33.246" v="1803" actId="20577"/>
        <pc:sldMkLst>
          <pc:docMk/>
          <pc:sldMk cId="1542352846" sldId="297"/>
        </pc:sldMkLst>
        <pc:spChg chg="mod">
          <ac:chgData name="Leônidas Müller de Oliveira" userId="5af9566427f0cd7a" providerId="LiveId" clId="{99B5FB97-F5DC-4A1A-835E-2BEDE9C73D50}" dt="2021-01-14T22:32:33.246" v="1803" actId="20577"/>
          <ac:spMkLst>
            <pc:docMk/>
            <pc:sldMk cId="1542352846" sldId="297"/>
            <ac:spMk id="249" creationId="{00000000-0000-0000-0000-000000000000}"/>
          </ac:spMkLst>
        </pc:spChg>
      </pc:sldChg>
    </pc:docChg>
  </pc:docChgLst>
  <pc:docChgLst>
    <pc:chgData name="Leônidas Müller de Oliveira" userId="5af9566427f0cd7a" providerId="LiveId" clId="{8562935F-B298-47A6-964D-F7E0BBDE29AD}"/>
    <pc:docChg chg="undo custSel addSld delSld modSld sldOrd">
      <pc:chgData name="Leônidas Müller de Oliveira" userId="5af9566427f0cd7a" providerId="LiveId" clId="{8562935F-B298-47A6-964D-F7E0BBDE29AD}" dt="2025-05-27T18:50:22.022" v="2139" actId="478"/>
      <pc:docMkLst>
        <pc:docMk/>
      </pc:docMkLst>
      <pc:sldChg chg="del">
        <pc:chgData name="Leônidas Müller de Oliveira" userId="5af9566427f0cd7a" providerId="LiveId" clId="{8562935F-B298-47A6-964D-F7E0BBDE29AD}" dt="2025-05-27T14:42:40.311" v="1249" actId="47"/>
        <pc:sldMkLst>
          <pc:docMk/>
          <pc:sldMk cId="0" sldId="262"/>
        </pc:sldMkLst>
      </pc:sldChg>
      <pc:sldChg chg="addSp delSp modSp mod ord">
        <pc:chgData name="Leônidas Müller de Oliveira" userId="5af9566427f0cd7a" providerId="LiveId" clId="{8562935F-B298-47A6-964D-F7E0BBDE29AD}" dt="2025-05-27T18:49:28.668" v="2123" actId="478"/>
        <pc:sldMkLst>
          <pc:docMk/>
          <pc:sldMk cId="3187776213" sldId="282"/>
        </pc:sldMkLst>
        <pc:spChg chg="mod">
          <ac:chgData name="Leônidas Müller de Oliveira" userId="5af9566427f0cd7a" providerId="LiveId" clId="{8562935F-B298-47A6-964D-F7E0BBDE29AD}" dt="2025-05-24T21:29:48.500" v="46" actId="20577"/>
          <ac:spMkLst>
            <pc:docMk/>
            <pc:sldMk cId="3187776213" sldId="282"/>
            <ac:spMk id="7" creationId="{FD65234F-CE76-4586-9D67-44EDBAE0C0F0}"/>
          </ac:spMkLst>
        </pc:spChg>
        <pc:spChg chg="mod">
          <ac:chgData name="Leônidas Müller de Oliveira" userId="5af9566427f0cd7a" providerId="LiveId" clId="{8562935F-B298-47A6-964D-F7E0BBDE29AD}" dt="2025-05-24T21:29:55.909" v="65" actId="6549"/>
          <ac:spMkLst>
            <pc:docMk/>
            <pc:sldMk cId="3187776213" sldId="282"/>
            <ac:spMk id="141" creationId="{00000000-0000-0000-0000-000000000000}"/>
          </ac:spMkLst>
        </pc:spChg>
        <pc:spChg chg="mod">
          <ac:chgData name="Leônidas Müller de Oliveira" userId="5af9566427f0cd7a" providerId="LiveId" clId="{8562935F-B298-47A6-964D-F7E0BBDE29AD}" dt="2025-05-24T21:30:00.487" v="66" actId="1076"/>
          <ac:spMkLst>
            <pc:docMk/>
            <pc:sldMk cId="3187776213" sldId="282"/>
            <ac:spMk id="143" creationId="{00000000-0000-0000-0000-000000000000}"/>
          </ac:spMkLst>
        </pc:spChg>
        <pc:grpChg chg="del mod">
          <ac:chgData name="Leônidas Müller de Oliveira" userId="5af9566427f0cd7a" providerId="LiveId" clId="{8562935F-B298-47A6-964D-F7E0BBDE29AD}" dt="2025-05-27T18:01:37.298" v="1392"/>
          <ac:grpSpMkLst>
            <pc:docMk/>
            <pc:sldMk cId="3187776213" sldId="282"/>
            <ac:grpSpMk id="11" creationId="{2A70486B-0B0D-A4BD-2EDB-8221C8612B69}"/>
          </ac:grpSpMkLst>
        </pc:grpChg>
        <pc:grpChg chg="del mod">
          <ac:chgData name="Leônidas Müller de Oliveira" userId="5af9566427f0cd7a" providerId="LiveId" clId="{8562935F-B298-47A6-964D-F7E0BBDE29AD}" dt="2025-05-27T18:49:26.945" v="2122" actId="478"/>
          <ac:grpSpMkLst>
            <pc:docMk/>
            <pc:sldMk cId="3187776213" sldId="282"/>
            <ac:grpSpMk id="17" creationId="{ED38AE05-1628-1A6D-59AC-F3D519702673}"/>
          </ac:grpSpMkLst>
        </pc:grpChg>
        <pc:inkChg chg="add del">
          <ac:chgData name="Leônidas Müller de Oliveira" userId="5af9566427f0cd7a" providerId="LiveId" clId="{8562935F-B298-47A6-964D-F7E0BBDE29AD}" dt="2025-05-27T18:49:26.945" v="2122" actId="478"/>
          <ac:inkMkLst>
            <pc:docMk/>
            <pc:sldMk cId="3187776213" sldId="282"/>
            <ac:inkMk id="3" creationId="{8FE44E3B-301F-AB25-F5A1-D7952F63D231}"/>
          </ac:inkMkLst>
        </pc:inkChg>
        <pc:inkChg chg="add del">
          <ac:chgData name="Leônidas Müller de Oliveira" userId="5af9566427f0cd7a" providerId="LiveId" clId="{8562935F-B298-47A6-964D-F7E0BBDE29AD}" dt="2025-05-27T18:49:28.668" v="2123" actId="478"/>
          <ac:inkMkLst>
            <pc:docMk/>
            <pc:sldMk cId="3187776213" sldId="282"/>
            <ac:inkMk id="4" creationId="{A7227CB4-F433-70F6-41AB-28388775B301}"/>
          </ac:inkMkLst>
        </pc:inkChg>
        <pc:inkChg chg="add del">
          <ac:chgData name="Leônidas Müller de Oliveira" userId="5af9566427f0cd7a" providerId="LiveId" clId="{8562935F-B298-47A6-964D-F7E0BBDE29AD}" dt="2025-05-27T18:49:26.945" v="2122" actId="478"/>
          <ac:inkMkLst>
            <pc:docMk/>
            <pc:sldMk cId="3187776213" sldId="282"/>
            <ac:inkMk id="5" creationId="{72CF3C42-18B3-A607-953E-F508F517FD1E}"/>
          </ac:inkMkLst>
        </pc:inkChg>
        <pc:inkChg chg="add del">
          <ac:chgData name="Leônidas Müller de Oliveira" userId="5af9566427f0cd7a" providerId="LiveId" clId="{8562935F-B298-47A6-964D-F7E0BBDE29AD}" dt="2025-05-27T18:49:26.945" v="2122" actId="478"/>
          <ac:inkMkLst>
            <pc:docMk/>
            <pc:sldMk cId="3187776213" sldId="282"/>
            <ac:inkMk id="6" creationId="{B0B660E4-C923-265A-96DD-1EDADF10B995}"/>
          </ac:inkMkLst>
        </pc:inkChg>
        <pc:inkChg chg="add del mod topLvl">
          <ac:chgData name="Leônidas Müller de Oliveira" userId="5af9566427f0cd7a" providerId="LiveId" clId="{8562935F-B298-47A6-964D-F7E0BBDE29AD}" dt="2025-05-27T18:49:26.945" v="2122" actId="478"/>
          <ac:inkMkLst>
            <pc:docMk/>
            <pc:sldMk cId="3187776213" sldId="282"/>
            <ac:inkMk id="8" creationId="{40C01AEB-A8CF-FDDE-4F0F-523874B53A16}"/>
          </ac:inkMkLst>
        </pc:inkChg>
        <pc:inkChg chg="add del mod topLvl">
          <ac:chgData name="Leônidas Müller de Oliveira" userId="5af9566427f0cd7a" providerId="LiveId" clId="{8562935F-B298-47A6-964D-F7E0BBDE29AD}" dt="2025-05-27T18:49:26.945" v="2122" actId="478"/>
          <ac:inkMkLst>
            <pc:docMk/>
            <pc:sldMk cId="3187776213" sldId="282"/>
            <ac:inkMk id="9" creationId="{66EFCD71-2CF3-0B6B-00CA-4B0A85BDE4C2}"/>
          </ac:inkMkLst>
        </pc:inkChg>
        <pc:inkChg chg="add del mod">
          <ac:chgData name="Leônidas Müller de Oliveira" userId="5af9566427f0cd7a" providerId="LiveId" clId="{8562935F-B298-47A6-964D-F7E0BBDE29AD}" dt="2025-05-27T18:49:26.945" v="2122" actId="478"/>
          <ac:inkMkLst>
            <pc:docMk/>
            <pc:sldMk cId="3187776213" sldId="282"/>
            <ac:inkMk id="10" creationId="{D5330CC0-6B2B-D11B-D9AF-167723397A83}"/>
          </ac:inkMkLst>
        </pc:inkChg>
        <pc:inkChg chg="add del mod">
          <ac:chgData name="Leônidas Müller de Oliveira" userId="5af9566427f0cd7a" providerId="LiveId" clId="{8562935F-B298-47A6-964D-F7E0BBDE29AD}" dt="2025-05-27T18:49:26.945" v="2122" actId="478"/>
          <ac:inkMkLst>
            <pc:docMk/>
            <pc:sldMk cId="3187776213" sldId="282"/>
            <ac:inkMk id="12" creationId="{DBE9C3EE-6B08-BCF7-91A0-A62350D51BF0}"/>
          </ac:inkMkLst>
        </pc:inkChg>
        <pc:inkChg chg="add del mod">
          <ac:chgData name="Leônidas Müller de Oliveira" userId="5af9566427f0cd7a" providerId="LiveId" clId="{8562935F-B298-47A6-964D-F7E0BBDE29AD}" dt="2025-05-27T18:49:26.945" v="2122" actId="478"/>
          <ac:inkMkLst>
            <pc:docMk/>
            <pc:sldMk cId="3187776213" sldId="282"/>
            <ac:inkMk id="13" creationId="{8D22099A-AE58-66E7-4FB9-431E0F22F7CE}"/>
          </ac:inkMkLst>
        </pc:inkChg>
        <pc:inkChg chg="add del mod">
          <ac:chgData name="Leônidas Müller de Oliveira" userId="5af9566427f0cd7a" providerId="LiveId" clId="{8562935F-B298-47A6-964D-F7E0BBDE29AD}" dt="2025-05-27T18:49:26.945" v="2122" actId="478"/>
          <ac:inkMkLst>
            <pc:docMk/>
            <pc:sldMk cId="3187776213" sldId="282"/>
            <ac:inkMk id="14" creationId="{78F11FD5-D1D6-E3C5-08BD-9B7572A9EA46}"/>
          </ac:inkMkLst>
        </pc:inkChg>
        <pc:inkChg chg="add del mod">
          <ac:chgData name="Leônidas Müller de Oliveira" userId="5af9566427f0cd7a" providerId="LiveId" clId="{8562935F-B298-47A6-964D-F7E0BBDE29AD}" dt="2025-05-27T18:49:26.945" v="2122" actId="478"/>
          <ac:inkMkLst>
            <pc:docMk/>
            <pc:sldMk cId="3187776213" sldId="282"/>
            <ac:inkMk id="15" creationId="{F0E1A06E-6A66-5FE8-9A0F-54EFBDACC327}"/>
          </ac:inkMkLst>
        </pc:inkChg>
        <pc:inkChg chg="add del mod">
          <ac:chgData name="Leônidas Müller de Oliveira" userId="5af9566427f0cd7a" providerId="LiveId" clId="{8562935F-B298-47A6-964D-F7E0BBDE29AD}" dt="2025-05-27T18:49:26.945" v="2122" actId="478"/>
          <ac:inkMkLst>
            <pc:docMk/>
            <pc:sldMk cId="3187776213" sldId="282"/>
            <ac:inkMk id="16" creationId="{8788FD85-B845-ED05-1B92-969DDA5233DE}"/>
          </ac:inkMkLst>
        </pc:inkChg>
      </pc:sldChg>
      <pc:sldChg chg="del">
        <pc:chgData name="Leônidas Müller de Oliveira" userId="5af9566427f0cd7a" providerId="LiveId" clId="{8562935F-B298-47A6-964D-F7E0BBDE29AD}" dt="2025-05-27T14:42:40.311" v="1249" actId="47"/>
        <pc:sldMkLst>
          <pc:docMk/>
          <pc:sldMk cId="3283063515" sldId="283"/>
        </pc:sldMkLst>
      </pc:sldChg>
      <pc:sldChg chg="del">
        <pc:chgData name="Leônidas Müller de Oliveira" userId="5af9566427f0cd7a" providerId="LiveId" clId="{8562935F-B298-47A6-964D-F7E0BBDE29AD}" dt="2025-05-27T14:42:40.311" v="1249" actId="47"/>
        <pc:sldMkLst>
          <pc:docMk/>
          <pc:sldMk cId="1223144774" sldId="284"/>
        </pc:sldMkLst>
      </pc:sldChg>
      <pc:sldChg chg="del">
        <pc:chgData name="Leônidas Müller de Oliveira" userId="5af9566427f0cd7a" providerId="LiveId" clId="{8562935F-B298-47A6-964D-F7E0BBDE29AD}" dt="2025-05-27T14:42:40.311" v="1249" actId="47"/>
        <pc:sldMkLst>
          <pc:docMk/>
          <pc:sldMk cId="3454911189" sldId="285"/>
        </pc:sldMkLst>
      </pc:sldChg>
      <pc:sldChg chg="del">
        <pc:chgData name="Leônidas Müller de Oliveira" userId="5af9566427f0cd7a" providerId="LiveId" clId="{8562935F-B298-47A6-964D-F7E0BBDE29AD}" dt="2025-05-27T14:42:40.311" v="1249" actId="47"/>
        <pc:sldMkLst>
          <pc:docMk/>
          <pc:sldMk cId="858716699" sldId="286"/>
        </pc:sldMkLst>
      </pc:sldChg>
      <pc:sldChg chg="del">
        <pc:chgData name="Leônidas Müller de Oliveira" userId="5af9566427f0cd7a" providerId="LiveId" clId="{8562935F-B298-47A6-964D-F7E0BBDE29AD}" dt="2025-05-27T14:42:40.311" v="1249" actId="47"/>
        <pc:sldMkLst>
          <pc:docMk/>
          <pc:sldMk cId="2449695710" sldId="288"/>
        </pc:sldMkLst>
      </pc:sldChg>
      <pc:sldChg chg="del">
        <pc:chgData name="Leônidas Müller de Oliveira" userId="5af9566427f0cd7a" providerId="LiveId" clId="{8562935F-B298-47A6-964D-F7E0BBDE29AD}" dt="2025-05-27T14:42:40.311" v="1249" actId="47"/>
        <pc:sldMkLst>
          <pc:docMk/>
          <pc:sldMk cId="3380683963" sldId="289"/>
        </pc:sldMkLst>
      </pc:sldChg>
      <pc:sldChg chg="del">
        <pc:chgData name="Leônidas Müller de Oliveira" userId="5af9566427f0cd7a" providerId="LiveId" clId="{8562935F-B298-47A6-964D-F7E0BBDE29AD}" dt="2025-05-27T14:42:40.311" v="1249" actId="47"/>
        <pc:sldMkLst>
          <pc:docMk/>
          <pc:sldMk cId="1162287814" sldId="291"/>
        </pc:sldMkLst>
      </pc:sldChg>
      <pc:sldChg chg="del">
        <pc:chgData name="Leônidas Müller de Oliveira" userId="5af9566427f0cd7a" providerId="LiveId" clId="{8562935F-B298-47A6-964D-F7E0BBDE29AD}" dt="2025-05-27T14:42:40.311" v="1249" actId="47"/>
        <pc:sldMkLst>
          <pc:docMk/>
          <pc:sldMk cId="4250600602" sldId="292"/>
        </pc:sldMkLst>
      </pc:sldChg>
      <pc:sldChg chg="del">
        <pc:chgData name="Leônidas Müller de Oliveira" userId="5af9566427f0cd7a" providerId="LiveId" clId="{8562935F-B298-47A6-964D-F7E0BBDE29AD}" dt="2025-05-27T14:42:40.311" v="1249" actId="47"/>
        <pc:sldMkLst>
          <pc:docMk/>
          <pc:sldMk cId="630394464" sldId="293"/>
        </pc:sldMkLst>
      </pc:sldChg>
      <pc:sldChg chg="del">
        <pc:chgData name="Leônidas Müller de Oliveira" userId="5af9566427f0cd7a" providerId="LiveId" clId="{8562935F-B298-47A6-964D-F7E0BBDE29AD}" dt="2025-05-27T14:42:40.311" v="1249" actId="47"/>
        <pc:sldMkLst>
          <pc:docMk/>
          <pc:sldMk cId="253044051" sldId="295"/>
        </pc:sldMkLst>
      </pc:sldChg>
      <pc:sldChg chg="del">
        <pc:chgData name="Leônidas Müller de Oliveira" userId="5af9566427f0cd7a" providerId="LiveId" clId="{8562935F-B298-47A6-964D-F7E0BBDE29AD}" dt="2025-05-27T14:42:40.311" v="1249" actId="47"/>
        <pc:sldMkLst>
          <pc:docMk/>
          <pc:sldMk cId="1222361712" sldId="296"/>
        </pc:sldMkLst>
      </pc:sldChg>
      <pc:sldChg chg="del">
        <pc:chgData name="Leônidas Müller de Oliveira" userId="5af9566427f0cd7a" providerId="LiveId" clId="{8562935F-B298-47A6-964D-F7E0BBDE29AD}" dt="2025-05-27T14:42:40.311" v="1249" actId="47"/>
        <pc:sldMkLst>
          <pc:docMk/>
          <pc:sldMk cId="3708159361" sldId="297"/>
        </pc:sldMkLst>
      </pc:sldChg>
      <pc:sldChg chg="del">
        <pc:chgData name="Leônidas Müller de Oliveira" userId="5af9566427f0cd7a" providerId="LiveId" clId="{8562935F-B298-47A6-964D-F7E0BBDE29AD}" dt="2025-05-27T14:42:40.311" v="1249" actId="47"/>
        <pc:sldMkLst>
          <pc:docMk/>
          <pc:sldMk cId="1068881733" sldId="298"/>
        </pc:sldMkLst>
      </pc:sldChg>
      <pc:sldChg chg="del">
        <pc:chgData name="Leônidas Müller de Oliveira" userId="5af9566427f0cd7a" providerId="LiveId" clId="{8562935F-B298-47A6-964D-F7E0BBDE29AD}" dt="2025-05-27T14:42:40.311" v="1249" actId="47"/>
        <pc:sldMkLst>
          <pc:docMk/>
          <pc:sldMk cId="441636794" sldId="299"/>
        </pc:sldMkLst>
      </pc:sldChg>
      <pc:sldChg chg="del">
        <pc:chgData name="Leônidas Müller de Oliveira" userId="5af9566427f0cd7a" providerId="LiveId" clId="{8562935F-B298-47A6-964D-F7E0BBDE29AD}" dt="2025-05-27T14:42:40.311" v="1249" actId="47"/>
        <pc:sldMkLst>
          <pc:docMk/>
          <pc:sldMk cId="536045490" sldId="300"/>
        </pc:sldMkLst>
      </pc:sldChg>
      <pc:sldChg chg="del">
        <pc:chgData name="Leônidas Müller de Oliveira" userId="5af9566427f0cd7a" providerId="LiveId" clId="{8562935F-B298-47A6-964D-F7E0BBDE29AD}" dt="2025-05-27T14:42:40.311" v="1249" actId="47"/>
        <pc:sldMkLst>
          <pc:docMk/>
          <pc:sldMk cId="962331060" sldId="301"/>
        </pc:sldMkLst>
      </pc:sldChg>
      <pc:sldChg chg="del">
        <pc:chgData name="Leônidas Müller de Oliveira" userId="5af9566427f0cd7a" providerId="LiveId" clId="{8562935F-B298-47A6-964D-F7E0BBDE29AD}" dt="2025-05-27T14:42:40.311" v="1249" actId="47"/>
        <pc:sldMkLst>
          <pc:docMk/>
          <pc:sldMk cId="2800828381" sldId="302"/>
        </pc:sldMkLst>
      </pc:sldChg>
      <pc:sldChg chg="addSp delSp modSp add mod">
        <pc:chgData name="Leônidas Müller de Oliveira" userId="5af9566427f0cd7a" providerId="LiveId" clId="{8562935F-B298-47A6-964D-F7E0BBDE29AD}" dt="2025-05-27T18:49:45.128" v="2128" actId="478"/>
        <pc:sldMkLst>
          <pc:docMk/>
          <pc:sldMk cId="2519461963" sldId="303"/>
        </pc:sldMkLst>
        <pc:spChg chg="mod">
          <ac:chgData name="Leônidas Müller de Oliveira" userId="5af9566427f0cd7a" providerId="LiveId" clId="{8562935F-B298-47A6-964D-F7E0BBDE29AD}" dt="2025-05-27T14:11:26.636" v="398" actId="20577"/>
          <ac:spMkLst>
            <pc:docMk/>
            <pc:sldMk cId="2519461963" sldId="303"/>
            <ac:spMk id="7" creationId="{FD65234F-CE76-4586-9D67-44EDBAE0C0F0}"/>
          </ac:spMkLst>
        </pc:spChg>
        <pc:spChg chg="mod">
          <ac:chgData name="Leônidas Müller de Oliveira" userId="5af9566427f0cd7a" providerId="LiveId" clId="{8562935F-B298-47A6-964D-F7E0BBDE29AD}" dt="2025-05-24T21:31:40.035" v="100" actId="20577"/>
          <ac:spMkLst>
            <pc:docMk/>
            <pc:sldMk cId="2519461963" sldId="303"/>
            <ac:spMk id="143" creationId="{00000000-0000-0000-0000-000000000000}"/>
          </ac:spMkLst>
        </pc:spChg>
        <pc:grpChg chg="del mod">
          <ac:chgData name="Leônidas Müller de Oliveira" userId="5af9566427f0cd7a" providerId="LiveId" clId="{8562935F-B298-47A6-964D-F7E0BBDE29AD}" dt="2025-05-27T18:49:45.128" v="2128" actId="478"/>
          <ac:grpSpMkLst>
            <pc:docMk/>
            <pc:sldMk cId="2519461963" sldId="303"/>
            <ac:grpSpMk id="12" creationId="{AE095DCE-9BF5-9045-EC87-A3D61EBA2353}"/>
          </ac:grpSpMkLst>
        </pc:grpChg>
        <pc:picChg chg="del">
          <ac:chgData name="Leônidas Müller de Oliveira" userId="5af9566427f0cd7a" providerId="LiveId" clId="{8562935F-B298-47A6-964D-F7E0BBDE29AD}" dt="2025-05-24T21:31:42.883" v="101" actId="478"/>
          <ac:picMkLst>
            <pc:docMk/>
            <pc:sldMk cId="2519461963" sldId="303"/>
            <ac:picMk id="2" creationId="{1EFFEBF7-8F3E-C311-CFF7-2BFFA2BD60D4}"/>
          </ac:picMkLst>
        </pc:picChg>
        <pc:picChg chg="add mod">
          <ac:chgData name="Leônidas Müller de Oliveira" userId="5af9566427f0cd7a" providerId="LiveId" clId="{8562935F-B298-47A6-964D-F7E0BBDE29AD}" dt="2025-05-24T21:31:53.515" v="105" actId="1076"/>
          <ac:picMkLst>
            <pc:docMk/>
            <pc:sldMk cId="2519461963" sldId="303"/>
            <ac:picMk id="3" creationId="{7E0D4A99-5572-AD4F-E054-0FA07944761A}"/>
          </ac:picMkLst>
        </pc:picChg>
        <pc:inkChg chg="add del">
          <ac:chgData name="Leônidas Müller de Oliveira" userId="5af9566427f0cd7a" providerId="LiveId" clId="{8562935F-B298-47A6-964D-F7E0BBDE29AD}" dt="2025-05-27T18:49:45.128" v="2128" actId="478"/>
          <ac:inkMkLst>
            <pc:docMk/>
            <pc:sldMk cId="2519461963" sldId="303"/>
            <ac:inkMk id="2" creationId="{4F35A063-CCE1-4E93-6777-20E2EA7B8D78}"/>
          </ac:inkMkLst>
        </pc:inkChg>
        <pc:inkChg chg="add del">
          <ac:chgData name="Leônidas Müller de Oliveira" userId="5af9566427f0cd7a" providerId="LiveId" clId="{8562935F-B298-47A6-964D-F7E0BBDE29AD}" dt="2025-05-27T18:49:45.128" v="2128" actId="478"/>
          <ac:inkMkLst>
            <pc:docMk/>
            <pc:sldMk cId="2519461963" sldId="303"/>
            <ac:inkMk id="4" creationId="{79F81FE8-3022-3ECE-0B53-4F3FCF415EAD}"/>
          </ac:inkMkLst>
        </pc:inkChg>
        <pc:inkChg chg="add del">
          <ac:chgData name="Leônidas Müller de Oliveira" userId="5af9566427f0cd7a" providerId="LiveId" clId="{8562935F-B298-47A6-964D-F7E0BBDE29AD}" dt="2025-05-27T18:49:45.128" v="2128" actId="478"/>
          <ac:inkMkLst>
            <pc:docMk/>
            <pc:sldMk cId="2519461963" sldId="303"/>
            <ac:inkMk id="5" creationId="{8E0B779D-291F-5D95-9DD5-8C998EFCEF17}"/>
          </ac:inkMkLst>
        </pc:inkChg>
        <pc:inkChg chg="add del">
          <ac:chgData name="Leônidas Müller de Oliveira" userId="5af9566427f0cd7a" providerId="LiveId" clId="{8562935F-B298-47A6-964D-F7E0BBDE29AD}" dt="2025-05-27T18:49:45.128" v="2128" actId="478"/>
          <ac:inkMkLst>
            <pc:docMk/>
            <pc:sldMk cId="2519461963" sldId="303"/>
            <ac:inkMk id="6" creationId="{638F548D-493F-D9F9-978E-ED0661AD5153}"/>
          </ac:inkMkLst>
        </pc:inkChg>
        <pc:inkChg chg="add del">
          <ac:chgData name="Leônidas Müller de Oliveira" userId="5af9566427f0cd7a" providerId="LiveId" clId="{8562935F-B298-47A6-964D-F7E0BBDE29AD}" dt="2025-05-27T18:49:45.128" v="2128" actId="478"/>
          <ac:inkMkLst>
            <pc:docMk/>
            <pc:sldMk cId="2519461963" sldId="303"/>
            <ac:inkMk id="8" creationId="{2F271223-7338-96F2-2D79-BA4D900704C5}"/>
          </ac:inkMkLst>
        </pc:inkChg>
        <pc:inkChg chg="add del mod">
          <ac:chgData name="Leônidas Müller de Oliveira" userId="5af9566427f0cd7a" providerId="LiveId" clId="{8562935F-B298-47A6-964D-F7E0BBDE29AD}" dt="2025-05-27T18:49:45.128" v="2128" actId="478"/>
          <ac:inkMkLst>
            <pc:docMk/>
            <pc:sldMk cId="2519461963" sldId="303"/>
            <ac:inkMk id="9" creationId="{B349917B-A002-D041-CB86-2A4A8DD0653E}"/>
          </ac:inkMkLst>
        </pc:inkChg>
        <pc:inkChg chg="add del mod topLvl">
          <ac:chgData name="Leônidas Müller de Oliveira" userId="5af9566427f0cd7a" providerId="LiveId" clId="{8562935F-B298-47A6-964D-F7E0BBDE29AD}" dt="2025-05-27T18:49:45.128" v="2128" actId="478"/>
          <ac:inkMkLst>
            <pc:docMk/>
            <pc:sldMk cId="2519461963" sldId="303"/>
            <ac:inkMk id="10" creationId="{FD5CB060-AA1A-D1BC-9525-53C812F37F3F}"/>
          </ac:inkMkLst>
        </pc:inkChg>
        <pc:inkChg chg="add del mod topLvl">
          <ac:chgData name="Leônidas Müller de Oliveira" userId="5af9566427f0cd7a" providerId="LiveId" clId="{8562935F-B298-47A6-964D-F7E0BBDE29AD}" dt="2025-05-27T18:49:45.128" v="2128" actId="478"/>
          <ac:inkMkLst>
            <pc:docMk/>
            <pc:sldMk cId="2519461963" sldId="303"/>
            <ac:inkMk id="11" creationId="{428D2D2B-77A5-4FA3-79F8-FBB1DEF8CD8B}"/>
          </ac:inkMkLst>
        </pc:inkChg>
        <pc:inkChg chg="add del">
          <ac:chgData name="Leônidas Müller de Oliveira" userId="5af9566427f0cd7a" providerId="LiveId" clId="{8562935F-B298-47A6-964D-F7E0BBDE29AD}" dt="2025-05-27T18:49:45.128" v="2128" actId="478"/>
          <ac:inkMkLst>
            <pc:docMk/>
            <pc:sldMk cId="2519461963" sldId="303"/>
            <ac:inkMk id="13" creationId="{242443A7-08F0-510B-3160-7BC935ECE3B8}"/>
          </ac:inkMkLst>
        </pc:inkChg>
        <pc:inkChg chg="add del">
          <ac:chgData name="Leônidas Müller de Oliveira" userId="5af9566427f0cd7a" providerId="LiveId" clId="{8562935F-B298-47A6-964D-F7E0BBDE29AD}" dt="2025-05-27T18:49:45.128" v="2128" actId="478"/>
          <ac:inkMkLst>
            <pc:docMk/>
            <pc:sldMk cId="2519461963" sldId="303"/>
            <ac:inkMk id="14" creationId="{8558E5C0-815B-5FB5-3E14-7B65AC33AC40}"/>
          </ac:inkMkLst>
        </pc:inkChg>
      </pc:sldChg>
      <pc:sldChg chg="addSp delSp modSp add del mod">
        <pc:chgData name="Leônidas Müller de Oliveira" userId="5af9566427f0cd7a" providerId="LiveId" clId="{8562935F-B298-47A6-964D-F7E0BBDE29AD}" dt="2025-05-27T14:42:40.311" v="1249" actId="47"/>
        <pc:sldMkLst>
          <pc:docMk/>
          <pc:sldMk cId="699166848" sldId="304"/>
        </pc:sldMkLst>
        <pc:spChg chg="add mod">
          <ac:chgData name="Leônidas Müller de Oliveira" userId="5af9566427f0cd7a" providerId="LiveId" clId="{8562935F-B298-47A6-964D-F7E0BBDE29AD}" dt="2025-05-24T21:43:43.398" v="349" actId="1076"/>
          <ac:spMkLst>
            <pc:docMk/>
            <pc:sldMk cId="699166848" sldId="304"/>
            <ac:spMk id="2" creationId="{513814B8-131B-FA6D-CCB2-CB512EE7D143}"/>
          </ac:spMkLst>
        </pc:spChg>
        <pc:spChg chg="add mod">
          <ac:chgData name="Leônidas Müller de Oliveira" userId="5af9566427f0cd7a" providerId="LiveId" clId="{8562935F-B298-47A6-964D-F7E0BBDE29AD}" dt="2025-05-24T21:43:43.398" v="349" actId="1076"/>
          <ac:spMkLst>
            <pc:docMk/>
            <pc:sldMk cId="699166848" sldId="304"/>
            <ac:spMk id="4" creationId="{19CAF257-5B93-0D3E-7081-CB3E4F3E7CC4}"/>
          </ac:spMkLst>
        </pc:spChg>
        <pc:spChg chg="add mod">
          <ac:chgData name="Leônidas Müller de Oliveira" userId="5af9566427f0cd7a" providerId="LiveId" clId="{8562935F-B298-47A6-964D-F7E0BBDE29AD}" dt="2025-05-24T21:43:43.398" v="349" actId="1076"/>
          <ac:spMkLst>
            <pc:docMk/>
            <pc:sldMk cId="699166848" sldId="304"/>
            <ac:spMk id="5" creationId="{E203EE44-098B-20C4-F962-DD9E44F3A6F2}"/>
          </ac:spMkLst>
        </pc:spChg>
        <pc:spChg chg="mod">
          <ac:chgData name="Leônidas Müller de Oliveira" userId="5af9566427f0cd7a" providerId="LiveId" clId="{8562935F-B298-47A6-964D-F7E0BBDE29AD}" dt="2025-05-27T14:17:41.172" v="669" actId="20577"/>
          <ac:spMkLst>
            <pc:docMk/>
            <pc:sldMk cId="699166848" sldId="304"/>
            <ac:spMk id="7" creationId="{FD65234F-CE76-4586-9D67-44EDBAE0C0F0}"/>
          </ac:spMkLst>
        </pc:spChg>
        <pc:spChg chg="mod">
          <ac:chgData name="Leônidas Müller de Oliveira" userId="5af9566427f0cd7a" providerId="LiveId" clId="{8562935F-B298-47A6-964D-F7E0BBDE29AD}" dt="2025-05-27T14:17:47.022" v="670" actId="1076"/>
          <ac:spMkLst>
            <pc:docMk/>
            <pc:sldMk cId="699166848" sldId="304"/>
            <ac:spMk id="143" creationId="{00000000-0000-0000-0000-000000000000}"/>
          </ac:spMkLst>
        </pc:spChg>
        <pc:picChg chg="del">
          <ac:chgData name="Leônidas Müller de Oliveira" userId="5af9566427f0cd7a" providerId="LiveId" clId="{8562935F-B298-47A6-964D-F7E0BBDE29AD}" dt="2025-05-24T21:33:18.357" v="107" actId="478"/>
          <ac:picMkLst>
            <pc:docMk/>
            <pc:sldMk cId="699166848" sldId="304"/>
            <ac:picMk id="3" creationId="{7E0D4A99-5572-AD4F-E054-0FA07944761A}"/>
          </ac:picMkLst>
        </pc:picChg>
      </pc:sldChg>
      <pc:sldChg chg="modSp add del mod">
        <pc:chgData name="Leônidas Müller de Oliveira" userId="5af9566427f0cd7a" providerId="LiveId" clId="{8562935F-B298-47A6-964D-F7E0BBDE29AD}" dt="2025-05-24T21:41:21.165" v="320" actId="47"/>
        <pc:sldMkLst>
          <pc:docMk/>
          <pc:sldMk cId="536172879" sldId="305"/>
        </pc:sldMkLst>
        <pc:spChg chg="mod">
          <ac:chgData name="Leônidas Müller de Oliveira" userId="5af9566427f0cd7a" providerId="LiveId" clId="{8562935F-B298-47A6-964D-F7E0BBDE29AD}" dt="2025-05-24T21:37:36.619" v="268" actId="20577"/>
          <ac:spMkLst>
            <pc:docMk/>
            <pc:sldMk cId="536172879" sldId="305"/>
            <ac:spMk id="7" creationId="{FD65234F-CE76-4586-9D67-44EDBAE0C0F0}"/>
          </ac:spMkLst>
        </pc:spChg>
      </pc:sldChg>
      <pc:sldChg chg="modSp add del mod ord">
        <pc:chgData name="Leônidas Müller de Oliveira" userId="5af9566427f0cd7a" providerId="LiveId" clId="{8562935F-B298-47A6-964D-F7E0BBDE29AD}" dt="2025-05-27T14:42:40.311" v="1249" actId="47"/>
        <pc:sldMkLst>
          <pc:docMk/>
          <pc:sldMk cId="782874864" sldId="305"/>
        </pc:sldMkLst>
        <pc:spChg chg="mod">
          <ac:chgData name="Leônidas Müller de Oliveira" userId="5af9566427f0cd7a" providerId="LiveId" clId="{8562935F-B298-47A6-964D-F7E0BBDE29AD}" dt="2025-05-24T21:42:43.388" v="330" actId="20577"/>
          <ac:spMkLst>
            <pc:docMk/>
            <pc:sldMk cId="782874864" sldId="305"/>
            <ac:spMk id="7" creationId="{FD65234F-CE76-4586-9D67-44EDBAE0C0F0}"/>
          </ac:spMkLst>
        </pc:spChg>
      </pc:sldChg>
      <pc:sldChg chg="addSp delSp modSp add mod">
        <pc:chgData name="Leônidas Müller de Oliveira" userId="5af9566427f0cd7a" providerId="LiveId" clId="{8562935F-B298-47A6-964D-F7E0BBDE29AD}" dt="2025-05-27T18:49:48.734" v="2129" actId="478"/>
        <pc:sldMkLst>
          <pc:docMk/>
          <pc:sldMk cId="3254404091" sldId="306"/>
        </pc:sldMkLst>
        <pc:spChg chg="mod">
          <ac:chgData name="Leônidas Müller de Oliveira" userId="5af9566427f0cd7a" providerId="LiveId" clId="{8562935F-B298-47A6-964D-F7E0BBDE29AD}" dt="2025-05-27T14:11:40.131" v="420" actId="6549"/>
          <ac:spMkLst>
            <pc:docMk/>
            <pc:sldMk cId="3254404091" sldId="306"/>
            <ac:spMk id="7" creationId="{FD65234F-CE76-4586-9D67-44EDBAE0C0F0}"/>
          </ac:spMkLst>
        </pc:spChg>
        <pc:spChg chg="mod">
          <ac:chgData name="Leônidas Müller de Oliveira" userId="5af9566427f0cd7a" providerId="LiveId" clId="{8562935F-B298-47A6-964D-F7E0BBDE29AD}" dt="2025-05-27T14:12:44.917" v="521" actId="20577"/>
          <ac:spMkLst>
            <pc:docMk/>
            <pc:sldMk cId="3254404091" sldId="306"/>
            <ac:spMk id="143" creationId="{00000000-0000-0000-0000-000000000000}"/>
          </ac:spMkLst>
        </pc:spChg>
        <pc:grpChg chg="del mod">
          <ac:chgData name="Leônidas Müller de Oliveira" userId="5af9566427f0cd7a" providerId="LiveId" clId="{8562935F-B298-47A6-964D-F7E0BBDE29AD}" dt="2025-05-27T18:07:15.899" v="1551"/>
          <ac:grpSpMkLst>
            <pc:docMk/>
            <pc:sldMk cId="3254404091" sldId="306"/>
            <ac:grpSpMk id="12" creationId="{B70FA4D0-CD02-410D-3E12-E3609B9C5067}"/>
          </ac:grpSpMkLst>
        </pc:grpChg>
        <pc:grpChg chg="del mod">
          <ac:chgData name="Leônidas Müller de Oliveira" userId="5af9566427f0cd7a" providerId="LiveId" clId="{8562935F-B298-47A6-964D-F7E0BBDE29AD}" dt="2025-05-27T18:07:22.197" v="1554"/>
          <ac:grpSpMkLst>
            <pc:docMk/>
            <pc:sldMk cId="3254404091" sldId="306"/>
            <ac:grpSpMk id="17" creationId="{EEBF0F3E-8A0E-1CD5-50A4-812F8B50EB81}"/>
          </ac:grpSpMkLst>
        </pc:grpChg>
        <pc:grpChg chg="del mod">
          <ac:chgData name="Leônidas Müller de Oliveira" userId="5af9566427f0cd7a" providerId="LiveId" clId="{8562935F-B298-47A6-964D-F7E0BBDE29AD}" dt="2025-05-27T18:07:24.853" v="1556"/>
          <ac:grpSpMkLst>
            <pc:docMk/>
            <pc:sldMk cId="3254404091" sldId="306"/>
            <ac:grpSpMk id="20" creationId="{40E2F144-0F33-3ED3-290F-0A793025672B}"/>
          </ac:grpSpMkLst>
        </pc:grpChg>
        <pc:grpChg chg="del mod">
          <ac:chgData name="Leônidas Müller de Oliveira" userId="5af9566427f0cd7a" providerId="LiveId" clId="{8562935F-B298-47A6-964D-F7E0BBDE29AD}" dt="2025-05-27T18:49:48.734" v="2129" actId="478"/>
          <ac:grpSpMkLst>
            <pc:docMk/>
            <pc:sldMk cId="3254404091" sldId="306"/>
            <ac:grpSpMk id="22" creationId="{29CC9671-8A89-024C-C9DC-9F1D5B0AEDBB}"/>
          </ac:grpSpMkLst>
        </pc:grpChg>
        <pc:picChg chg="del">
          <ac:chgData name="Leônidas Müller de Oliveira" userId="5af9566427f0cd7a" providerId="LiveId" clId="{8562935F-B298-47A6-964D-F7E0BBDE29AD}" dt="2025-05-27T14:11:55.010" v="421" actId="478"/>
          <ac:picMkLst>
            <pc:docMk/>
            <pc:sldMk cId="3254404091" sldId="306"/>
            <ac:picMk id="3" creationId="{7E0D4A99-5572-AD4F-E054-0FA07944761A}"/>
          </ac:picMkLst>
        </pc:picChg>
        <pc:inkChg chg="add del">
          <ac:chgData name="Leônidas Müller de Oliveira" userId="5af9566427f0cd7a" providerId="LiveId" clId="{8562935F-B298-47A6-964D-F7E0BBDE29AD}" dt="2025-05-27T18:49:48.734" v="2129" actId="478"/>
          <ac:inkMkLst>
            <pc:docMk/>
            <pc:sldMk cId="3254404091" sldId="306"/>
            <ac:inkMk id="2" creationId="{FA4EE2E3-779B-6D2D-3205-0B08B7C4DEB8}"/>
          </ac:inkMkLst>
        </pc:inkChg>
        <pc:inkChg chg="add del mod">
          <ac:chgData name="Leônidas Müller de Oliveira" userId="5af9566427f0cd7a" providerId="LiveId" clId="{8562935F-B298-47A6-964D-F7E0BBDE29AD}" dt="2025-05-27T18:49:48.734" v="2129" actId="478"/>
          <ac:inkMkLst>
            <pc:docMk/>
            <pc:sldMk cId="3254404091" sldId="306"/>
            <ac:inkMk id="4" creationId="{8FECAEC4-FA2E-4A54-711F-BECAB7CAB4A2}"/>
          </ac:inkMkLst>
        </pc:inkChg>
        <pc:inkChg chg="add del mod topLvl">
          <ac:chgData name="Leônidas Müller de Oliveira" userId="5af9566427f0cd7a" providerId="LiveId" clId="{8562935F-B298-47A6-964D-F7E0BBDE29AD}" dt="2025-05-27T18:49:48.734" v="2129" actId="478"/>
          <ac:inkMkLst>
            <pc:docMk/>
            <pc:sldMk cId="3254404091" sldId="306"/>
            <ac:inkMk id="5" creationId="{952E3926-43B4-A223-A22C-508BA047F116}"/>
          </ac:inkMkLst>
        </pc:inkChg>
        <pc:inkChg chg="add del mod">
          <ac:chgData name="Leônidas Müller de Oliveira" userId="5af9566427f0cd7a" providerId="LiveId" clId="{8562935F-B298-47A6-964D-F7E0BBDE29AD}" dt="2025-05-27T18:49:48.734" v="2129" actId="478"/>
          <ac:inkMkLst>
            <pc:docMk/>
            <pc:sldMk cId="3254404091" sldId="306"/>
            <ac:inkMk id="6" creationId="{29D27381-DFDC-0322-1AEC-D6517E57C17A}"/>
          </ac:inkMkLst>
        </pc:inkChg>
        <pc:inkChg chg="add del mod">
          <ac:chgData name="Leônidas Müller de Oliveira" userId="5af9566427f0cd7a" providerId="LiveId" clId="{8562935F-B298-47A6-964D-F7E0BBDE29AD}" dt="2025-05-27T18:49:48.734" v="2129" actId="478"/>
          <ac:inkMkLst>
            <pc:docMk/>
            <pc:sldMk cId="3254404091" sldId="306"/>
            <ac:inkMk id="8" creationId="{C66B27C4-9AA1-FF42-2F6E-81FE26975777}"/>
          </ac:inkMkLst>
        </pc:inkChg>
        <pc:inkChg chg="add del mod">
          <ac:chgData name="Leônidas Müller de Oliveira" userId="5af9566427f0cd7a" providerId="LiveId" clId="{8562935F-B298-47A6-964D-F7E0BBDE29AD}" dt="2025-05-27T18:49:48.734" v="2129" actId="478"/>
          <ac:inkMkLst>
            <pc:docMk/>
            <pc:sldMk cId="3254404091" sldId="306"/>
            <ac:inkMk id="9" creationId="{60BA43EA-E17D-931E-E244-8F69700234B6}"/>
          </ac:inkMkLst>
        </pc:inkChg>
        <pc:inkChg chg="add del mod">
          <ac:chgData name="Leônidas Müller de Oliveira" userId="5af9566427f0cd7a" providerId="LiveId" clId="{8562935F-B298-47A6-964D-F7E0BBDE29AD}" dt="2025-05-27T18:49:48.734" v="2129" actId="478"/>
          <ac:inkMkLst>
            <pc:docMk/>
            <pc:sldMk cId="3254404091" sldId="306"/>
            <ac:inkMk id="10" creationId="{61C0DAB0-38B2-ABD5-9FCF-1C94D4F51A39}"/>
          </ac:inkMkLst>
        </pc:inkChg>
        <pc:inkChg chg="add del mod">
          <ac:chgData name="Leônidas Müller de Oliveira" userId="5af9566427f0cd7a" providerId="LiveId" clId="{8562935F-B298-47A6-964D-F7E0BBDE29AD}" dt="2025-05-27T18:49:48.734" v="2129" actId="478"/>
          <ac:inkMkLst>
            <pc:docMk/>
            <pc:sldMk cId="3254404091" sldId="306"/>
            <ac:inkMk id="11" creationId="{FBEE7BE0-3364-106D-EF80-C660C9DCF48A}"/>
          </ac:inkMkLst>
        </pc:inkChg>
        <pc:inkChg chg="add del mod">
          <ac:chgData name="Leônidas Müller de Oliveira" userId="5af9566427f0cd7a" providerId="LiveId" clId="{8562935F-B298-47A6-964D-F7E0BBDE29AD}" dt="2025-05-27T18:49:48.734" v="2129" actId="478"/>
          <ac:inkMkLst>
            <pc:docMk/>
            <pc:sldMk cId="3254404091" sldId="306"/>
            <ac:inkMk id="13" creationId="{B3DD942E-D6ED-A3D1-C441-82EF1AD969D5}"/>
          </ac:inkMkLst>
        </pc:inkChg>
        <pc:inkChg chg="add del mod">
          <ac:chgData name="Leônidas Müller de Oliveira" userId="5af9566427f0cd7a" providerId="LiveId" clId="{8562935F-B298-47A6-964D-F7E0BBDE29AD}" dt="2025-05-27T18:49:48.734" v="2129" actId="478"/>
          <ac:inkMkLst>
            <pc:docMk/>
            <pc:sldMk cId="3254404091" sldId="306"/>
            <ac:inkMk id="14" creationId="{2F18713A-E6DF-3BB3-AD78-66CA837AE1BC}"/>
          </ac:inkMkLst>
        </pc:inkChg>
        <pc:inkChg chg="add del mod">
          <ac:chgData name="Leônidas Müller de Oliveira" userId="5af9566427f0cd7a" providerId="LiveId" clId="{8562935F-B298-47A6-964D-F7E0BBDE29AD}" dt="2025-05-27T18:49:48.734" v="2129" actId="478"/>
          <ac:inkMkLst>
            <pc:docMk/>
            <pc:sldMk cId="3254404091" sldId="306"/>
            <ac:inkMk id="15" creationId="{A505457D-C7C0-C6F9-B899-CC83DC9448FB}"/>
          </ac:inkMkLst>
        </pc:inkChg>
        <pc:inkChg chg="add del mod topLvl">
          <ac:chgData name="Leônidas Müller de Oliveira" userId="5af9566427f0cd7a" providerId="LiveId" clId="{8562935F-B298-47A6-964D-F7E0BBDE29AD}" dt="2025-05-27T18:49:48.734" v="2129" actId="478"/>
          <ac:inkMkLst>
            <pc:docMk/>
            <pc:sldMk cId="3254404091" sldId="306"/>
            <ac:inkMk id="16" creationId="{AAEC17AE-7E8D-496A-5371-F456FAD75108}"/>
          </ac:inkMkLst>
        </pc:inkChg>
        <pc:inkChg chg="add del mod">
          <ac:chgData name="Leônidas Müller de Oliveira" userId="5af9566427f0cd7a" providerId="LiveId" clId="{8562935F-B298-47A6-964D-F7E0BBDE29AD}" dt="2025-05-27T18:49:48.734" v="2129" actId="478"/>
          <ac:inkMkLst>
            <pc:docMk/>
            <pc:sldMk cId="3254404091" sldId="306"/>
            <ac:inkMk id="18" creationId="{3CEAC2B8-0163-188E-E95C-A6C4D6FDD3DE}"/>
          </ac:inkMkLst>
        </pc:inkChg>
        <pc:inkChg chg="add del mod">
          <ac:chgData name="Leônidas Müller de Oliveira" userId="5af9566427f0cd7a" providerId="LiveId" clId="{8562935F-B298-47A6-964D-F7E0BBDE29AD}" dt="2025-05-27T18:49:48.734" v="2129" actId="478"/>
          <ac:inkMkLst>
            <pc:docMk/>
            <pc:sldMk cId="3254404091" sldId="306"/>
            <ac:inkMk id="19" creationId="{09E0B40E-C87E-4858-B8DD-F28AD403DB11}"/>
          </ac:inkMkLst>
        </pc:inkChg>
        <pc:inkChg chg="add del mod">
          <ac:chgData name="Leônidas Müller de Oliveira" userId="5af9566427f0cd7a" providerId="LiveId" clId="{8562935F-B298-47A6-964D-F7E0BBDE29AD}" dt="2025-05-27T18:49:48.734" v="2129" actId="478"/>
          <ac:inkMkLst>
            <pc:docMk/>
            <pc:sldMk cId="3254404091" sldId="306"/>
            <ac:inkMk id="21" creationId="{7C4DF580-13F3-6752-E855-6B22FA8C5AE6}"/>
          </ac:inkMkLst>
        </pc:inkChg>
      </pc:sldChg>
      <pc:sldChg chg="addSp delSp modSp add mod">
        <pc:chgData name="Leônidas Müller de Oliveira" userId="5af9566427f0cd7a" providerId="LiveId" clId="{8562935F-B298-47A6-964D-F7E0BBDE29AD}" dt="2025-05-27T18:49:52.125" v="2130" actId="478"/>
        <pc:sldMkLst>
          <pc:docMk/>
          <pc:sldMk cId="25686750" sldId="307"/>
        </pc:sldMkLst>
        <pc:spChg chg="mod">
          <ac:chgData name="Leônidas Müller de Oliveira" userId="5af9566427f0cd7a" providerId="LiveId" clId="{8562935F-B298-47A6-964D-F7E0BBDE29AD}" dt="2025-05-27T14:15:23.213" v="541" actId="6549"/>
          <ac:spMkLst>
            <pc:docMk/>
            <pc:sldMk cId="25686750" sldId="307"/>
            <ac:spMk id="7" creationId="{FD65234F-CE76-4586-9D67-44EDBAE0C0F0}"/>
          </ac:spMkLst>
        </pc:spChg>
        <pc:spChg chg="mod">
          <ac:chgData name="Leônidas Müller de Oliveira" userId="5af9566427f0cd7a" providerId="LiveId" clId="{8562935F-B298-47A6-964D-F7E0BBDE29AD}" dt="2025-05-27T14:23:24.871" v="687" actId="20577"/>
          <ac:spMkLst>
            <pc:docMk/>
            <pc:sldMk cId="25686750" sldId="307"/>
            <ac:spMk id="143" creationId="{00000000-0000-0000-0000-000000000000}"/>
          </ac:spMkLst>
        </pc:spChg>
        <pc:grpChg chg="del mod">
          <ac:chgData name="Leônidas Müller de Oliveira" userId="5af9566427f0cd7a" providerId="LiveId" clId="{8562935F-B298-47A6-964D-F7E0BBDE29AD}" dt="2025-05-27T18:07:38.905" v="1561"/>
          <ac:grpSpMkLst>
            <pc:docMk/>
            <pc:sldMk cId="25686750" sldId="307"/>
            <ac:grpSpMk id="4" creationId="{78A42D3B-8BBD-8D85-4A30-7435058B480F}"/>
          </ac:grpSpMkLst>
        </pc:grpChg>
        <pc:grpChg chg="del mod">
          <ac:chgData name="Leônidas Müller de Oliveira" userId="5af9566427f0cd7a" providerId="LiveId" clId="{8562935F-B298-47A6-964D-F7E0BBDE29AD}" dt="2025-05-27T18:07:47.941" v="1565"/>
          <ac:grpSpMkLst>
            <pc:docMk/>
            <pc:sldMk cId="25686750" sldId="307"/>
            <ac:grpSpMk id="6" creationId="{A5A8495D-42A7-8A2B-20F1-AAA4B4400505}"/>
          </ac:grpSpMkLst>
        </pc:grpChg>
        <pc:grpChg chg="del mod">
          <ac:chgData name="Leônidas Müller de Oliveira" userId="5af9566427f0cd7a" providerId="LiveId" clId="{8562935F-B298-47A6-964D-F7E0BBDE29AD}" dt="2025-05-27T18:08:02.032" v="1572"/>
          <ac:grpSpMkLst>
            <pc:docMk/>
            <pc:sldMk cId="25686750" sldId="307"/>
            <ac:grpSpMk id="11" creationId="{37EB12E2-CF13-4C1C-E1AE-D5FFFBA3F467}"/>
          </ac:grpSpMkLst>
        </pc:grpChg>
        <pc:grpChg chg="del mod">
          <ac:chgData name="Leônidas Müller de Oliveira" userId="5af9566427f0cd7a" providerId="LiveId" clId="{8562935F-B298-47A6-964D-F7E0BBDE29AD}" dt="2025-05-27T18:49:52.125" v="2130" actId="478"/>
          <ac:grpSpMkLst>
            <pc:docMk/>
            <pc:sldMk cId="25686750" sldId="307"/>
            <ac:grpSpMk id="15" creationId="{F1E514D6-A855-F9D4-51E4-554389E5CD48}"/>
          </ac:grpSpMkLst>
        </pc:grpChg>
        <pc:grpChg chg="del mod">
          <ac:chgData name="Leônidas Müller de Oliveira" userId="5af9566427f0cd7a" providerId="LiveId" clId="{8562935F-B298-47A6-964D-F7E0BBDE29AD}" dt="2025-05-27T18:49:52.125" v="2130" actId="478"/>
          <ac:grpSpMkLst>
            <pc:docMk/>
            <pc:sldMk cId="25686750" sldId="307"/>
            <ac:grpSpMk id="18" creationId="{6EB1AA9C-3751-D4CF-087A-7AE2423DB30E}"/>
          </ac:grpSpMkLst>
        </pc:grpChg>
        <pc:inkChg chg="add del mod topLvl">
          <ac:chgData name="Leônidas Müller de Oliveira" userId="5af9566427f0cd7a" providerId="LiveId" clId="{8562935F-B298-47A6-964D-F7E0BBDE29AD}" dt="2025-05-27T18:49:52.125" v="2130" actId="478"/>
          <ac:inkMkLst>
            <pc:docMk/>
            <pc:sldMk cId="25686750" sldId="307"/>
            <ac:inkMk id="2" creationId="{EA45CE5B-A94C-44F6-FA00-8B7E45B05CFE}"/>
          </ac:inkMkLst>
        </pc:inkChg>
        <pc:inkChg chg="add del mod">
          <ac:chgData name="Leônidas Müller de Oliveira" userId="5af9566427f0cd7a" providerId="LiveId" clId="{8562935F-B298-47A6-964D-F7E0BBDE29AD}" dt="2025-05-27T18:49:52.125" v="2130" actId="478"/>
          <ac:inkMkLst>
            <pc:docMk/>
            <pc:sldMk cId="25686750" sldId="307"/>
            <ac:inkMk id="3" creationId="{6639B935-657A-4D1F-460E-03DA6A0E35A3}"/>
          </ac:inkMkLst>
        </pc:inkChg>
        <pc:inkChg chg="add del mod">
          <ac:chgData name="Leônidas Müller de Oliveira" userId="5af9566427f0cd7a" providerId="LiveId" clId="{8562935F-B298-47A6-964D-F7E0BBDE29AD}" dt="2025-05-27T18:49:52.125" v="2130" actId="478"/>
          <ac:inkMkLst>
            <pc:docMk/>
            <pc:sldMk cId="25686750" sldId="307"/>
            <ac:inkMk id="5" creationId="{D093CB68-E4FB-9121-C073-F3EC7F24DDE6}"/>
          </ac:inkMkLst>
        </pc:inkChg>
        <pc:inkChg chg="add del mod">
          <ac:chgData name="Leônidas Müller de Oliveira" userId="5af9566427f0cd7a" providerId="LiveId" clId="{8562935F-B298-47A6-964D-F7E0BBDE29AD}" dt="2025-05-27T18:49:52.125" v="2130" actId="478"/>
          <ac:inkMkLst>
            <pc:docMk/>
            <pc:sldMk cId="25686750" sldId="307"/>
            <ac:inkMk id="8" creationId="{0582E20A-D687-4AA2-4B05-FD38458DAC22}"/>
          </ac:inkMkLst>
        </pc:inkChg>
        <pc:inkChg chg="add del mod topLvl">
          <ac:chgData name="Leônidas Müller de Oliveira" userId="5af9566427f0cd7a" providerId="LiveId" clId="{8562935F-B298-47A6-964D-F7E0BBDE29AD}" dt="2025-05-27T18:49:52.125" v="2130" actId="478"/>
          <ac:inkMkLst>
            <pc:docMk/>
            <pc:sldMk cId="25686750" sldId="307"/>
            <ac:inkMk id="9" creationId="{45080234-D596-7AA6-DF89-EF5CD72FC08B}"/>
          </ac:inkMkLst>
        </pc:inkChg>
        <pc:inkChg chg="add del mod">
          <ac:chgData name="Leônidas Müller de Oliveira" userId="5af9566427f0cd7a" providerId="LiveId" clId="{8562935F-B298-47A6-964D-F7E0BBDE29AD}" dt="2025-05-27T18:49:52.125" v="2130" actId="478"/>
          <ac:inkMkLst>
            <pc:docMk/>
            <pc:sldMk cId="25686750" sldId="307"/>
            <ac:inkMk id="10" creationId="{162DC019-E2E0-9363-A49B-90D7EE8DC09B}"/>
          </ac:inkMkLst>
        </pc:inkChg>
        <pc:inkChg chg="add del mod">
          <ac:chgData name="Leônidas Müller de Oliveira" userId="5af9566427f0cd7a" providerId="LiveId" clId="{8562935F-B298-47A6-964D-F7E0BBDE29AD}" dt="2025-05-27T18:49:52.125" v="2130" actId="478"/>
          <ac:inkMkLst>
            <pc:docMk/>
            <pc:sldMk cId="25686750" sldId="307"/>
            <ac:inkMk id="12" creationId="{76523E97-D0D0-0D88-AFB5-89C2483AE915}"/>
          </ac:inkMkLst>
        </pc:inkChg>
        <pc:inkChg chg="add del mod topLvl">
          <ac:chgData name="Leônidas Müller de Oliveira" userId="5af9566427f0cd7a" providerId="LiveId" clId="{8562935F-B298-47A6-964D-F7E0BBDE29AD}" dt="2025-05-27T18:49:52.125" v="2130" actId="478"/>
          <ac:inkMkLst>
            <pc:docMk/>
            <pc:sldMk cId="25686750" sldId="307"/>
            <ac:inkMk id="13" creationId="{AA6DD8B8-617B-3201-50A5-CD4FE7A734E9}"/>
          </ac:inkMkLst>
        </pc:inkChg>
        <pc:inkChg chg="add del mod topLvl">
          <ac:chgData name="Leônidas Müller de Oliveira" userId="5af9566427f0cd7a" providerId="LiveId" clId="{8562935F-B298-47A6-964D-F7E0BBDE29AD}" dt="2025-05-27T18:49:52.125" v="2130" actId="478"/>
          <ac:inkMkLst>
            <pc:docMk/>
            <pc:sldMk cId="25686750" sldId="307"/>
            <ac:inkMk id="14" creationId="{63D525C8-0741-5C6B-FEC0-9036740F0469}"/>
          </ac:inkMkLst>
        </pc:inkChg>
        <pc:inkChg chg="add del mod">
          <ac:chgData name="Leônidas Müller de Oliveira" userId="5af9566427f0cd7a" providerId="LiveId" clId="{8562935F-B298-47A6-964D-F7E0BBDE29AD}" dt="2025-05-27T18:49:52.125" v="2130" actId="478"/>
          <ac:inkMkLst>
            <pc:docMk/>
            <pc:sldMk cId="25686750" sldId="307"/>
            <ac:inkMk id="16" creationId="{CFCDA2D6-874D-8E60-3763-09D854B5B486}"/>
          </ac:inkMkLst>
        </pc:inkChg>
        <pc:inkChg chg="add del mod">
          <ac:chgData name="Leônidas Müller de Oliveira" userId="5af9566427f0cd7a" providerId="LiveId" clId="{8562935F-B298-47A6-964D-F7E0BBDE29AD}" dt="2025-05-27T18:49:52.125" v="2130" actId="478"/>
          <ac:inkMkLst>
            <pc:docMk/>
            <pc:sldMk cId="25686750" sldId="307"/>
            <ac:inkMk id="17" creationId="{3706AFC1-3115-72A4-59A7-EB2306E55CE4}"/>
          </ac:inkMkLst>
        </pc:inkChg>
      </pc:sldChg>
      <pc:sldChg chg="addSp delSp modSp add mod ord">
        <pc:chgData name="Leônidas Müller de Oliveira" userId="5af9566427f0cd7a" providerId="LiveId" clId="{8562935F-B298-47A6-964D-F7E0BBDE29AD}" dt="2025-05-27T18:49:56.954" v="2132" actId="478"/>
        <pc:sldMkLst>
          <pc:docMk/>
          <pc:sldMk cId="571473604" sldId="308"/>
        </pc:sldMkLst>
        <pc:spChg chg="del">
          <ac:chgData name="Leônidas Müller de Oliveira" userId="5af9566427f0cd7a" providerId="LiveId" clId="{8562935F-B298-47A6-964D-F7E0BBDE29AD}" dt="2025-05-27T14:19:43.082" v="675" actId="478"/>
          <ac:spMkLst>
            <pc:docMk/>
            <pc:sldMk cId="571473604" sldId="308"/>
            <ac:spMk id="2" creationId="{513814B8-131B-FA6D-CCB2-CB512EE7D143}"/>
          </ac:spMkLst>
        </pc:spChg>
        <pc:spChg chg="del">
          <ac:chgData name="Leônidas Müller de Oliveira" userId="5af9566427f0cd7a" providerId="LiveId" clId="{8562935F-B298-47A6-964D-F7E0BBDE29AD}" dt="2025-05-27T14:19:44.262" v="676" actId="478"/>
          <ac:spMkLst>
            <pc:docMk/>
            <pc:sldMk cId="571473604" sldId="308"/>
            <ac:spMk id="4" creationId="{19CAF257-5B93-0D3E-7081-CB3E4F3E7CC4}"/>
          </ac:spMkLst>
        </pc:spChg>
        <pc:spChg chg="del">
          <ac:chgData name="Leônidas Müller de Oliveira" userId="5af9566427f0cd7a" providerId="LiveId" clId="{8562935F-B298-47A6-964D-F7E0BBDE29AD}" dt="2025-05-27T14:19:46.757" v="677" actId="478"/>
          <ac:spMkLst>
            <pc:docMk/>
            <pc:sldMk cId="571473604" sldId="308"/>
            <ac:spMk id="5" creationId="{E203EE44-098B-20C4-F962-DD9E44F3A6F2}"/>
          </ac:spMkLst>
        </pc:spChg>
        <pc:spChg chg="mod">
          <ac:chgData name="Leônidas Müller de Oliveira" userId="5af9566427f0cd7a" providerId="LiveId" clId="{8562935F-B298-47A6-964D-F7E0BBDE29AD}" dt="2025-05-27T14:27:16.416" v="915" actId="12"/>
          <ac:spMkLst>
            <pc:docMk/>
            <pc:sldMk cId="571473604" sldId="308"/>
            <ac:spMk id="143" creationId="{00000000-0000-0000-0000-000000000000}"/>
          </ac:spMkLst>
        </pc:spChg>
        <pc:grpChg chg="del mod">
          <ac:chgData name="Leônidas Müller de Oliveira" userId="5af9566427f0cd7a" providerId="LiveId" clId="{8562935F-B298-47A6-964D-F7E0BBDE29AD}" dt="2025-05-27T18:09:18.676" v="1587"/>
          <ac:grpSpMkLst>
            <pc:docMk/>
            <pc:sldMk cId="571473604" sldId="308"/>
            <ac:grpSpMk id="9" creationId="{BBBED623-1043-D209-E40B-08E22F4AA0E0}"/>
          </ac:grpSpMkLst>
        </pc:grpChg>
        <pc:grpChg chg="del mod">
          <ac:chgData name="Leônidas Müller de Oliveira" userId="5af9566427f0cd7a" providerId="LiveId" clId="{8562935F-B298-47A6-964D-F7E0BBDE29AD}" dt="2025-05-27T18:09:18.676" v="1587"/>
          <ac:grpSpMkLst>
            <pc:docMk/>
            <pc:sldMk cId="571473604" sldId="308"/>
            <ac:grpSpMk id="11" creationId="{B706F673-AF2E-DE60-BA99-CB205237A690}"/>
          </ac:grpSpMkLst>
        </pc:grpChg>
        <pc:grpChg chg="del mod">
          <ac:chgData name="Leônidas Müller de Oliveira" userId="5af9566427f0cd7a" providerId="LiveId" clId="{8562935F-B298-47A6-964D-F7E0BBDE29AD}" dt="2025-05-27T18:08:55.998" v="1583"/>
          <ac:grpSpMkLst>
            <pc:docMk/>
            <pc:sldMk cId="571473604" sldId="308"/>
            <ac:grpSpMk id="14" creationId="{BA57A17A-5E5A-40CF-A1B9-1FD03EDC313B}"/>
          </ac:grpSpMkLst>
        </pc:grpChg>
        <pc:grpChg chg="del mod">
          <ac:chgData name="Leônidas Müller de Oliveira" userId="5af9566427f0cd7a" providerId="LiveId" clId="{8562935F-B298-47A6-964D-F7E0BBDE29AD}" dt="2025-05-27T18:09:03.185" v="1585"/>
          <ac:grpSpMkLst>
            <pc:docMk/>
            <pc:sldMk cId="571473604" sldId="308"/>
            <ac:grpSpMk id="16" creationId="{26BC3838-F5BD-53DF-59E7-FB6517D92C12}"/>
          </ac:grpSpMkLst>
        </pc:grpChg>
        <pc:grpChg chg="del mod">
          <ac:chgData name="Leônidas Müller de Oliveira" userId="5af9566427f0cd7a" providerId="LiveId" clId="{8562935F-B298-47A6-964D-F7E0BBDE29AD}" dt="2025-05-27T18:09:18.676" v="1587"/>
          <ac:grpSpMkLst>
            <pc:docMk/>
            <pc:sldMk cId="571473604" sldId="308"/>
            <ac:grpSpMk id="18" creationId="{15C52D96-9FF7-B06C-F270-9D090A474AE9}"/>
          </ac:grpSpMkLst>
        </pc:grpChg>
        <pc:grpChg chg="del mod">
          <ac:chgData name="Leônidas Müller de Oliveira" userId="5af9566427f0cd7a" providerId="LiveId" clId="{8562935F-B298-47A6-964D-F7E0BBDE29AD}" dt="2025-05-27T18:09:35.358" v="1590"/>
          <ac:grpSpMkLst>
            <pc:docMk/>
            <pc:sldMk cId="571473604" sldId="308"/>
            <ac:grpSpMk id="20" creationId="{7DD7943D-1CFC-D4B7-BFB1-38CB96356D48}"/>
          </ac:grpSpMkLst>
        </pc:grpChg>
        <pc:grpChg chg="del mod">
          <ac:chgData name="Leônidas Müller de Oliveira" userId="5af9566427f0cd7a" providerId="LiveId" clId="{8562935F-B298-47A6-964D-F7E0BBDE29AD}" dt="2025-05-27T18:09:41.559" v="1597"/>
          <ac:grpSpMkLst>
            <pc:docMk/>
            <pc:sldMk cId="571473604" sldId="308"/>
            <ac:grpSpMk id="23" creationId="{90A8986A-5CC8-A9A8-6C6B-652A8CA01068}"/>
          </ac:grpSpMkLst>
        </pc:grpChg>
        <pc:grpChg chg="del mod">
          <ac:chgData name="Leônidas Müller de Oliveira" userId="5af9566427f0cd7a" providerId="LiveId" clId="{8562935F-B298-47A6-964D-F7E0BBDE29AD}" dt="2025-05-27T18:09:44.531" v="1600"/>
          <ac:grpSpMkLst>
            <pc:docMk/>
            <pc:sldMk cId="571473604" sldId="308"/>
            <ac:grpSpMk id="30" creationId="{ED254497-A108-3CAF-6FE8-7B511612AB4B}"/>
          </ac:grpSpMkLst>
        </pc:grpChg>
        <pc:grpChg chg="del mod">
          <ac:chgData name="Leônidas Müller de Oliveira" userId="5af9566427f0cd7a" providerId="LiveId" clId="{8562935F-B298-47A6-964D-F7E0BBDE29AD}" dt="2025-05-27T18:09:50.621" v="1602"/>
          <ac:grpSpMkLst>
            <pc:docMk/>
            <pc:sldMk cId="571473604" sldId="308"/>
            <ac:grpSpMk id="33" creationId="{0CEC2EED-68DD-DCEA-81A3-B062939112BF}"/>
          </ac:grpSpMkLst>
        </pc:grpChg>
        <pc:grpChg chg="del mod">
          <ac:chgData name="Leônidas Müller de Oliveira" userId="5af9566427f0cd7a" providerId="LiveId" clId="{8562935F-B298-47A6-964D-F7E0BBDE29AD}" dt="2025-05-27T18:49:55.645" v="2131" actId="478"/>
          <ac:grpSpMkLst>
            <pc:docMk/>
            <pc:sldMk cId="571473604" sldId="308"/>
            <ac:grpSpMk id="35" creationId="{E87FF34F-9A56-C90A-E874-250F05C73D7C}"/>
          </ac:grpSpMkLst>
        </pc:grpChg>
        <pc:grpChg chg="del mod">
          <ac:chgData name="Leônidas Müller de Oliveira" userId="5af9566427f0cd7a" providerId="LiveId" clId="{8562935F-B298-47A6-964D-F7E0BBDE29AD}" dt="2025-05-27T18:49:55.645" v="2131" actId="478"/>
          <ac:grpSpMkLst>
            <pc:docMk/>
            <pc:sldMk cId="571473604" sldId="308"/>
            <ac:grpSpMk id="38" creationId="{C4B54E0A-1F6E-1956-5C87-406301C8AF38}"/>
          </ac:grpSpMkLst>
        </pc:grpChg>
        <pc:grpChg chg="del mod">
          <ac:chgData name="Leônidas Müller de Oliveira" userId="5af9566427f0cd7a" providerId="LiveId" clId="{8562935F-B298-47A6-964D-F7E0BBDE29AD}" dt="2025-05-27T18:49:55.645" v="2131" actId="478"/>
          <ac:grpSpMkLst>
            <pc:docMk/>
            <pc:sldMk cId="571473604" sldId="308"/>
            <ac:grpSpMk id="42" creationId="{848F5ACF-5BEC-2DF8-4B00-B1F7DEB5DD4B}"/>
          </ac:grpSpMkLst>
        </pc:grpChg>
        <pc:grpChg chg="del mod">
          <ac:chgData name="Leônidas Müller de Oliveira" userId="5af9566427f0cd7a" providerId="LiveId" clId="{8562935F-B298-47A6-964D-F7E0BBDE29AD}" dt="2025-05-27T18:49:55.645" v="2131" actId="478"/>
          <ac:grpSpMkLst>
            <pc:docMk/>
            <pc:sldMk cId="571473604" sldId="308"/>
            <ac:grpSpMk id="45" creationId="{FED7D879-D5C8-E0E6-8A7C-D9294121FD63}"/>
          </ac:grpSpMkLst>
        </pc:grpChg>
        <pc:inkChg chg="add del mod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3" creationId="{2DE8BE84-8C6B-8160-A3BD-F160DDABF1D3}"/>
          </ac:inkMkLst>
        </pc:inkChg>
        <pc:inkChg chg="add del mod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6" creationId="{734D9E0B-53F5-B8DD-4F56-5C14FE6366D3}"/>
          </ac:inkMkLst>
        </pc:inkChg>
        <pc:inkChg chg="add del mod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8" creationId="{66B2DCF1-8C11-6883-FA4E-8009F684EC11}"/>
          </ac:inkMkLst>
        </pc:inkChg>
        <pc:inkChg chg="add del mod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10" creationId="{ADD0B4DC-6465-9252-57B2-EFE594C44C08}"/>
          </ac:inkMkLst>
        </pc:inkChg>
        <pc:inkChg chg="add del mod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12" creationId="{0B5A2D4A-BCB9-1916-BA6F-4571E6E2FF67}"/>
          </ac:inkMkLst>
        </pc:inkChg>
        <pc:inkChg chg="add del mod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13" creationId="{8D932267-D5EA-3748-BB41-5E3E842BA94C}"/>
          </ac:inkMkLst>
        </pc:inkChg>
        <pc:inkChg chg="add del mod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15" creationId="{177C194E-3B4E-1419-9159-34EB8F78F248}"/>
          </ac:inkMkLst>
        </pc:inkChg>
        <pc:inkChg chg="add del mod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17" creationId="{7A0F2474-4096-12AE-1396-36B0AB4E00F8}"/>
          </ac:inkMkLst>
        </pc:inkChg>
        <pc:inkChg chg="add del mod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19" creationId="{830462E0-CD02-89F4-DB64-27A716A13A49}"/>
          </ac:inkMkLst>
        </pc:inkChg>
        <pc:inkChg chg="add del mod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21" creationId="{FF5D7552-D109-2DF4-11AE-094A1221600F}"/>
          </ac:inkMkLst>
        </pc:inkChg>
        <pc:inkChg chg="add del mod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22" creationId="{A4D94D6B-493E-C047-F6C1-D42F6179B29E}"/>
          </ac:inkMkLst>
        </pc:inkChg>
        <pc:inkChg chg="add del mod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24" creationId="{3C466583-B7F4-C77B-D42E-0E7BC0A1CB40}"/>
          </ac:inkMkLst>
        </pc:inkChg>
        <pc:inkChg chg="add del mod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25" creationId="{73E4A157-70FE-01F8-2AAC-8AD33407D929}"/>
          </ac:inkMkLst>
        </pc:inkChg>
        <pc:inkChg chg="add del mod topLvl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26" creationId="{5EBC3054-B8B7-A998-0591-CC97DCA7B8A5}"/>
          </ac:inkMkLst>
        </pc:inkChg>
        <pc:inkChg chg="add del mod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27" creationId="{98C40C41-CA10-87EE-DA8A-27725BBE368A}"/>
          </ac:inkMkLst>
        </pc:inkChg>
        <pc:inkChg chg="add del mod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28" creationId="{20A43C99-495D-224C-803C-56F145B93465}"/>
          </ac:inkMkLst>
        </pc:inkChg>
        <pc:inkChg chg="add del mod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29" creationId="{EA4D7BE2-4144-C249-6C4B-63FDFD4AB251}"/>
          </ac:inkMkLst>
        </pc:inkChg>
        <pc:inkChg chg="add del mod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31" creationId="{E25899D1-3743-D516-110D-5BD85236A70E}"/>
          </ac:inkMkLst>
        </pc:inkChg>
        <pc:inkChg chg="add del mod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32" creationId="{916FB2EC-8921-FE9B-0F40-AD491FFC398A}"/>
          </ac:inkMkLst>
        </pc:inkChg>
        <pc:inkChg chg="add del mod topLvl">
          <ac:chgData name="Leônidas Müller de Oliveira" userId="5af9566427f0cd7a" providerId="LiveId" clId="{8562935F-B298-47A6-964D-F7E0BBDE29AD}" dt="2025-05-27T18:49:56.954" v="2132" actId="478"/>
          <ac:inkMkLst>
            <pc:docMk/>
            <pc:sldMk cId="571473604" sldId="308"/>
            <ac:inkMk id="34" creationId="{C38D8F86-0E89-67E8-2BBF-0FFDE9E2F7E1}"/>
          </ac:inkMkLst>
        </pc:inkChg>
        <pc:inkChg chg="add del mod topLvl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36" creationId="{42E87CA7-0304-91E5-5ECA-BD9943E24273}"/>
          </ac:inkMkLst>
        </pc:inkChg>
        <pc:inkChg chg="add del mod topLvl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37" creationId="{24292706-D58D-6FAF-8CFD-DE06694AA442}"/>
          </ac:inkMkLst>
        </pc:inkChg>
        <pc:inkChg chg="add del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39" creationId="{9057D904-126F-C547-7F44-0C187CA843FA}"/>
          </ac:inkMkLst>
        </pc:inkChg>
        <pc:inkChg chg="add del mod topLvl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40" creationId="{67FAF9AA-19F3-389D-A6A0-BC5DD4D59AB8}"/>
          </ac:inkMkLst>
        </pc:inkChg>
        <pc:inkChg chg="add del mod topLvl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41" creationId="{82125A4C-CFB0-167D-D054-C18BF1A10A1C}"/>
          </ac:inkMkLst>
        </pc:inkChg>
        <pc:inkChg chg="add del mod topLvl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43" creationId="{59F32F96-DF77-E54B-9D4B-4A2FEEE9A9A2}"/>
          </ac:inkMkLst>
        </pc:inkChg>
        <pc:inkChg chg="add del mod topLvl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44" creationId="{DD9853FC-208E-ED1E-BBB1-082466F74370}"/>
          </ac:inkMkLst>
        </pc:inkChg>
        <pc:inkChg chg="add del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46" creationId="{0DCAF2DF-8A99-CA70-C437-C6A98AB0685F}"/>
          </ac:inkMkLst>
        </pc:inkChg>
        <pc:inkChg chg="add del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47" creationId="{BD172821-A36E-F7EE-D452-732D1D30F758}"/>
          </ac:inkMkLst>
        </pc:inkChg>
        <pc:inkChg chg="add del">
          <ac:chgData name="Leônidas Müller de Oliveira" userId="5af9566427f0cd7a" providerId="LiveId" clId="{8562935F-B298-47A6-964D-F7E0BBDE29AD}" dt="2025-05-27T18:49:55.645" v="2131" actId="478"/>
          <ac:inkMkLst>
            <pc:docMk/>
            <pc:sldMk cId="571473604" sldId="308"/>
            <ac:inkMk id="48" creationId="{093A4B46-0033-F456-BED9-948E70058519}"/>
          </ac:inkMkLst>
        </pc:inkChg>
      </pc:sldChg>
      <pc:sldChg chg="addSp delSp modSp add mod">
        <pc:chgData name="Leônidas Müller de Oliveira" userId="5af9566427f0cd7a" providerId="LiveId" clId="{8562935F-B298-47A6-964D-F7E0BBDE29AD}" dt="2025-05-27T18:50:00.481" v="2133" actId="478"/>
        <pc:sldMkLst>
          <pc:docMk/>
          <pc:sldMk cId="1623665375" sldId="309"/>
        </pc:sldMkLst>
        <pc:spChg chg="mod">
          <ac:chgData name="Leônidas Müller de Oliveira" userId="5af9566427f0cd7a" providerId="LiveId" clId="{8562935F-B298-47A6-964D-F7E0BBDE29AD}" dt="2025-05-27T14:28:07.110" v="928" actId="20577"/>
          <ac:spMkLst>
            <pc:docMk/>
            <pc:sldMk cId="1623665375" sldId="309"/>
            <ac:spMk id="7" creationId="{FD65234F-CE76-4586-9D67-44EDBAE0C0F0}"/>
          </ac:spMkLst>
        </pc:spChg>
        <pc:spChg chg="mod">
          <ac:chgData name="Leônidas Müller de Oliveira" userId="5af9566427f0cd7a" providerId="LiveId" clId="{8562935F-B298-47A6-964D-F7E0BBDE29AD}" dt="2025-05-27T18:11:08.285" v="1619" actId="20577"/>
          <ac:spMkLst>
            <pc:docMk/>
            <pc:sldMk cId="1623665375" sldId="309"/>
            <ac:spMk id="143" creationId="{00000000-0000-0000-0000-000000000000}"/>
          </ac:spMkLst>
        </pc:spChg>
        <pc:grpChg chg="mod">
          <ac:chgData name="Leônidas Müller de Oliveira" userId="5af9566427f0cd7a" providerId="LiveId" clId="{8562935F-B298-47A6-964D-F7E0BBDE29AD}" dt="2025-05-27T18:11:18.417" v="1624"/>
          <ac:grpSpMkLst>
            <pc:docMk/>
            <pc:sldMk cId="1623665375" sldId="309"/>
            <ac:grpSpMk id="6" creationId="{8A9B94D5-D8F0-9F19-55B6-296DC0E98A10}"/>
          </ac:grpSpMkLst>
        </pc:grpChg>
        <pc:grpChg chg="del mod">
          <ac:chgData name="Leônidas Müller de Oliveira" userId="5af9566427f0cd7a" providerId="LiveId" clId="{8562935F-B298-47A6-964D-F7E0BBDE29AD}" dt="2025-05-27T18:11:25.904" v="1633"/>
          <ac:grpSpMkLst>
            <pc:docMk/>
            <pc:sldMk cId="1623665375" sldId="309"/>
            <ac:grpSpMk id="12" creationId="{D4779E7B-5B65-0B34-CE82-09E0DC737BFA}"/>
          </ac:grpSpMkLst>
        </pc:grpChg>
        <pc:grpChg chg="del mod">
          <ac:chgData name="Leônidas Müller de Oliveira" userId="5af9566427f0cd7a" providerId="LiveId" clId="{8562935F-B298-47A6-964D-F7E0BBDE29AD}" dt="2025-05-27T18:12:00.908" v="1657"/>
          <ac:grpSpMkLst>
            <pc:docMk/>
            <pc:sldMk cId="1623665375" sldId="309"/>
            <ac:grpSpMk id="16" creationId="{50C3BCB0-D0C3-CECD-80ED-6C880E2938F2}"/>
          </ac:grpSpMkLst>
        </pc:grpChg>
        <pc:grpChg chg="del mod">
          <ac:chgData name="Leônidas Müller de Oliveira" userId="5af9566427f0cd7a" providerId="LiveId" clId="{8562935F-B298-47A6-964D-F7E0BBDE29AD}" dt="2025-05-27T18:11:49.647" v="1644"/>
          <ac:grpSpMkLst>
            <pc:docMk/>
            <pc:sldMk cId="1623665375" sldId="309"/>
            <ac:grpSpMk id="21" creationId="{6317C64F-9B4C-F637-BAD0-323142B73984}"/>
          </ac:grpSpMkLst>
        </pc:grpChg>
        <pc:grpChg chg="del mod">
          <ac:chgData name="Leônidas Müller de Oliveira" userId="5af9566427f0cd7a" providerId="LiveId" clId="{8562935F-B298-47A6-964D-F7E0BBDE29AD}" dt="2025-05-27T18:12:00.908" v="1657"/>
          <ac:grpSpMkLst>
            <pc:docMk/>
            <pc:sldMk cId="1623665375" sldId="309"/>
            <ac:grpSpMk id="27" creationId="{F5457C5A-A2FB-8080-95DA-C3FD20CF705B}"/>
          </ac:grpSpMkLst>
        </pc:grpChg>
        <pc:grpChg chg="del mod">
          <ac:chgData name="Leônidas Müller de Oliveira" userId="5af9566427f0cd7a" providerId="LiveId" clId="{8562935F-B298-47A6-964D-F7E0BBDE29AD}" dt="2025-05-27T18:12:02.731" v="1661"/>
          <ac:grpSpMkLst>
            <pc:docMk/>
            <pc:sldMk cId="1623665375" sldId="309"/>
            <ac:grpSpMk id="40" creationId="{FA9794D0-3513-CA0C-A4E0-0E7314D52C5C}"/>
          </ac:grpSpMkLst>
        </pc:grpChg>
        <pc:grpChg chg="del mod">
          <ac:chgData name="Leônidas Müller de Oliveira" userId="5af9566427f0cd7a" providerId="LiveId" clId="{8562935F-B298-47A6-964D-F7E0BBDE29AD}" dt="2025-05-27T18:12:07.735" v="1669"/>
          <ac:grpSpMkLst>
            <pc:docMk/>
            <pc:sldMk cId="1623665375" sldId="309"/>
            <ac:grpSpMk id="44" creationId="{01C9266C-03F3-7484-36E1-F8F3345021C7}"/>
          </ac:grpSpMkLst>
        </pc:grpChg>
        <pc:grpChg chg="del mod">
          <ac:chgData name="Leônidas Müller de Oliveira" userId="5af9566427f0cd7a" providerId="LiveId" clId="{8562935F-B298-47A6-964D-F7E0BBDE29AD}" dt="2025-05-27T18:12:07.735" v="1669"/>
          <ac:grpSpMkLst>
            <pc:docMk/>
            <pc:sldMk cId="1623665375" sldId="309"/>
            <ac:grpSpMk id="48" creationId="{CECA46DD-23C3-99B3-2CDB-4600C415184A}"/>
          </ac:grpSpMkLst>
        </pc:grpChg>
        <pc:grpChg chg="del mod">
          <ac:chgData name="Leônidas Müller de Oliveira" userId="5af9566427f0cd7a" providerId="LiveId" clId="{8562935F-B298-47A6-964D-F7E0BBDE29AD}" dt="2025-05-27T18:50:00.481" v="2133" actId="478"/>
          <ac:grpSpMkLst>
            <pc:docMk/>
            <pc:sldMk cId="1623665375" sldId="309"/>
            <ac:grpSpMk id="52" creationId="{4B5F362E-6C40-FB95-44F5-E46746E4B71F}"/>
          </ac:grpSpMkLst>
        </pc:grpChg>
        <pc:inkChg chg="add del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2" creationId="{49294032-DA09-16D5-ECAE-4831ABA36C87}"/>
          </ac:inkMkLst>
        </pc:inkChg>
        <pc:inkChg chg="add del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3" creationId="{73C0879B-6E8A-6208-5938-96B121427A36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4" creationId="{95B95B65-2CA7-3B05-C3E6-6F5C3C21A2EF}"/>
          </ac:inkMkLst>
        </pc:inkChg>
        <pc:inkChg chg="add del mod">
          <ac:chgData name="Leônidas Müller de Oliveira" userId="5af9566427f0cd7a" providerId="LiveId" clId="{8562935F-B298-47A6-964D-F7E0BBDE29AD}" dt="2025-05-27T18:11:18.417" v="1624"/>
          <ac:inkMkLst>
            <pc:docMk/>
            <pc:sldMk cId="1623665375" sldId="309"/>
            <ac:inkMk id="5" creationId="{89B538F0-02C1-E1C2-D723-109F14FBE3F3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8" creationId="{4CB5B35D-C9A6-0F33-BF69-7F941F3A097B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9" creationId="{616835D0-C68F-7411-0D24-68F48E5E92AD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10" creationId="{D7C9A09E-CFEB-B6FB-323A-0AF317C52041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11" creationId="{CF731BFE-DF72-2254-78D8-F03FFBE8B9A5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13" creationId="{43660D90-9D3C-4308-3B23-51D1D2D16C2D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14" creationId="{6A97552B-4118-CD3E-AC34-FE38BED5D017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15" creationId="{81551137-52E5-C94F-C9EB-0964F55B33D1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17" creationId="{8545D8AE-AE21-C772-6FD0-B3D36EEFB7CF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18" creationId="{3069A311-8334-6011-AF2B-13D9B0F5CAD0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19" creationId="{60EFF7F3-9B11-7918-9FDC-50A0F22143F9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20" creationId="{D04B1351-E986-647D-4047-B127A5106C6E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22" creationId="{5C837D44-6745-2196-9EF7-AD395C1B27EE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23" creationId="{0A900191-CD92-D409-150F-B54EA58904B4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24" creationId="{7A4A3088-D1BC-1DDA-B163-885B74443ABC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25" creationId="{9FAD48D5-66B4-F652-1397-B433E4560AB5}"/>
          </ac:inkMkLst>
        </pc:inkChg>
        <pc:inkChg chg="add del mod topLvl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26" creationId="{332070AF-894F-FF60-99BE-362BEFF7F075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28" creationId="{98B28C24-7863-E968-FB02-B6C7C43A63E7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29" creationId="{01EE4349-9B22-908C-4ADF-62546255DCC4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30" creationId="{2C8A0F6D-7B4A-9AC9-64ED-0110329C279C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31" creationId="{758282FD-602C-F8B1-45EE-B5AA3A580723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32" creationId="{E3842282-89E7-7B55-FB4C-039155655BE6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33" creationId="{A67CF26A-7B53-2820-B617-9AE122BE6D41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34" creationId="{05C66FD4-D614-CCA4-7D2A-8891CA517517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35" creationId="{EEB0F732-088E-A84D-893C-152F2DBE9444}"/>
          </ac:inkMkLst>
        </pc:inkChg>
        <pc:inkChg chg="add del mod topLvl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36" creationId="{0C42A266-13F6-9D2E-BCD8-60709701277A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37" creationId="{C90D3FA8-7012-BB0E-6F8D-83B9AB5AD688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38" creationId="{BAA19534-4D86-BFB8-AFF9-AECB4604D304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39" creationId="{F24AA487-8647-E920-4924-CCC2263BD72E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41" creationId="{614CB579-B616-B256-6CBF-64F10E339071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42" creationId="{10DF866D-8653-8154-4A08-CF554D1306D5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43" creationId="{DA9FE6F6-BCD5-EAE7-E72B-4370C54AF9DE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45" creationId="{295AFFAC-7F77-F98A-EC19-D1FC79EAD5A3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46" creationId="{3A61EE42-05E6-2FDF-BBBA-DDFBEBEE6FBD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47" creationId="{327672DE-00D9-4BA1-185D-9A79AD9B0B5E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49" creationId="{349B73FE-2D13-C9AB-C89A-33ED08F3855F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50" creationId="{0B7F44AC-3844-EED0-863E-3C03400995CC}"/>
          </ac:inkMkLst>
        </pc:inkChg>
        <pc:inkChg chg="add del mod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51" creationId="{5D81AE45-9D5A-EB8B-1467-690AAEA6810D}"/>
          </ac:inkMkLst>
        </pc:inkChg>
        <pc:inkChg chg="add del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53" creationId="{19C614B3-D634-1BBA-90AD-F8C3B1F53B8F}"/>
          </ac:inkMkLst>
        </pc:inkChg>
        <pc:inkChg chg="add del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54" creationId="{8D45B046-E7B6-BB0C-CEAA-83BB157B251A}"/>
          </ac:inkMkLst>
        </pc:inkChg>
        <pc:inkChg chg="add del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55" creationId="{8263992A-08B9-7600-A0B7-69F1FB2D5F55}"/>
          </ac:inkMkLst>
        </pc:inkChg>
        <pc:inkChg chg="add del">
          <ac:chgData name="Leônidas Müller de Oliveira" userId="5af9566427f0cd7a" providerId="LiveId" clId="{8562935F-B298-47A6-964D-F7E0BBDE29AD}" dt="2025-05-27T18:50:00.481" v="2133" actId="478"/>
          <ac:inkMkLst>
            <pc:docMk/>
            <pc:sldMk cId="1623665375" sldId="309"/>
            <ac:inkMk id="56" creationId="{219333FB-BCB9-3061-015F-A5C7B622F294}"/>
          </ac:inkMkLst>
        </pc:inkChg>
      </pc:sldChg>
      <pc:sldChg chg="addSp delSp modSp add mod">
        <pc:chgData name="Leônidas Müller de Oliveira" userId="5af9566427f0cd7a" providerId="LiveId" clId="{8562935F-B298-47A6-964D-F7E0BBDE29AD}" dt="2025-05-27T18:50:03.310" v="2134" actId="478"/>
        <pc:sldMkLst>
          <pc:docMk/>
          <pc:sldMk cId="622757740" sldId="310"/>
        </pc:sldMkLst>
        <pc:spChg chg="mod">
          <ac:chgData name="Leônidas Müller de Oliveira" userId="5af9566427f0cd7a" providerId="LiveId" clId="{8562935F-B298-47A6-964D-F7E0BBDE29AD}" dt="2025-05-27T14:47:16.778" v="1262" actId="20577"/>
          <ac:spMkLst>
            <pc:docMk/>
            <pc:sldMk cId="622757740" sldId="310"/>
            <ac:spMk id="7" creationId="{FD65234F-CE76-4586-9D67-44EDBAE0C0F0}"/>
          </ac:spMkLst>
        </pc:spChg>
        <pc:spChg chg="mod">
          <ac:chgData name="Leônidas Müller de Oliveira" userId="5af9566427f0cd7a" providerId="LiveId" clId="{8562935F-B298-47A6-964D-F7E0BBDE29AD}" dt="2025-05-27T18:12:36.839" v="1675" actId="20577"/>
          <ac:spMkLst>
            <pc:docMk/>
            <pc:sldMk cId="622757740" sldId="310"/>
            <ac:spMk id="143" creationId="{00000000-0000-0000-0000-000000000000}"/>
          </ac:spMkLst>
        </pc:spChg>
        <pc:grpChg chg="del mod">
          <ac:chgData name="Leônidas Müller de Oliveira" userId="5af9566427f0cd7a" providerId="LiveId" clId="{8562935F-B298-47A6-964D-F7E0BBDE29AD}" dt="2025-05-27T18:12:47.268" v="1681"/>
          <ac:grpSpMkLst>
            <pc:docMk/>
            <pc:sldMk cId="622757740" sldId="310"/>
            <ac:grpSpMk id="4" creationId="{DDE0C7E9-56B5-6B31-1B5C-2A27E72DFFF5}"/>
          </ac:grpSpMkLst>
        </pc:grpChg>
        <pc:grpChg chg="del mod">
          <ac:chgData name="Leônidas Müller de Oliveira" userId="5af9566427f0cd7a" providerId="LiveId" clId="{8562935F-B298-47A6-964D-F7E0BBDE29AD}" dt="2025-05-27T18:12:48.238" v="1684"/>
          <ac:grpSpMkLst>
            <pc:docMk/>
            <pc:sldMk cId="622757740" sldId="310"/>
            <ac:grpSpMk id="8" creationId="{4749362B-A4E6-2CBD-80A3-CEB3B880A45E}"/>
          </ac:grpSpMkLst>
        </pc:grpChg>
        <pc:grpChg chg="del mod">
          <ac:chgData name="Leônidas Müller de Oliveira" userId="5af9566427f0cd7a" providerId="LiveId" clId="{8562935F-B298-47A6-964D-F7E0BBDE29AD}" dt="2025-05-27T18:12:48.768" v="1686"/>
          <ac:grpSpMkLst>
            <pc:docMk/>
            <pc:sldMk cId="622757740" sldId="310"/>
            <ac:grpSpMk id="11" creationId="{E84886BF-DAE9-CB83-39DA-4124423A200D}"/>
          </ac:grpSpMkLst>
        </pc:grpChg>
        <pc:grpChg chg="del mod">
          <ac:chgData name="Leônidas Müller de Oliveira" userId="5af9566427f0cd7a" providerId="LiveId" clId="{8562935F-B298-47A6-964D-F7E0BBDE29AD}" dt="2025-05-27T18:12:50.990" v="1689"/>
          <ac:grpSpMkLst>
            <pc:docMk/>
            <pc:sldMk cId="622757740" sldId="310"/>
            <ac:grpSpMk id="13" creationId="{06C92C9F-1034-7039-7B9F-28BCD58F4976}"/>
          </ac:grpSpMkLst>
        </pc:grpChg>
        <pc:grpChg chg="del mod">
          <ac:chgData name="Leônidas Müller de Oliveira" userId="5af9566427f0cd7a" providerId="LiveId" clId="{8562935F-B298-47A6-964D-F7E0BBDE29AD}" dt="2025-05-27T18:12:53.584" v="1692"/>
          <ac:grpSpMkLst>
            <pc:docMk/>
            <pc:sldMk cId="622757740" sldId="310"/>
            <ac:grpSpMk id="16" creationId="{C914A919-19F7-1F4E-E374-470678830459}"/>
          </ac:grpSpMkLst>
        </pc:grpChg>
        <pc:grpChg chg="del mod">
          <ac:chgData name="Leônidas Müller de Oliveira" userId="5af9566427f0cd7a" providerId="LiveId" clId="{8562935F-B298-47A6-964D-F7E0BBDE29AD}" dt="2025-05-27T18:13:04.700" v="1695"/>
          <ac:grpSpMkLst>
            <pc:docMk/>
            <pc:sldMk cId="622757740" sldId="310"/>
            <ac:grpSpMk id="19" creationId="{9EC908A3-C355-7595-A396-8E99D3D5AE54}"/>
          </ac:grpSpMkLst>
        </pc:grpChg>
        <pc:grpChg chg="del mod">
          <ac:chgData name="Leônidas Müller de Oliveira" userId="5af9566427f0cd7a" providerId="LiveId" clId="{8562935F-B298-47A6-964D-F7E0BBDE29AD}" dt="2025-05-27T18:50:03.310" v="2134" actId="478"/>
          <ac:grpSpMkLst>
            <pc:docMk/>
            <pc:sldMk cId="622757740" sldId="310"/>
            <ac:grpSpMk id="22" creationId="{002EBAD5-2E2D-606A-9992-8A0059D49C40}"/>
          </ac:grpSpMkLst>
        </pc:grpChg>
        <pc:inkChg chg="add mod">
          <ac:chgData name="Leônidas Müller de Oliveira" userId="5af9566427f0cd7a" providerId="LiveId" clId="{8562935F-B298-47A6-964D-F7E0BBDE29AD}" dt="2025-05-27T18:13:04.700" v="1695"/>
          <ac:inkMkLst>
            <pc:docMk/>
            <pc:sldMk cId="622757740" sldId="310"/>
            <ac:inkMk id="2" creationId="{366270D6-7712-9384-EEB0-78B2490BB753}"/>
          </ac:inkMkLst>
        </pc:inkChg>
        <pc:inkChg chg="add mod">
          <ac:chgData name="Leônidas Müller de Oliveira" userId="5af9566427f0cd7a" providerId="LiveId" clId="{8562935F-B298-47A6-964D-F7E0BBDE29AD}" dt="2025-05-27T18:13:04.700" v="1695"/>
          <ac:inkMkLst>
            <pc:docMk/>
            <pc:sldMk cId="622757740" sldId="310"/>
            <ac:inkMk id="3" creationId="{924AB0D7-E96B-185B-646E-5AEF204A3AF5}"/>
          </ac:inkMkLst>
        </pc:inkChg>
        <pc:inkChg chg="add mod">
          <ac:chgData name="Leônidas Müller de Oliveira" userId="5af9566427f0cd7a" providerId="LiveId" clId="{8562935F-B298-47A6-964D-F7E0BBDE29AD}" dt="2025-05-27T18:13:04.700" v="1695"/>
          <ac:inkMkLst>
            <pc:docMk/>
            <pc:sldMk cId="622757740" sldId="310"/>
            <ac:inkMk id="5" creationId="{166E23C6-E4FF-EEA1-64F5-2264246650A9}"/>
          </ac:inkMkLst>
        </pc:inkChg>
        <pc:inkChg chg="add mod">
          <ac:chgData name="Leônidas Müller de Oliveira" userId="5af9566427f0cd7a" providerId="LiveId" clId="{8562935F-B298-47A6-964D-F7E0BBDE29AD}" dt="2025-05-27T18:13:04.700" v="1695"/>
          <ac:inkMkLst>
            <pc:docMk/>
            <pc:sldMk cId="622757740" sldId="310"/>
            <ac:inkMk id="6" creationId="{E9DE1A88-D528-FD30-149F-305BB10C452A}"/>
          </ac:inkMkLst>
        </pc:inkChg>
        <pc:inkChg chg="add mod">
          <ac:chgData name="Leônidas Müller de Oliveira" userId="5af9566427f0cd7a" providerId="LiveId" clId="{8562935F-B298-47A6-964D-F7E0BBDE29AD}" dt="2025-05-27T18:13:04.700" v="1695"/>
          <ac:inkMkLst>
            <pc:docMk/>
            <pc:sldMk cId="622757740" sldId="310"/>
            <ac:inkMk id="9" creationId="{090C8598-ED38-DDCD-3762-8AD7074174FC}"/>
          </ac:inkMkLst>
        </pc:inkChg>
        <pc:inkChg chg="add mod">
          <ac:chgData name="Leônidas Müller de Oliveira" userId="5af9566427f0cd7a" providerId="LiveId" clId="{8562935F-B298-47A6-964D-F7E0BBDE29AD}" dt="2025-05-27T18:13:04.700" v="1695"/>
          <ac:inkMkLst>
            <pc:docMk/>
            <pc:sldMk cId="622757740" sldId="310"/>
            <ac:inkMk id="10" creationId="{50B264F6-5E54-30B5-FE03-9C5412392848}"/>
          </ac:inkMkLst>
        </pc:inkChg>
        <pc:inkChg chg="add mod">
          <ac:chgData name="Leônidas Müller de Oliveira" userId="5af9566427f0cd7a" providerId="LiveId" clId="{8562935F-B298-47A6-964D-F7E0BBDE29AD}" dt="2025-05-27T18:13:04.700" v="1695"/>
          <ac:inkMkLst>
            <pc:docMk/>
            <pc:sldMk cId="622757740" sldId="310"/>
            <ac:inkMk id="12" creationId="{50F1DB6D-9D09-7333-C2FF-96BAC0345071}"/>
          </ac:inkMkLst>
        </pc:inkChg>
        <pc:inkChg chg="add mod">
          <ac:chgData name="Leônidas Müller de Oliveira" userId="5af9566427f0cd7a" providerId="LiveId" clId="{8562935F-B298-47A6-964D-F7E0BBDE29AD}" dt="2025-05-27T18:13:04.700" v="1695"/>
          <ac:inkMkLst>
            <pc:docMk/>
            <pc:sldMk cId="622757740" sldId="310"/>
            <ac:inkMk id="14" creationId="{55EBB48D-58BD-1D76-43C2-018BA5459F27}"/>
          </ac:inkMkLst>
        </pc:inkChg>
        <pc:inkChg chg="add mod">
          <ac:chgData name="Leônidas Müller de Oliveira" userId="5af9566427f0cd7a" providerId="LiveId" clId="{8562935F-B298-47A6-964D-F7E0BBDE29AD}" dt="2025-05-27T18:13:04.700" v="1695"/>
          <ac:inkMkLst>
            <pc:docMk/>
            <pc:sldMk cId="622757740" sldId="310"/>
            <ac:inkMk id="15" creationId="{A244179F-824D-2FD5-66AB-94EE7006A17B}"/>
          </ac:inkMkLst>
        </pc:inkChg>
        <pc:inkChg chg="add mod">
          <ac:chgData name="Leônidas Müller de Oliveira" userId="5af9566427f0cd7a" providerId="LiveId" clId="{8562935F-B298-47A6-964D-F7E0BBDE29AD}" dt="2025-05-27T18:13:04.700" v="1695"/>
          <ac:inkMkLst>
            <pc:docMk/>
            <pc:sldMk cId="622757740" sldId="310"/>
            <ac:inkMk id="17" creationId="{1974FE49-ABE8-2F75-8C7A-1F3A283538D3}"/>
          </ac:inkMkLst>
        </pc:inkChg>
        <pc:inkChg chg="add mod">
          <ac:chgData name="Leônidas Müller de Oliveira" userId="5af9566427f0cd7a" providerId="LiveId" clId="{8562935F-B298-47A6-964D-F7E0BBDE29AD}" dt="2025-05-27T18:13:04.700" v="1695"/>
          <ac:inkMkLst>
            <pc:docMk/>
            <pc:sldMk cId="622757740" sldId="310"/>
            <ac:inkMk id="18" creationId="{FE7F2B39-8804-FA2B-763D-33C178669042}"/>
          </ac:inkMkLst>
        </pc:inkChg>
        <pc:inkChg chg="add mod">
          <ac:chgData name="Leônidas Müller de Oliveira" userId="5af9566427f0cd7a" providerId="LiveId" clId="{8562935F-B298-47A6-964D-F7E0BBDE29AD}" dt="2025-05-27T18:13:04.700" v="1695"/>
          <ac:inkMkLst>
            <pc:docMk/>
            <pc:sldMk cId="622757740" sldId="310"/>
            <ac:inkMk id="20" creationId="{F0A89ECB-61F0-4EE1-6723-2D663C941F89}"/>
          </ac:inkMkLst>
        </pc:inkChg>
        <pc:inkChg chg="add mod">
          <ac:chgData name="Leônidas Müller de Oliveira" userId="5af9566427f0cd7a" providerId="LiveId" clId="{8562935F-B298-47A6-964D-F7E0BBDE29AD}" dt="2025-05-27T18:13:04.700" v="1695"/>
          <ac:inkMkLst>
            <pc:docMk/>
            <pc:sldMk cId="622757740" sldId="310"/>
            <ac:inkMk id="21" creationId="{683A4D79-E49B-A8D6-C399-9641C82272AA}"/>
          </ac:inkMkLst>
        </pc:inkChg>
      </pc:sldChg>
      <pc:sldChg chg="addSp delSp modSp add mod">
        <pc:chgData name="Leônidas Müller de Oliveira" userId="5af9566427f0cd7a" providerId="LiveId" clId="{8562935F-B298-47A6-964D-F7E0BBDE29AD}" dt="2025-05-27T18:22:04.035" v="1903" actId="478"/>
        <pc:sldMkLst>
          <pc:docMk/>
          <pc:sldMk cId="145956361" sldId="311"/>
        </pc:sldMkLst>
        <pc:spChg chg="mod">
          <ac:chgData name="Leônidas Müller de Oliveira" userId="5af9566427f0cd7a" providerId="LiveId" clId="{8562935F-B298-47A6-964D-F7E0BBDE29AD}" dt="2025-05-27T18:19:48.870" v="1832" actId="20577"/>
          <ac:spMkLst>
            <pc:docMk/>
            <pc:sldMk cId="145956361" sldId="311"/>
            <ac:spMk id="7" creationId="{FD65234F-CE76-4586-9D67-44EDBAE0C0F0}"/>
          </ac:spMkLst>
        </pc:spChg>
        <pc:spChg chg="mod">
          <ac:chgData name="Leônidas Müller de Oliveira" userId="5af9566427f0cd7a" providerId="LiveId" clId="{8562935F-B298-47A6-964D-F7E0BBDE29AD}" dt="2025-05-27T18:17:15.031" v="1772" actId="20577"/>
          <ac:spMkLst>
            <pc:docMk/>
            <pc:sldMk cId="145956361" sldId="311"/>
            <ac:spMk id="143" creationId="{00000000-0000-0000-0000-000000000000}"/>
          </ac:spMkLst>
        </pc:spChg>
        <pc:grpChg chg="del mod">
          <ac:chgData name="Leônidas Müller de Oliveira" userId="5af9566427f0cd7a" providerId="LiveId" clId="{8562935F-B298-47A6-964D-F7E0BBDE29AD}" dt="2025-05-27T18:18:53.081" v="1816" actId="478"/>
          <ac:grpSpMkLst>
            <pc:docMk/>
            <pc:sldMk cId="145956361" sldId="311"/>
            <ac:grpSpMk id="14" creationId="{5C94CA8F-C6BD-E03F-D5B8-0E8F21CDD6A3}"/>
          </ac:grpSpMkLst>
        </pc:grpChg>
        <pc:grpChg chg="del mod">
          <ac:chgData name="Leônidas Müller de Oliveira" userId="5af9566427f0cd7a" providerId="LiveId" clId="{8562935F-B298-47A6-964D-F7E0BBDE29AD}" dt="2025-05-27T18:14:15.326" v="1707"/>
          <ac:grpSpMkLst>
            <pc:docMk/>
            <pc:sldMk cId="145956361" sldId="311"/>
            <ac:grpSpMk id="19" creationId="{71CC07CE-F519-99F3-9C2B-7724CEFB4CB5}"/>
          </ac:grpSpMkLst>
        </pc:grpChg>
        <pc:grpChg chg="del mod">
          <ac:chgData name="Leônidas Müller de Oliveira" userId="5af9566427f0cd7a" providerId="LiveId" clId="{8562935F-B298-47A6-964D-F7E0BBDE29AD}" dt="2025-05-27T18:14:18.532" v="1709"/>
          <ac:grpSpMkLst>
            <pc:docMk/>
            <pc:sldMk cId="145956361" sldId="311"/>
            <ac:grpSpMk id="22" creationId="{5A08261E-6F64-B423-EA6B-99B85DCA6553}"/>
          </ac:grpSpMkLst>
        </pc:grpChg>
        <pc:grpChg chg="del mod">
          <ac:chgData name="Leônidas Müller de Oliveira" userId="5af9566427f0cd7a" providerId="LiveId" clId="{8562935F-B298-47A6-964D-F7E0BBDE29AD}" dt="2025-05-27T18:18:27.857" v="1815"/>
          <ac:grpSpMkLst>
            <pc:docMk/>
            <pc:sldMk cId="145956361" sldId="311"/>
            <ac:grpSpMk id="24" creationId="{171A2E08-8EF8-9728-C3F0-CBAB24B911E5}"/>
          </ac:grpSpMkLst>
        </pc:grpChg>
        <pc:grpChg chg="del mod">
          <ac:chgData name="Leônidas Müller de Oliveira" userId="5af9566427f0cd7a" providerId="LiveId" clId="{8562935F-B298-47A6-964D-F7E0BBDE29AD}" dt="2025-05-27T18:14:45.098" v="1717"/>
          <ac:grpSpMkLst>
            <pc:docMk/>
            <pc:sldMk cId="145956361" sldId="311"/>
            <ac:grpSpMk id="30" creationId="{5C1ACEC7-FE4C-DA65-18F8-17ABCEEFCC75}"/>
          </ac:grpSpMkLst>
        </pc:grpChg>
        <pc:grpChg chg="del mod">
          <ac:chgData name="Leônidas Müller de Oliveira" userId="5af9566427f0cd7a" providerId="LiveId" clId="{8562935F-B298-47A6-964D-F7E0BBDE29AD}" dt="2025-05-27T18:14:50.382" v="1725"/>
          <ac:grpSpMkLst>
            <pc:docMk/>
            <pc:sldMk cId="145956361" sldId="311"/>
            <ac:grpSpMk id="32" creationId="{F63FF9ED-B2B9-D919-B42B-442C23549242}"/>
          </ac:grpSpMkLst>
        </pc:grpChg>
        <pc:grpChg chg="del mod">
          <ac:chgData name="Leônidas Müller de Oliveira" userId="5af9566427f0cd7a" providerId="LiveId" clId="{8562935F-B298-47A6-964D-F7E0BBDE29AD}" dt="2025-05-27T18:15:18.567" v="1738"/>
          <ac:grpSpMkLst>
            <pc:docMk/>
            <pc:sldMk cId="145956361" sldId="311"/>
            <ac:grpSpMk id="40" creationId="{91B0BB0C-EDF4-3637-A378-2D0C24C15C26}"/>
          </ac:grpSpMkLst>
        </pc:grpChg>
        <pc:grpChg chg="del mod">
          <ac:chgData name="Leônidas Müller de Oliveira" userId="5af9566427f0cd7a" providerId="LiveId" clId="{8562935F-B298-47A6-964D-F7E0BBDE29AD}" dt="2025-05-27T18:15:18.567" v="1738"/>
          <ac:grpSpMkLst>
            <pc:docMk/>
            <pc:sldMk cId="145956361" sldId="311"/>
            <ac:grpSpMk id="44" creationId="{1941A73A-506E-F0AF-DE57-AC81FAE312C3}"/>
          </ac:grpSpMkLst>
        </pc:grpChg>
        <pc:grpChg chg="del mod">
          <ac:chgData name="Leônidas Müller de Oliveira" userId="5af9566427f0cd7a" providerId="LiveId" clId="{8562935F-B298-47A6-964D-F7E0BBDE29AD}" dt="2025-05-27T18:15:45.169" v="1746"/>
          <ac:grpSpMkLst>
            <pc:docMk/>
            <pc:sldMk cId="145956361" sldId="311"/>
            <ac:grpSpMk id="53" creationId="{A8680E11-6869-AA49-E3D3-8187F2661AE0}"/>
          </ac:grpSpMkLst>
        </pc:grpChg>
        <pc:grpChg chg="del mod">
          <ac:chgData name="Leônidas Müller de Oliveira" userId="5af9566427f0cd7a" providerId="LiveId" clId="{8562935F-B298-47A6-964D-F7E0BBDE29AD}" dt="2025-05-27T18:15:45.169" v="1746"/>
          <ac:grpSpMkLst>
            <pc:docMk/>
            <pc:sldMk cId="145956361" sldId="311"/>
            <ac:grpSpMk id="54" creationId="{173A7C01-6CF2-68B9-50B9-F44EA060AC4B}"/>
          </ac:grpSpMkLst>
        </pc:grpChg>
        <pc:grpChg chg="del mod">
          <ac:chgData name="Leônidas Müller de Oliveira" userId="5af9566427f0cd7a" providerId="LiveId" clId="{8562935F-B298-47A6-964D-F7E0BBDE29AD}" dt="2025-05-27T18:18:27.857" v="1815"/>
          <ac:grpSpMkLst>
            <pc:docMk/>
            <pc:sldMk cId="145956361" sldId="311"/>
            <ac:grpSpMk id="55" creationId="{623210A0-FBA2-850B-D80E-FDC713DF18CD}"/>
          </ac:grpSpMkLst>
        </pc:grpChg>
        <pc:grpChg chg="del mod">
          <ac:chgData name="Leônidas Müller de Oliveira" userId="5af9566427f0cd7a" providerId="LiveId" clId="{8562935F-B298-47A6-964D-F7E0BBDE29AD}" dt="2025-05-27T18:15:39.586" v="1744"/>
          <ac:grpSpMkLst>
            <pc:docMk/>
            <pc:sldMk cId="145956361" sldId="311"/>
            <ac:grpSpMk id="59" creationId="{4BB551AE-0C88-02DA-580D-E0339816EA2B}"/>
          </ac:grpSpMkLst>
        </pc:grpChg>
        <pc:grpChg chg="del mod">
          <ac:chgData name="Leônidas Müller de Oliveira" userId="5af9566427f0cd7a" providerId="LiveId" clId="{8562935F-B298-47A6-964D-F7E0BBDE29AD}" dt="2025-05-27T18:15:45.169" v="1746"/>
          <ac:grpSpMkLst>
            <pc:docMk/>
            <pc:sldMk cId="145956361" sldId="311"/>
            <ac:grpSpMk id="61" creationId="{27B200F6-24C2-F1CD-CC62-848867458F98}"/>
          </ac:grpSpMkLst>
        </pc:grpChg>
        <pc:grpChg chg="del mod">
          <ac:chgData name="Leônidas Müller de Oliveira" userId="5af9566427f0cd7a" providerId="LiveId" clId="{8562935F-B298-47A6-964D-F7E0BBDE29AD}" dt="2025-05-27T18:18:53.081" v="1816" actId="478"/>
          <ac:grpSpMkLst>
            <pc:docMk/>
            <pc:sldMk cId="145956361" sldId="311"/>
            <ac:grpSpMk id="63" creationId="{6BB68905-3AB7-2E7E-606C-01B39877BCC2}"/>
          </ac:grpSpMkLst>
        </pc:grpChg>
        <pc:grpChg chg="del mod">
          <ac:chgData name="Leônidas Müller de Oliveira" userId="5af9566427f0cd7a" providerId="LiveId" clId="{8562935F-B298-47A6-964D-F7E0BBDE29AD}" dt="2025-05-27T18:18:53.081" v="1816" actId="478"/>
          <ac:grpSpMkLst>
            <pc:docMk/>
            <pc:sldMk cId="145956361" sldId="311"/>
            <ac:grpSpMk id="136" creationId="{5CA904F3-51FE-C411-542B-15416D1DFB2A}"/>
          </ac:grpSpMkLst>
        </pc:grpChg>
        <pc:grpChg chg="del mod">
          <ac:chgData name="Leônidas Müller de Oliveira" userId="5af9566427f0cd7a" providerId="LiveId" clId="{8562935F-B298-47A6-964D-F7E0BBDE29AD}" dt="2025-05-27T18:16:39.588" v="1768"/>
          <ac:grpSpMkLst>
            <pc:docMk/>
            <pc:sldMk cId="145956361" sldId="311"/>
            <ac:grpSpMk id="142" creationId="{3CD104D0-DE06-EC3F-4C29-2731D37A30D7}"/>
          </ac:grpSpMkLst>
        </pc:grpChg>
        <pc:grpChg chg="del mod">
          <ac:chgData name="Leônidas Müller de Oliveira" userId="5af9566427f0cd7a" providerId="LiveId" clId="{8562935F-B298-47A6-964D-F7E0BBDE29AD}" dt="2025-05-27T18:18:53.081" v="1816" actId="478"/>
          <ac:grpSpMkLst>
            <pc:docMk/>
            <pc:sldMk cId="145956361" sldId="311"/>
            <ac:grpSpMk id="152" creationId="{15AAA35D-9496-4D73-83E2-ADAADC3102A1}"/>
          </ac:grpSpMkLst>
        </pc:grpChg>
        <pc:grpChg chg="del mod">
          <ac:chgData name="Leônidas Müller de Oliveira" userId="5af9566427f0cd7a" providerId="LiveId" clId="{8562935F-B298-47A6-964D-F7E0BBDE29AD}" dt="2025-05-27T18:17:43.540" v="1789"/>
          <ac:grpSpMkLst>
            <pc:docMk/>
            <pc:sldMk cId="145956361" sldId="311"/>
            <ac:grpSpMk id="164" creationId="{BE1145FD-6EA9-EF69-FFCC-3957E9F7EBA8}"/>
          </ac:grpSpMkLst>
        </pc:grpChg>
        <pc:grpChg chg="del mod">
          <ac:chgData name="Leônidas Müller de Oliveira" userId="5af9566427f0cd7a" providerId="LiveId" clId="{8562935F-B298-47A6-964D-F7E0BBDE29AD}" dt="2025-05-27T18:17:45.581" v="1792"/>
          <ac:grpSpMkLst>
            <pc:docMk/>
            <pc:sldMk cId="145956361" sldId="311"/>
            <ac:grpSpMk id="170" creationId="{4C23E23A-AB0F-14B2-1DC9-77F2A3DA8D2E}"/>
          </ac:grpSpMkLst>
        </pc:grpChg>
        <pc:grpChg chg="del mod">
          <ac:chgData name="Leônidas Müller de Oliveira" userId="5af9566427f0cd7a" providerId="LiveId" clId="{8562935F-B298-47A6-964D-F7E0BBDE29AD}" dt="2025-05-27T18:17:50.683" v="1800"/>
          <ac:grpSpMkLst>
            <pc:docMk/>
            <pc:sldMk cId="145956361" sldId="311"/>
            <ac:grpSpMk id="173" creationId="{A9CFCB71-6FA3-7A64-308E-3930F0C4DB76}"/>
          </ac:grpSpMkLst>
        </pc:grpChg>
        <pc:grpChg chg="del mod">
          <ac:chgData name="Leônidas Müller de Oliveira" userId="5af9566427f0cd7a" providerId="LiveId" clId="{8562935F-B298-47A6-964D-F7E0BBDE29AD}" dt="2025-05-27T18:17:58.576" v="1802"/>
          <ac:grpSpMkLst>
            <pc:docMk/>
            <pc:sldMk cId="145956361" sldId="311"/>
            <ac:grpSpMk id="181" creationId="{22F1385C-49C7-F7AE-7226-BF43637249EA}"/>
          </ac:grpSpMkLst>
        </pc:grpChg>
        <pc:grpChg chg="del mod">
          <ac:chgData name="Leônidas Müller de Oliveira" userId="5af9566427f0cd7a" providerId="LiveId" clId="{8562935F-B298-47A6-964D-F7E0BBDE29AD}" dt="2025-05-27T18:18:03.143" v="1806"/>
          <ac:grpSpMkLst>
            <pc:docMk/>
            <pc:sldMk cId="145956361" sldId="311"/>
            <ac:grpSpMk id="183" creationId="{164EAAA5-577F-A1ED-645A-01B9836C4801}"/>
          </ac:grpSpMkLst>
        </pc:grpChg>
        <pc:grpChg chg="del mod">
          <ac:chgData name="Leônidas Müller de Oliveira" userId="5af9566427f0cd7a" providerId="LiveId" clId="{8562935F-B298-47A6-964D-F7E0BBDE29AD}" dt="2025-05-27T18:18:17.197" v="1808"/>
          <ac:grpSpMkLst>
            <pc:docMk/>
            <pc:sldMk cId="145956361" sldId="311"/>
            <ac:grpSpMk id="187" creationId="{D2AFB3D9-AF07-15A4-62E3-822B1918C239}"/>
          </ac:grpSpMkLst>
        </pc:grpChg>
        <pc:grpChg chg="del mod">
          <ac:chgData name="Leônidas Müller de Oliveira" userId="5af9566427f0cd7a" providerId="LiveId" clId="{8562935F-B298-47A6-964D-F7E0BBDE29AD}" dt="2025-05-27T18:18:23.552" v="1811"/>
          <ac:grpSpMkLst>
            <pc:docMk/>
            <pc:sldMk cId="145956361" sldId="311"/>
            <ac:grpSpMk id="189" creationId="{714BAD03-3928-0F18-8A15-B1259297A155}"/>
          </ac:grpSpMkLst>
        </pc:grpChg>
        <pc:grpChg chg="del mod">
          <ac:chgData name="Leônidas Müller de Oliveira" userId="5af9566427f0cd7a" providerId="LiveId" clId="{8562935F-B298-47A6-964D-F7E0BBDE29AD}" dt="2025-05-27T18:18:24.564" v="1813"/>
          <ac:grpSpMkLst>
            <pc:docMk/>
            <pc:sldMk cId="145956361" sldId="311"/>
            <ac:grpSpMk id="192" creationId="{F73B094E-DCCD-7BA6-63DB-6F5CC4917CB5}"/>
          </ac:grpSpMkLst>
        </pc:grpChg>
        <pc:grpChg chg="del mod">
          <ac:chgData name="Leônidas Müller de Oliveira" userId="5af9566427f0cd7a" providerId="LiveId" clId="{8562935F-B298-47A6-964D-F7E0BBDE29AD}" dt="2025-05-27T18:18:53.081" v="1816" actId="478"/>
          <ac:grpSpMkLst>
            <pc:docMk/>
            <pc:sldMk cId="145956361" sldId="311"/>
            <ac:grpSpMk id="194" creationId="{FCB66C7D-B276-2E84-A025-9E8E25544021}"/>
          </ac:grpSpMkLst>
        </pc:grpChg>
        <pc:grpChg chg="del mod">
          <ac:chgData name="Leônidas Müller de Oliveira" userId="5af9566427f0cd7a" providerId="LiveId" clId="{8562935F-B298-47A6-964D-F7E0BBDE29AD}" dt="2025-05-27T18:18:53.081" v="1816" actId="478"/>
          <ac:grpSpMkLst>
            <pc:docMk/>
            <pc:sldMk cId="145956361" sldId="311"/>
            <ac:grpSpMk id="196" creationId="{18123967-CC5B-709A-9441-0B482DB31E22}"/>
          </ac:grpSpMkLst>
        </pc:grpChg>
        <pc:grpChg chg="del mod">
          <ac:chgData name="Leônidas Müller de Oliveira" userId="5af9566427f0cd7a" providerId="LiveId" clId="{8562935F-B298-47A6-964D-F7E0BBDE29AD}" dt="2025-05-27T18:22:04.035" v="1903" actId="478"/>
          <ac:grpSpMkLst>
            <pc:docMk/>
            <pc:sldMk cId="145956361" sldId="311"/>
            <ac:grpSpMk id="206" creationId="{E03D57BF-4570-1851-5992-6D6F528B6D94}"/>
          </ac:grpSpMkLst>
        </pc:grpChg>
        <pc:picChg chg="add del mod">
          <ac:chgData name="Leônidas Müller de Oliveira" userId="5af9566427f0cd7a" providerId="LiveId" clId="{8562935F-B298-47A6-964D-F7E0BBDE29AD}" dt="2025-05-27T14:32:48.581" v="1119" actId="478"/>
          <ac:picMkLst>
            <pc:docMk/>
            <pc:sldMk cId="145956361" sldId="311"/>
            <ac:picMk id="3" creationId="{1F73B77C-CA1C-9440-999E-F17982733DFB}"/>
          </ac:picMkLst>
        </pc:picChg>
        <pc:picChg chg="add mod modCrop">
          <ac:chgData name="Leônidas Müller de Oliveira" userId="5af9566427f0cd7a" providerId="LiveId" clId="{8562935F-B298-47A6-964D-F7E0BBDE29AD}" dt="2025-05-27T14:39:06.104" v="1181" actId="732"/>
          <ac:picMkLst>
            <pc:docMk/>
            <pc:sldMk cId="145956361" sldId="311"/>
            <ac:picMk id="5" creationId="{14192613-7DC2-60D9-85B9-E91CCBCFCFA4}"/>
          </ac:picMkLst>
        </pc:picChg>
        <pc:picChg chg="add mod">
          <ac:chgData name="Leônidas Müller de Oliveira" userId="5af9566427f0cd7a" providerId="LiveId" clId="{8562935F-B298-47A6-964D-F7E0BBDE29AD}" dt="2025-05-27T14:38:58.752" v="1179" actId="1076"/>
          <ac:picMkLst>
            <pc:docMk/>
            <pc:sldMk cId="145956361" sldId="311"/>
            <ac:picMk id="8" creationId="{C18D5BBB-3418-D9B7-47DC-E677A7AF9D7E}"/>
          </ac:picMkLst>
        </pc:picChg>
        <pc:picChg chg="add mod">
          <ac:chgData name="Leônidas Müller de Oliveira" userId="5af9566427f0cd7a" providerId="LiveId" clId="{8562935F-B298-47A6-964D-F7E0BBDE29AD}" dt="2025-05-27T14:38:56.743" v="1178" actId="1076"/>
          <ac:picMkLst>
            <pc:docMk/>
            <pc:sldMk cId="145956361" sldId="311"/>
            <ac:picMk id="10" creationId="{CCCFA560-CCA4-36CA-35C8-4DBD0C93FE42}"/>
          </ac:picMkLst>
        </pc:picChg>
        <pc:picChg chg="add mod">
          <ac:chgData name="Leônidas Müller de Oliveira" userId="5af9566427f0cd7a" providerId="LiveId" clId="{8562935F-B298-47A6-964D-F7E0BBDE29AD}" dt="2025-05-27T15:19:15.386" v="1303" actId="1076"/>
          <ac:picMkLst>
            <pc:docMk/>
            <pc:sldMk cId="145956361" sldId="311"/>
            <ac:picMk id="11" creationId="{61F640D2-FFFB-4F54-88AE-B4D47E2A17CB}"/>
          </ac:picMkLst>
        </pc:picChg>
        <pc:inkChg chg="add del mod topLvl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2" creationId="{0E4C3234-553B-1F6D-15D5-6D53E45A2571}"/>
          </ac:inkMkLst>
        </pc:inkChg>
        <pc:inkChg chg="add del mod topLvl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3" creationId="{D5D52937-BCB3-E589-E2FD-F25A0EA7F9D9}"/>
          </ac:inkMkLst>
        </pc:inkChg>
        <pc:inkChg chg="add del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5" creationId="{A956E9DC-C418-C0EF-6F3B-E7AFAA5605DB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6" creationId="{248A7D81-36B6-38A9-71A8-370C86694468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7" creationId="{96D8AD34-894D-3E54-B500-0AD4AC795B93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8" creationId="{D812B78D-BAB3-9D3F-2D3F-978908CCB632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20" creationId="{68724A89-341B-B176-84EC-970ED2997B99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21" creationId="{EC863F89-0916-F500-F042-1E733C5795DA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23" creationId="{AB38B4AA-B71C-D46E-87C6-02C9CA042AB2}"/>
          </ac:inkMkLst>
        </pc:inkChg>
        <pc:inkChg chg="add del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25" creationId="{7BB1F9AC-63DD-6E96-E53F-3F9CDF87E655}"/>
          </ac:inkMkLst>
        </pc:inkChg>
        <pc:inkChg chg="add del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26" creationId="{3AAD4FFD-FF52-62BA-BB8D-3A073A10EAC8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27" creationId="{900928E1-790B-E6BE-783C-6B4C69849005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28" creationId="{E42C9BDE-1079-EC8A-16A2-877FC93F235C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29" creationId="{80614792-6483-3871-08E9-97C89E0DFADC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31" creationId="{B7BF80DA-FBCF-35E7-3A7F-588C304DDE85}"/>
          </ac:inkMkLst>
        </pc:inkChg>
        <pc:inkChg chg="add del mod topLvl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33" creationId="{9C965728-6A8B-763B-FA97-EBA0D543D488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34" creationId="{BA46882C-307E-A0F4-8B5D-4DE1C03EAA6E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35" creationId="{E986BE15-A519-97F1-2BF4-2D6137DE8F76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36" creationId="{81DCDE11-0CBA-BDB7-C75E-3C53A1B3F763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37" creationId="{3BC6C6F6-6F55-0FC3-97B2-C8741E27E492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38" creationId="{89F09B82-F9B7-AC43-9170-3CCFEDA0F07A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39" creationId="{1724A4F5-7CEF-7F65-F48B-ABC825E4281F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41" creationId="{10EDF16C-E237-DA5E-027B-EDFCA1E27254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42" creationId="{C9EF7160-2A0E-D0A5-BE6A-9E268CA8FD56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43" creationId="{A1B59572-0C11-8666-5F0E-5B6B356DD112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45" creationId="{133CE7B8-BE76-649E-23E5-82A71272A685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46" creationId="{7A38ED7B-1327-0A24-FDEB-10E717E28423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47" creationId="{C3C8565F-8FE4-216E-D4A6-A7AC925BF4DC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48" creationId="{D2B3D262-541C-AFCB-8BDD-FD3ADC27351C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49" creationId="{BFC98FA9-1343-2559-B50E-C39C4F3B1FEC}"/>
          </ac:inkMkLst>
        </pc:inkChg>
        <pc:inkChg chg="add del mod topLvl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50" creationId="{567590E2-4135-0D2C-12E8-56344B25D7D5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51" creationId="{D6D91EE0-8E70-47A2-35B0-A68699D8CF31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52" creationId="{F32D5AC1-CC77-4E6E-4350-70446471148D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56" creationId="{026E4D43-84D3-6B1D-D7DF-6794CA09FFC5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57" creationId="{C943234B-CB71-048C-4217-EBEF2BEC2DC4}"/>
          </ac:inkMkLst>
        </pc:inkChg>
        <pc:inkChg chg="add del mod topLvl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58" creationId="{91A2EF3D-C3A7-6C86-8807-8C55BB975168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60" creationId="{27498F69-4444-BE13-1F46-EC1FAFCFD2BA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62" creationId="{B891BC0B-1F95-4711-1ACA-DB2DD37EF6BB}"/>
          </ac:inkMkLst>
        </pc:inkChg>
        <pc:inkChg chg="add del mod topLvl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28" creationId="{D03B533D-1955-DC0B-2A81-DCBE071E5961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29" creationId="{3EBAFBA9-F153-49F0-2092-9A1091D6FEE7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30" creationId="{1131ABAA-FAF6-28E5-F1ED-ABCC80D6DD08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31" creationId="{A2C3C29E-1D13-6299-6152-709DC1A83113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32" creationId="{BA697320-5676-332B-6B39-868BC1BAE3D5}"/>
          </ac:inkMkLst>
        </pc:inkChg>
        <pc:inkChg chg="add del mod topLvl">
          <ac:chgData name="Leônidas Müller de Oliveira" userId="5af9566427f0cd7a" providerId="LiveId" clId="{8562935F-B298-47A6-964D-F7E0BBDE29AD}" dt="2025-05-27T18:19:02.456" v="1818" actId="478"/>
          <ac:inkMkLst>
            <pc:docMk/>
            <pc:sldMk cId="145956361" sldId="311"/>
            <ac:inkMk id="133" creationId="{4D7318E7-87D7-C988-12AF-1A80B76D8ABB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34" creationId="{66EC2869-2FF0-5F5F-4E19-8F78DD0980E9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35" creationId="{7AD91A0E-F3A3-5CAC-7851-2C15E5FC3523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37" creationId="{9CF71774-B579-BD11-ADB9-178EC7BEF584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38" creationId="{2CFB927C-7A9A-EB93-951C-CB391BD5C31D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39" creationId="{44811C3B-BE6B-023D-89BF-AE71A93D2086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44" creationId="{38D3DCE9-55C3-1EA2-7EA0-4FF385B1FE4A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45" creationId="{12381AAF-8C9C-7991-43E2-A758A13D0466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46" creationId="{BFE56375-E43E-BED9-0BFB-E07CA1FE0249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47" creationId="{05A556BC-102E-B9FD-A5CC-12D965052AD4}"/>
          </ac:inkMkLst>
        </pc:inkChg>
        <pc:inkChg chg="add del mod topLvl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48" creationId="{15B4AA7A-CB58-5FB9-AF03-CC89D3B65D2D}"/>
          </ac:inkMkLst>
        </pc:inkChg>
        <pc:inkChg chg="add del mod topLvl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49" creationId="{EB4820DC-DB3D-0DEB-F239-945490E2B309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50" creationId="{69AE9E04-B976-873E-328A-9599DB459E65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51" creationId="{795F427B-4F3A-D3BF-0C74-8C95793FB4A3}"/>
          </ac:inkMkLst>
        </pc:inkChg>
        <pc:inkChg chg="add del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53" creationId="{F379B8DB-09FF-3931-B9E1-92D5E5D4F798}"/>
          </ac:inkMkLst>
        </pc:inkChg>
        <pc:inkChg chg="add del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54" creationId="{2C8057BF-E644-57BC-F7B5-8A1C5B3C0801}"/>
          </ac:inkMkLst>
        </pc:inkChg>
        <pc:inkChg chg="add del">
          <ac:chgData name="Leônidas Müller de Oliveira" userId="5af9566427f0cd7a" providerId="LiveId" clId="{8562935F-B298-47A6-964D-F7E0BBDE29AD}" dt="2025-05-27T18:17:26.098" v="1774" actId="478"/>
          <ac:inkMkLst>
            <pc:docMk/>
            <pc:sldMk cId="145956361" sldId="311"/>
            <ac:inkMk id="155" creationId="{E399EF2A-904A-2981-BB6D-74F25F4CC188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56" creationId="{FF2CD84E-7A77-E186-44C8-017573741164}"/>
          </ac:inkMkLst>
        </pc:inkChg>
        <pc:inkChg chg="add del mod topLvl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57" creationId="{226D57B4-F73E-C484-0A46-69E0E866D677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58" creationId="{2F3D8047-9448-5A0F-EEF3-61534FEDB71B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59" creationId="{7E36C6C3-5AB5-59A2-DABC-194A9FA53ACF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60" creationId="{4CE48347-0C65-9488-311F-24036C9972FD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61" creationId="{0121C21E-DE99-9E0A-F91F-E4307293224C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62" creationId="{22D8D730-8F76-3116-5538-0E8080BFDFBA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63" creationId="{E9C6E370-37D6-01B6-E81E-3AA3BD4FAA93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65" creationId="{1FB91410-CDCE-13A4-3BA8-9A04D627F8EB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66" creationId="{507BFB4D-221A-E238-0417-83ED394AC12D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67" creationId="{10229FF4-0CA0-DD79-6BE0-55D8077C7889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68" creationId="{837AE958-6577-3596-5395-5936731507CA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69" creationId="{B623DC51-2558-271F-8A4F-A7B94FD1D27D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71" creationId="{68785444-DE61-9DBC-9F2D-9D1C4E161530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72" creationId="{06FEF228-B3F2-A11B-4D2D-2F264F0E9A07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74" creationId="{D48AE4E2-AA06-E1CA-7488-0DD2C61500C6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75" creationId="{B991C8BA-7833-8779-DF5F-35FA75AA0008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76" creationId="{0287C9F2-272B-0B87-73BF-96CC6B61E3E7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77" creationId="{8303FFF7-D515-7FFD-7B40-1535322D95F3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78" creationId="{018F2C7A-63D4-DB77-B5EE-DC22F5B568C7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79" creationId="{E6C87B61-67AF-D233-7478-FEFFC5A94029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80" creationId="{78767AFB-4DF2-4968-F034-E93C54FCCAD0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82" creationId="{6399D3CB-45ED-0F76-CC57-1AFF4BA8B26C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84" creationId="{D1DC52C7-57A3-953D-EBFA-AF16357FD0B6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85" creationId="{CAB58690-DDB0-BFD7-2F1E-C87C453183E6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86" creationId="{9270AA4F-6F49-2E4B-15CB-D15AA7AA8998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88" creationId="{4292C5C7-BB9A-274D-D481-CAED47A18EE5}"/>
          </ac:inkMkLst>
        </pc:inkChg>
        <pc:inkChg chg="add del mod topLvl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90" creationId="{F76DD893-F63D-476A-F3E3-C45450EFD6DA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91" creationId="{D5A27A37-43B9-5E41-9DC4-8EF789356A25}"/>
          </ac:inkMkLst>
        </pc:inkChg>
        <pc:inkChg chg="add del mod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93" creationId="{7A982C54-DEB2-CAC5-6E7B-23D4A8435DC5}"/>
          </ac:inkMkLst>
        </pc:inkChg>
        <pc:inkChg chg="add del mod topLvl">
          <ac:chgData name="Leônidas Müller de Oliveira" userId="5af9566427f0cd7a" providerId="LiveId" clId="{8562935F-B298-47A6-964D-F7E0BBDE29AD}" dt="2025-05-27T18:18:53.081" v="1816" actId="478"/>
          <ac:inkMkLst>
            <pc:docMk/>
            <pc:sldMk cId="145956361" sldId="311"/>
            <ac:inkMk id="195" creationId="{5CCC07F7-EF72-1219-A59E-E14FB8530FD9}"/>
          </ac:inkMkLst>
        </pc:inkChg>
        <pc:inkChg chg="add del">
          <ac:chgData name="Leônidas Müller de Oliveira" userId="5af9566427f0cd7a" providerId="LiveId" clId="{8562935F-B298-47A6-964D-F7E0BBDE29AD}" dt="2025-05-27T18:19:41.977" v="1822" actId="478"/>
          <ac:inkMkLst>
            <pc:docMk/>
            <pc:sldMk cId="145956361" sldId="311"/>
            <ac:inkMk id="197" creationId="{E1F89280-0150-50D2-9FBE-03E10BAE3E82}"/>
          </ac:inkMkLst>
        </pc:inkChg>
        <pc:inkChg chg="add del">
          <ac:chgData name="Leônidas Müller de Oliveira" userId="5af9566427f0cd7a" providerId="LiveId" clId="{8562935F-B298-47A6-964D-F7E0BBDE29AD}" dt="2025-05-27T18:20:05.513" v="1845" actId="478"/>
          <ac:inkMkLst>
            <pc:docMk/>
            <pc:sldMk cId="145956361" sldId="311"/>
            <ac:inkMk id="198" creationId="{B4896532-C46E-9A91-B5FC-3D5CDB7B56CE}"/>
          </ac:inkMkLst>
        </pc:inkChg>
        <pc:inkChg chg="add del">
          <ac:chgData name="Leônidas Müller de Oliveira" userId="5af9566427f0cd7a" providerId="LiveId" clId="{8562935F-B298-47A6-964D-F7E0BBDE29AD}" dt="2025-05-27T18:19:43.022" v="1823" actId="478"/>
          <ac:inkMkLst>
            <pc:docMk/>
            <pc:sldMk cId="145956361" sldId="311"/>
            <ac:inkMk id="199" creationId="{3771AC29-C7D8-AC5D-5FE0-46CAEE173462}"/>
          </ac:inkMkLst>
        </pc:inkChg>
        <pc:inkChg chg="add del">
          <ac:chgData name="Leônidas Müller de Oliveira" userId="5af9566427f0cd7a" providerId="LiveId" clId="{8562935F-B298-47A6-964D-F7E0BBDE29AD}" dt="2025-05-27T18:20:07.497" v="1846" actId="478"/>
          <ac:inkMkLst>
            <pc:docMk/>
            <pc:sldMk cId="145956361" sldId="311"/>
            <ac:inkMk id="200" creationId="{1749F2DE-E702-5C92-0814-9AE5A8FB48E7}"/>
          </ac:inkMkLst>
        </pc:inkChg>
        <pc:inkChg chg="add del mod topLvl">
          <ac:chgData name="Leônidas Müller de Oliveira" userId="5af9566427f0cd7a" providerId="LiveId" clId="{8562935F-B298-47A6-964D-F7E0BBDE29AD}" dt="2025-05-27T18:22:04.035" v="1903" actId="478"/>
          <ac:inkMkLst>
            <pc:docMk/>
            <pc:sldMk cId="145956361" sldId="311"/>
            <ac:inkMk id="201" creationId="{3666C2CA-0B26-2E6B-5696-52B9E403C3BD}"/>
          </ac:inkMkLst>
        </pc:inkChg>
        <pc:inkChg chg="add del mod">
          <ac:chgData name="Leônidas Müller de Oliveira" userId="5af9566427f0cd7a" providerId="LiveId" clId="{8562935F-B298-47A6-964D-F7E0BBDE29AD}" dt="2025-05-27T18:22:04.035" v="1903" actId="478"/>
          <ac:inkMkLst>
            <pc:docMk/>
            <pc:sldMk cId="145956361" sldId="311"/>
            <ac:inkMk id="202" creationId="{1F7D7A73-DAD7-BDF9-9F6F-AF2BE2B8D3B0}"/>
          </ac:inkMkLst>
        </pc:inkChg>
        <pc:inkChg chg="add del mod">
          <ac:chgData name="Leônidas Müller de Oliveira" userId="5af9566427f0cd7a" providerId="LiveId" clId="{8562935F-B298-47A6-964D-F7E0BBDE29AD}" dt="2025-05-27T18:22:04.035" v="1903" actId="478"/>
          <ac:inkMkLst>
            <pc:docMk/>
            <pc:sldMk cId="145956361" sldId="311"/>
            <ac:inkMk id="203" creationId="{FF04E1C8-CDB3-D07C-1B34-AB177152ABD5}"/>
          </ac:inkMkLst>
        </pc:inkChg>
        <pc:inkChg chg="add del mod">
          <ac:chgData name="Leônidas Müller de Oliveira" userId="5af9566427f0cd7a" providerId="LiveId" clId="{8562935F-B298-47A6-964D-F7E0BBDE29AD}" dt="2025-05-27T18:22:04.035" v="1903" actId="478"/>
          <ac:inkMkLst>
            <pc:docMk/>
            <pc:sldMk cId="145956361" sldId="311"/>
            <ac:inkMk id="204" creationId="{70769A13-D68E-2EAD-8C3B-4870FBDC9BCB}"/>
          </ac:inkMkLst>
        </pc:inkChg>
        <pc:inkChg chg="add del mod topLvl">
          <ac:chgData name="Leônidas Müller de Oliveira" userId="5af9566427f0cd7a" providerId="LiveId" clId="{8562935F-B298-47A6-964D-F7E0BBDE29AD}" dt="2025-05-27T18:22:04.035" v="1903" actId="478"/>
          <ac:inkMkLst>
            <pc:docMk/>
            <pc:sldMk cId="145956361" sldId="311"/>
            <ac:inkMk id="205" creationId="{22D4037D-877B-B947-8CDD-9A3A488CD711}"/>
          </ac:inkMkLst>
        </pc:inkChg>
        <pc:inkChg chg="add del">
          <ac:chgData name="Leônidas Müller de Oliveira" userId="5af9566427f0cd7a" providerId="LiveId" clId="{8562935F-B298-47A6-964D-F7E0BBDE29AD}" dt="2025-05-27T18:22:04.035" v="1903" actId="478"/>
          <ac:inkMkLst>
            <pc:docMk/>
            <pc:sldMk cId="145956361" sldId="311"/>
            <ac:inkMk id="207" creationId="{B278676F-3D6C-B82A-70C2-ED030BDAF720}"/>
          </ac:inkMkLst>
        </pc:inkChg>
      </pc:sldChg>
      <pc:sldChg chg="add del">
        <pc:chgData name="Leônidas Müller de Oliveira" userId="5af9566427f0cd7a" providerId="LiveId" clId="{8562935F-B298-47A6-964D-F7E0BBDE29AD}" dt="2025-05-27T14:42:40.311" v="1249" actId="47"/>
        <pc:sldMkLst>
          <pc:docMk/>
          <pc:sldMk cId="157879989" sldId="312"/>
        </pc:sldMkLst>
      </pc:sldChg>
      <pc:sldChg chg="addSp delSp modSp add del mod">
        <pc:chgData name="Leônidas Müller de Oliveira" userId="5af9566427f0cd7a" providerId="LiveId" clId="{8562935F-B298-47A6-964D-F7E0BBDE29AD}" dt="2025-05-27T14:42:40.311" v="1249" actId="47"/>
        <pc:sldMkLst>
          <pc:docMk/>
          <pc:sldMk cId="564371894" sldId="313"/>
        </pc:sldMkLst>
        <pc:picChg chg="add mod">
          <ac:chgData name="Leônidas Müller de Oliveira" userId="5af9566427f0cd7a" providerId="LiveId" clId="{8562935F-B298-47A6-964D-F7E0BBDE29AD}" dt="2025-05-27T14:38:10.738" v="1159" actId="1076"/>
          <ac:picMkLst>
            <pc:docMk/>
            <pc:sldMk cId="564371894" sldId="313"/>
            <ac:picMk id="3" creationId="{97EB6103-0F96-9714-080C-2BF50DC4649A}"/>
          </ac:picMkLst>
        </pc:picChg>
        <pc:picChg chg="del">
          <ac:chgData name="Leônidas Müller de Oliveira" userId="5af9566427f0cd7a" providerId="LiveId" clId="{8562935F-B298-47A6-964D-F7E0BBDE29AD}" dt="2025-05-27T14:38:02.792" v="1154" actId="478"/>
          <ac:picMkLst>
            <pc:docMk/>
            <pc:sldMk cId="564371894" sldId="313"/>
            <ac:picMk id="5" creationId="{14192613-7DC2-60D9-85B9-E91CCBCFCFA4}"/>
          </ac:picMkLst>
        </pc:picChg>
        <pc:picChg chg="del">
          <ac:chgData name="Leônidas Müller de Oliveira" userId="5af9566427f0cd7a" providerId="LiveId" clId="{8562935F-B298-47A6-964D-F7E0BBDE29AD}" dt="2025-05-27T14:38:06.432" v="1156" actId="478"/>
          <ac:picMkLst>
            <pc:docMk/>
            <pc:sldMk cId="564371894" sldId="313"/>
            <ac:picMk id="8" creationId="{C18D5BBB-3418-D9B7-47DC-E677A7AF9D7E}"/>
          </ac:picMkLst>
        </pc:picChg>
      </pc:sldChg>
      <pc:sldChg chg="addSp delSp modSp add mod">
        <pc:chgData name="Leônidas Müller de Oliveira" userId="5af9566427f0cd7a" providerId="LiveId" clId="{8562935F-B298-47A6-964D-F7E0BBDE29AD}" dt="2025-05-27T18:50:08.357" v="2135" actId="478"/>
        <pc:sldMkLst>
          <pc:docMk/>
          <pc:sldMk cId="3079913626" sldId="314"/>
        </pc:sldMkLst>
        <pc:spChg chg="mod">
          <ac:chgData name="Leônidas Müller de Oliveira" userId="5af9566427f0cd7a" providerId="LiveId" clId="{8562935F-B298-47A6-964D-F7E0BBDE29AD}" dt="2025-05-27T15:56:29.054" v="1353" actId="6549"/>
          <ac:spMkLst>
            <pc:docMk/>
            <pc:sldMk cId="3079913626" sldId="314"/>
            <ac:spMk id="7" creationId="{FD65234F-CE76-4586-9D67-44EDBAE0C0F0}"/>
          </ac:spMkLst>
        </pc:spChg>
        <pc:spChg chg="mod">
          <ac:chgData name="Leônidas Müller de Oliveira" userId="5af9566427f0cd7a" providerId="LiveId" clId="{8562935F-B298-47A6-964D-F7E0BBDE29AD}" dt="2025-05-27T14:40:27.654" v="1195" actId="6549"/>
          <ac:spMkLst>
            <pc:docMk/>
            <pc:sldMk cId="3079913626" sldId="314"/>
            <ac:spMk id="143" creationId="{00000000-0000-0000-0000-000000000000}"/>
          </ac:spMkLst>
        </pc:spChg>
        <pc:grpChg chg="del mod">
          <ac:chgData name="Leônidas Müller de Oliveira" userId="5af9566427f0cd7a" providerId="LiveId" clId="{8562935F-B298-47A6-964D-F7E0BBDE29AD}" dt="2025-05-27T18:22:55.301" v="1914"/>
          <ac:grpSpMkLst>
            <pc:docMk/>
            <pc:sldMk cId="3079913626" sldId="314"/>
            <ac:grpSpMk id="11" creationId="{A57C3F4D-A714-076E-4637-3F46FEA38387}"/>
          </ac:grpSpMkLst>
        </pc:grpChg>
        <pc:grpChg chg="del mod">
          <ac:chgData name="Leônidas Müller de Oliveira" userId="5af9566427f0cd7a" providerId="LiveId" clId="{8562935F-B298-47A6-964D-F7E0BBDE29AD}" dt="2025-05-27T18:22:55.301" v="1914"/>
          <ac:grpSpMkLst>
            <pc:docMk/>
            <pc:sldMk cId="3079913626" sldId="314"/>
            <ac:grpSpMk id="14" creationId="{4F50BDA6-FF38-79E9-B6F2-43A7CADC4320}"/>
          </ac:grpSpMkLst>
        </pc:grpChg>
        <pc:grpChg chg="del mod">
          <ac:chgData name="Leônidas Müller de Oliveira" userId="5af9566427f0cd7a" providerId="LiveId" clId="{8562935F-B298-47A6-964D-F7E0BBDE29AD}" dt="2025-05-27T18:23:11.116" v="1917"/>
          <ac:grpSpMkLst>
            <pc:docMk/>
            <pc:sldMk cId="3079913626" sldId="314"/>
            <ac:grpSpMk id="17" creationId="{F2AA9324-88D5-8A02-94B8-DD78CB1D44DC}"/>
          </ac:grpSpMkLst>
        </pc:grpChg>
        <pc:grpChg chg="del mod">
          <ac:chgData name="Leônidas Müller de Oliveira" userId="5af9566427f0cd7a" providerId="LiveId" clId="{8562935F-B298-47A6-964D-F7E0BBDE29AD}" dt="2025-05-27T18:23:49.608" v="1934"/>
          <ac:grpSpMkLst>
            <pc:docMk/>
            <pc:sldMk cId="3079913626" sldId="314"/>
            <ac:grpSpMk id="18" creationId="{CE0466FF-E984-A300-C125-3D4DF8D64580}"/>
          </ac:grpSpMkLst>
        </pc:grpChg>
        <pc:grpChg chg="del mod">
          <ac:chgData name="Leônidas Müller de Oliveira" userId="5af9566427f0cd7a" providerId="LiveId" clId="{8562935F-B298-47A6-964D-F7E0BBDE29AD}" dt="2025-05-27T18:23:49.608" v="1934"/>
          <ac:grpSpMkLst>
            <pc:docMk/>
            <pc:sldMk cId="3079913626" sldId="314"/>
            <ac:grpSpMk id="21" creationId="{D9D72595-EA22-3C8A-3BF1-20D9CE6E9B80}"/>
          </ac:grpSpMkLst>
        </pc:grpChg>
        <pc:grpChg chg="del mod">
          <ac:chgData name="Leônidas Müller de Oliveira" userId="5af9566427f0cd7a" providerId="LiveId" clId="{8562935F-B298-47A6-964D-F7E0BBDE29AD}" dt="2025-05-27T18:23:17.786" v="1923"/>
          <ac:grpSpMkLst>
            <pc:docMk/>
            <pc:sldMk cId="3079913626" sldId="314"/>
            <ac:grpSpMk id="25" creationId="{4F61038D-87C7-AD1A-4C05-7AD63DE21A67}"/>
          </ac:grpSpMkLst>
        </pc:grpChg>
        <pc:grpChg chg="del mod">
          <ac:chgData name="Leônidas Müller de Oliveira" userId="5af9566427f0cd7a" providerId="LiveId" clId="{8562935F-B298-47A6-964D-F7E0BBDE29AD}" dt="2025-05-27T18:50:08.357" v="2135" actId="478"/>
          <ac:grpSpMkLst>
            <pc:docMk/>
            <pc:sldMk cId="3079913626" sldId="314"/>
            <ac:grpSpMk id="27" creationId="{F75CACC5-224D-7745-8C63-EC2306F03E3B}"/>
          </ac:grpSpMkLst>
        </pc:grpChg>
        <pc:grpChg chg="del mod">
          <ac:chgData name="Leônidas Müller de Oliveira" userId="5af9566427f0cd7a" providerId="LiveId" clId="{8562935F-B298-47A6-964D-F7E0BBDE29AD}" dt="2025-05-27T18:50:08.357" v="2135" actId="478"/>
          <ac:grpSpMkLst>
            <pc:docMk/>
            <pc:sldMk cId="3079913626" sldId="314"/>
            <ac:grpSpMk id="38" creationId="{A11BC061-897E-5BBC-B647-D1D6F9F5C6BD}"/>
          </ac:grpSpMkLst>
        </pc:grpChg>
        <pc:picChg chg="add mod">
          <ac:chgData name="Leônidas Müller de Oliveira" userId="5af9566427f0cd7a" providerId="LiveId" clId="{8562935F-B298-47A6-964D-F7E0BBDE29AD}" dt="2025-05-27T15:19:53.070" v="1316" actId="1076"/>
          <ac:picMkLst>
            <pc:docMk/>
            <pc:sldMk cId="3079913626" sldId="314"/>
            <ac:picMk id="2" creationId="{16F1FFF5-4DDE-4EB0-8186-F5D9ECA0DD48}"/>
          </ac:picMkLst>
        </pc:picChg>
        <pc:inkChg chg="add del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3" creationId="{9685C7CD-CC86-2D4B-5BBE-E45FB98AD20C}"/>
          </ac:inkMkLst>
        </pc:inkChg>
        <pc:inkChg chg="add del mod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4" creationId="{1080F6BD-74F2-C49F-560B-1D800F6C715D}"/>
          </ac:inkMkLst>
        </pc:inkChg>
        <pc:inkChg chg="add del mod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6" creationId="{6384A2E4-96BE-85F1-DF58-DF6BB9F98E6D}"/>
          </ac:inkMkLst>
        </pc:inkChg>
        <pc:inkChg chg="add del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9" creationId="{4776E87E-6376-1207-38CB-E9253AD50BB5}"/>
          </ac:inkMkLst>
        </pc:inkChg>
        <pc:inkChg chg="add del mod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12" creationId="{20AB024E-0242-32CB-4DF6-D6F17FBBB785}"/>
          </ac:inkMkLst>
        </pc:inkChg>
        <pc:inkChg chg="add del mod topLvl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13" creationId="{F7271401-A66E-0609-5685-67DE423FF0D4}"/>
          </ac:inkMkLst>
        </pc:inkChg>
        <pc:inkChg chg="add del mod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15" creationId="{0CF10C92-7559-D543-37F5-F29BB0F5B6ED}"/>
          </ac:inkMkLst>
        </pc:inkChg>
        <pc:inkChg chg="add del mod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16" creationId="{8794A425-86F2-B9CD-3A5D-649C38B7BF73}"/>
          </ac:inkMkLst>
        </pc:inkChg>
        <pc:inkChg chg="add del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19" creationId="{4A09C79A-D95B-3840-530C-34E7FB9D9C93}"/>
          </ac:inkMkLst>
        </pc:inkChg>
        <pc:inkChg chg="add del mod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20" creationId="{47097F6C-21AE-FED9-1D9B-F551496E45CB}"/>
          </ac:inkMkLst>
        </pc:inkChg>
        <pc:inkChg chg="add del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22" creationId="{C95BA3A2-632A-2A29-109E-8A34720E94BB}"/>
          </ac:inkMkLst>
        </pc:inkChg>
        <pc:inkChg chg="add del mod topLvl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23" creationId="{81A344DA-0D5E-3BDC-A649-CC2DDA9D3118}"/>
          </ac:inkMkLst>
        </pc:inkChg>
        <pc:inkChg chg="add del mod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24" creationId="{D730F51D-553C-8E0E-6502-5F379FFEF7D1}"/>
          </ac:inkMkLst>
        </pc:inkChg>
        <pc:inkChg chg="add del mod topLvl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26" creationId="{FC6D7773-A44D-FBAE-A8FF-EBB3AF06921C}"/>
          </ac:inkMkLst>
        </pc:inkChg>
        <pc:inkChg chg="add del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28" creationId="{550DC4A7-A1B8-6E6F-A0E6-C094E9B502A2}"/>
          </ac:inkMkLst>
        </pc:inkChg>
        <pc:inkChg chg="add del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29" creationId="{89B0E029-7BBD-F981-0C66-6A20B7B2D94E}"/>
          </ac:inkMkLst>
        </pc:inkChg>
        <pc:inkChg chg="add del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30" creationId="{9D8DA67E-528A-A1E6-3307-C984A7FE222B}"/>
          </ac:inkMkLst>
        </pc:inkChg>
        <pc:inkChg chg="add del mod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31" creationId="{4FD53399-324F-F3C1-4469-F83042B6D725}"/>
          </ac:inkMkLst>
        </pc:inkChg>
        <pc:inkChg chg="add del mod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32" creationId="{53B347F6-71A3-60A3-FC5C-17D095AFCEBF}"/>
          </ac:inkMkLst>
        </pc:inkChg>
        <pc:inkChg chg="add del mod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33" creationId="{1DBAC5DC-E48D-5F4E-604C-C93B45653049}"/>
          </ac:inkMkLst>
        </pc:inkChg>
        <pc:inkChg chg="add del mod topLvl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34" creationId="{AECE0005-C424-3682-C291-25B4BE9C2531}"/>
          </ac:inkMkLst>
        </pc:inkChg>
        <pc:inkChg chg="add del mod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35" creationId="{87E4885E-9B01-C471-FB33-4E63FF2D6DAC}"/>
          </ac:inkMkLst>
        </pc:inkChg>
        <pc:inkChg chg="add del mod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36" creationId="{B7403118-E47B-51DF-DC6F-1B3775418AFD}"/>
          </ac:inkMkLst>
        </pc:inkChg>
        <pc:inkChg chg="add del mod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37" creationId="{5016BE59-B6D8-263D-4DBE-DDEB007C064F}"/>
          </ac:inkMkLst>
        </pc:inkChg>
        <pc:inkChg chg="add del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39" creationId="{13DAD947-7FC9-67B4-0A52-728AA5A21E8F}"/>
          </ac:inkMkLst>
        </pc:inkChg>
        <pc:inkChg chg="add del">
          <ac:chgData name="Leônidas Müller de Oliveira" userId="5af9566427f0cd7a" providerId="LiveId" clId="{8562935F-B298-47A6-964D-F7E0BBDE29AD}" dt="2025-05-27T18:50:08.357" v="2135" actId="478"/>
          <ac:inkMkLst>
            <pc:docMk/>
            <pc:sldMk cId="3079913626" sldId="314"/>
            <ac:inkMk id="40" creationId="{C4DC6A83-124D-53EC-078E-1B98F9110E2D}"/>
          </ac:inkMkLst>
        </pc:inkChg>
      </pc:sldChg>
      <pc:sldChg chg="addSp delSp modSp add mod">
        <pc:chgData name="Leônidas Müller de Oliveira" userId="5af9566427f0cd7a" providerId="LiveId" clId="{8562935F-B298-47A6-964D-F7E0BBDE29AD}" dt="2025-05-27T18:50:11.822" v="2136" actId="478"/>
        <pc:sldMkLst>
          <pc:docMk/>
          <pc:sldMk cId="234003673" sldId="315"/>
        </pc:sldMkLst>
        <pc:spChg chg="mod">
          <ac:chgData name="Leônidas Müller de Oliveira" userId="5af9566427f0cd7a" providerId="LiveId" clId="{8562935F-B298-47A6-964D-F7E0BBDE29AD}" dt="2025-05-27T15:22:08.914" v="1348" actId="20577"/>
          <ac:spMkLst>
            <pc:docMk/>
            <pc:sldMk cId="234003673" sldId="315"/>
            <ac:spMk id="7" creationId="{FD65234F-CE76-4586-9D67-44EDBAE0C0F0}"/>
          </ac:spMkLst>
        </pc:spChg>
        <pc:spChg chg="mod">
          <ac:chgData name="Leônidas Müller de Oliveira" userId="5af9566427f0cd7a" providerId="LiveId" clId="{8562935F-B298-47A6-964D-F7E0BBDE29AD}" dt="2025-05-27T14:41:36.411" v="1245" actId="20577"/>
          <ac:spMkLst>
            <pc:docMk/>
            <pc:sldMk cId="234003673" sldId="315"/>
            <ac:spMk id="143" creationId="{00000000-0000-0000-0000-000000000000}"/>
          </ac:spMkLst>
        </pc:spChg>
        <pc:grpChg chg="del mod">
          <ac:chgData name="Leônidas Müller de Oliveira" userId="5af9566427f0cd7a" providerId="LiveId" clId="{8562935F-B298-47A6-964D-F7E0BBDE29AD}" dt="2025-05-27T18:24:35.876" v="1958"/>
          <ac:grpSpMkLst>
            <pc:docMk/>
            <pc:sldMk cId="234003673" sldId="315"/>
            <ac:grpSpMk id="16" creationId="{3CB8C31D-9681-9D8E-95A4-045956A92837}"/>
          </ac:grpSpMkLst>
        </pc:grpChg>
        <pc:grpChg chg="del mod">
          <ac:chgData name="Leônidas Müller de Oliveira" userId="5af9566427f0cd7a" providerId="LiveId" clId="{8562935F-B298-47A6-964D-F7E0BBDE29AD}" dt="2025-05-27T18:24:35.876" v="1958"/>
          <ac:grpSpMkLst>
            <pc:docMk/>
            <pc:sldMk cId="234003673" sldId="315"/>
            <ac:grpSpMk id="17" creationId="{3AD0E438-927D-0A67-62DE-CA4235C9C823}"/>
          </ac:grpSpMkLst>
        </pc:grpChg>
        <pc:grpChg chg="del mod">
          <ac:chgData name="Leônidas Müller de Oliveira" userId="5af9566427f0cd7a" providerId="LiveId" clId="{8562935F-B298-47A6-964D-F7E0BBDE29AD}" dt="2025-05-27T18:24:35.876" v="1958"/>
          <ac:grpSpMkLst>
            <pc:docMk/>
            <pc:sldMk cId="234003673" sldId="315"/>
            <ac:grpSpMk id="18" creationId="{B9216CB5-1410-FBF5-1E53-7E866F1B96C4}"/>
          </ac:grpSpMkLst>
        </pc:grpChg>
        <pc:grpChg chg="del mod">
          <ac:chgData name="Leônidas Müller de Oliveira" userId="5af9566427f0cd7a" providerId="LiveId" clId="{8562935F-B298-47A6-964D-F7E0BBDE29AD}" dt="2025-05-27T18:50:11.822" v="2136" actId="478"/>
          <ac:grpSpMkLst>
            <pc:docMk/>
            <pc:sldMk cId="234003673" sldId="315"/>
            <ac:grpSpMk id="23" creationId="{F3AF853F-44F5-9912-6545-645EBC9624A5}"/>
          </ac:grpSpMkLst>
        </pc:grpChg>
        <pc:grpChg chg="del mod">
          <ac:chgData name="Leônidas Müller de Oliveira" userId="5af9566427f0cd7a" providerId="LiveId" clId="{8562935F-B298-47A6-964D-F7E0BBDE29AD}" dt="2025-05-27T18:24:35.876" v="1958"/>
          <ac:grpSpMkLst>
            <pc:docMk/>
            <pc:sldMk cId="234003673" sldId="315"/>
            <ac:grpSpMk id="27" creationId="{C5EAD469-0E96-906C-9DF1-E423151C529C}"/>
          </ac:grpSpMkLst>
        </pc:grpChg>
        <pc:grpChg chg="del mod">
          <ac:chgData name="Leônidas Müller de Oliveira" userId="5af9566427f0cd7a" providerId="LiveId" clId="{8562935F-B298-47A6-964D-F7E0BBDE29AD}" dt="2025-05-27T18:24:37.933" v="1961"/>
          <ac:grpSpMkLst>
            <pc:docMk/>
            <pc:sldMk cId="234003673" sldId="315"/>
            <ac:grpSpMk id="30" creationId="{85CB421B-E802-D11D-C37F-22F8C175CF5B}"/>
          </ac:grpSpMkLst>
        </pc:grpChg>
        <pc:grpChg chg="del mod">
          <ac:chgData name="Leônidas Müller de Oliveira" userId="5af9566427f0cd7a" providerId="LiveId" clId="{8562935F-B298-47A6-964D-F7E0BBDE29AD}" dt="2025-05-27T18:50:11.822" v="2136" actId="478"/>
          <ac:grpSpMkLst>
            <pc:docMk/>
            <pc:sldMk cId="234003673" sldId="315"/>
            <ac:grpSpMk id="33" creationId="{0C6B4DCB-E498-8DAA-95B5-4543601F2A7B}"/>
          </ac:grpSpMkLst>
        </pc:grpChg>
        <pc:grpChg chg="del mod">
          <ac:chgData name="Leônidas Müller de Oliveira" userId="5af9566427f0cd7a" providerId="LiveId" clId="{8562935F-B298-47A6-964D-F7E0BBDE29AD}" dt="2025-05-27T18:50:11.822" v="2136" actId="478"/>
          <ac:grpSpMkLst>
            <pc:docMk/>
            <pc:sldMk cId="234003673" sldId="315"/>
            <ac:grpSpMk id="39" creationId="{58BE9B05-D6A6-4DAE-C091-0B4871B2C78D}"/>
          </ac:grpSpMkLst>
        </pc:grpChg>
        <pc:grpChg chg="del mod">
          <ac:chgData name="Leônidas Müller de Oliveira" userId="5af9566427f0cd7a" providerId="LiveId" clId="{8562935F-B298-47A6-964D-F7E0BBDE29AD}" dt="2025-05-27T18:50:11.822" v="2136" actId="478"/>
          <ac:grpSpMkLst>
            <pc:docMk/>
            <pc:sldMk cId="234003673" sldId="315"/>
            <ac:grpSpMk id="40" creationId="{C5F607E6-A57D-59DE-DDAE-920309F7116F}"/>
          </ac:grpSpMkLst>
        </pc:grpChg>
        <pc:picChg chg="add mod">
          <ac:chgData name="Leônidas Müller de Oliveira" userId="5af9566427f0cd7a" providerId="LiveId" clId="{8562935F-B298-47A6-964D-F7E0BBDE29AD}" dt="2025-05-27T15:19:56.358" v="1317" actId="1076"/>
          <ac:picMkLst>
            <pc:docMk/>
            <pc:sldMk cId="234003673" sldId="315"/>
            <ac:picMk id="2" creationId="{16F1FFF5-4DDE-4EB0-8186-F5D9ECA0DD48}"/>
          </ac:picMkLst>
        </pc:picChg>
        <pc:inkChg chg="add del mod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3" creationId="{5C1841B6-BBF2-E303-FDA7-D6F0294ED34D}"/>
          </ac:inkMkLst>
        </pc:inkChg>
        <pc:inkChg chg="add del mod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4" creationId="{A7586AB3-2DD3-FF76-468D-89BB7D9B3D1E}"/>
          </ac:inkMkLst>
        </pc:inkChg>
        <pc:inkChg chg="add del mod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6" creationId="{28B4EB9E-5E6D-57FD-6D22-31EAB7D7A9F0}"/>
          </ac:inkMkLst>
        </pc:inkChg>
        <pc:inkChg chg="add del mod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9" creationId="{7A61D88C-E78F-1011-FD3F-4B51958DA78F}"/>
          </ac:inkMkLst>
        </pc:inkChg>
        <pc:inkChg chg="add del mod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11" creationId="{9F565B77-66B7-BD00-B977-60561E066D2C}"/>
          </ac:inkMkLst>
        </pc:inkChg>
        <pc:inkChg chg="add del mod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12" creationId="{885C5B93-4B27-260C-FE90-03292F74EA92}"/>
          </ac:inkMkLst>
        </pc:inkChg>
        <pc:inkChg chg="add del mod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13" creationId="{8B36D321-CE3E-F5B6-712C-B0D8E99B194C}"/>
          </ac:inkMkLst>
        </pc:inkChg>
        <pc:inkChg chg="add del mod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14" creationId="{11E1D3CA-12AC-01C1-5B7F-CFDF8F710AFD}"/>
          </ac:inkMkLst>
        </pc:inkChg>
        <pc:inkChg chg="add del mod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15" creationId="{91CE37B1-CDE3-70CB-1502-F75B2D07D5F0}"/>
          </ac:inkMkLst>
        </pc:inkChg>
        <pc:inkChg chg="add del mod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19" creationId="{5B7DC27F-6B91-B2EC-894C-8675507FD5E0}"/>
          </ac:inkMkLst>
        </pc:inkChg>
        <pc:inkChg chg="add del mod topLvl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20" creationId="{7DA3A7BE-4B25-D5DA-2F03-125B5002D69C}"/>
          </ac:inkMkLst>
        </pc:inkChg>
        <pc:inkChg chg="add del mod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21" creationId="{9A23F90F-307D-CA54-5E3C-5DCA79B82F95}"/>
          </ac:inkMkLst>
        </pc:inkChg>
        <pc:inkChg chg="add del mod topLvl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22" creationId="{3B1E513D-B3C4-B17E-99C2-767B9F3F1994}"/>
          </ac:inkMkLst>
        </pc:inkChg>
        <pc:inkChg chg="add del mod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24" creationId="{A5E9802C-9ED3-37B5-2CCB-3F3FC1C0102F}"/>
          </ac:inkMkLst>
        </pc:inkChg>
        <pc:inkChg chg="add del mod topLvl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25" creationId="{C6D60E99-1EFC-4122-EE68-DB66FC80489F}"/>
          </ac:inkMkLst>
        </pc:inkChg>
        <pc:inkChg chg="add del mod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26" creationId="{CA6E5F07-6DD2-6312-4A8D-894057201074}"/>
          </ac:inkMkLst>
        </pc:inkChg>
        <pc:inkChg chg="add del mod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28" creationId="{3954D94B-A271-1F6B-7016-0293CEEE74E5}"/>
          </ac:inkMkLst>
        </pc:inkChg>
        <pc:inkChg chg="add del mod topLvl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29" creationId="{C262F645-95D4-E9F4-3788-864FDAF2CE86}"/>
          </ac:inkMkLst>
        </pc:inkChg>
        <pc:inkChg chg="add del mod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31" creationId="{E94FED69-B1BD-9FBA-E552-FB5F61979291}"/>
          </ac:inkMkLst>
        </pc:inkChg>
        <pc:inkChg chg="add del mod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32" creationId="{0BEED0F8-A887-F25A-150F-E47B65F447C6}"/>
          </ac:inkMkLst>
        </pc:inkChg>
        <pc:inkChg chg="add del mod topLvl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34" creationId="{A108A98F-E55F-2FA6-D046-EBA3B1C37E06}"/>
          </ac:inkMkLst>
        </pc:inkChg>
        <pc:inkChg chg="add del mod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35" creationId="{8320DAEA-C853-FEBC-422F-6086F19FCF6E}"/>
          </ac:inkMkLst>
        </pc:inkChg>
        <pc:inkChg chg="add del mod topLvl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36" creationId="{2A53EBF8-777E-B34A-ED64-8EE412B69573}"/>
          </ac:inkMkLst>
        </pc:inkChg>
        <pc:inkChg chg="add del mod topLvl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37" creationId="{481E45F2-1279-DE21-0FB9-A57B56F959E1}"/>
          </ac:inkMkLst>
        </pc:inkChg>
        <pc:inkChg chg="add del mod topLvl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38" creationId="{F396F837-5D1E-4047-22D0-663278B8F1FD}"/>
          </ac:inkMkLst>
        </pc:inkChg>
        <pc:inkChg chg="add del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41" creationId="{5F3ABF17-1B12-4438-875C-B586BF517C70}"/>
          </ac:inkMkLst>
        </pc:inkChg>
        <pc:inkChg chg="add del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42" creationId="{C6B9F76D-A1E2-0DDC-2599-CF8CD03308AC}"/>
          </ac:inkMkLst>
        </pc:inkChg>
        <pc:inkChg chg="add del">
          <ac:chgData name="Leônidas Müller de Oliveira" userId="5af9566427f0cd7a" providerId="LiveId" clId="{8562935F-B298-47A6-964D-F7E0BBDE29AD}" dt="2025-05-27T18:50:11.822" v="2136" actId="478"/>
          <ac:inkMkLst>
            <pc:docMk/>
            <pc:sldMk cId="234003673" sldId="315"/>
            <ac:inkMk id="43" creationId="{A3A4DC78-C320-34DD-130B-CA0EF7379E96}"/>
          </ac:inkMkLst>
        </pc:inkChg>
      </pc:sldChg>
      <pc:sldChg chg="addSp delSp modSp add mod ord">
        <pc:chgData name="Leônidas Müller de Oliveira" userId="5af9566427f0cd7a" providerId="LiveId" clId="{8562935F-B298-47A6-964D-F7E0BBDE29AD}" dt="2025-05-27T18:50:15.878" v="2137" actId="478"/>
        <pc:sldMkLst>
          <pc:docMk/>
          <pc:sldMk cId="1407707902" sldId="316"/>
        </pc:sldMkLst>
        <pc:spChg chg="mod">
          <ac:chgData name="Leônidas Müller de Oliveira" userId="5af9566427f0cd7a" providerId="LiveId" clId="{8562935F-B298-47A6-964D-F7E0BBDE29AD}" dt="2025-05-27T15:21:34.970" v="1347" actId="20577"/>
          <ac:spMkLst>
            <pc:docMk/>
            <pc:sldMk cId="1407707902" sldId="316"/>
            <ac:spMk id="7" creationId="{FD65234F-CE76-4586-9D67-44EDBAE0C0F0}"/>
          </ac:spMkLst>
        </pc:spChg>
        <pc:spChg chg="mod">
          <ac:chgData name="Leônidas Müller de Oliveira" userId="5af9566427f0cd7a" providerId="LiveId" clId="{8562935F-B298-47A6-964D-F7E0BBDE29AD}" dt="2025-05-27T16:00:04.803" v="1374" actId="20577"/>
          <ac:spMkLst>
            <pc:docMk/>
            <pc:sldMk cId="1407707902" sldId="316"/>
            <ac:spMk id="143" creationId="{00000000-0000-0000-0000-000000000000}"/>
          </ac:spMkLst>
        </pc:spChg>
        <pc:grpChg chg="del mod">
          <ac:chgData name="Leônidas Müller de Oliveira" userId="5af9566427f0cd7a" providerId="LiveId" clId="{8562935F-B298-47A6-964D-F7E0BBDE29AD}" dt="2025-05-27T18:25:37.579" v="1995"/>
          <ac:grpSpMkLst>
            <pc:docMk/>
            <pc:sldMk cId="1407707902" sldId="316"/>
            <ac:grpSpMk id="18" creationId="{E89F13A3-1F2F-410D-DD6A-FC678965D1D4}"/>
          </ac:grpSpMkLst>
        </pc:grpChg>
        <pc:grpChg chg="del mod">
          <ac:chgData name="Leônidas Müller de Oliveira" userId="5af9566427f0cd7a" providerId="LiveId" clId="{8562935F-B298-47A6-964D-F7E0BBDE29AD}" dt="2025-05-27T18:25:41.326" v="1998"/>
          <ac:grpSpMkLst>
            <pc:docMk/>
            <pc:sldMk cId="1407707902" sldId="316"/>
            <ac:grpSpMk id="36" creationId="{E9E1E52B-6411-8666-5C38-3692B8BF031E}"/>
          </ac:grpSpMkLst>
        </pc:grpChg>
        <pc:grpChg chg="del mod">
          <ac:chgData name="Leônidas Müller de Oliveira" userId="5af9566427f0cd7a" providerId="LiveId" clId="{8562935F-B298-47A6-964D-F7E0BBDE29AD}" dt="2025-05-27T18:50:15.878" v="2137" actId="478"/>
          <ac:grpSpMkLst>
            <pc:docMk/>
            <pc:sldMk cId="1407707902" sldId="316"/>
            <ac:grpSpMk id="37" creationId="{254D0D0D-6D0D-2D64-BF2F-BBF26FF6244D}"/>
          </ac:grpSpMkLst>
        </pc:grpChg>
        <pc:grpChg chg="del mod">
          <ac:chgData name="Leônidas Müller de Oliveira" userId="5af9566427f0cd7a" providerId="LiveId" clId="{8562935F-B298-47A6-964D-F7E0BBDE29AD}" dt="2025-05-27T18:50:15.878" v="2137" actId="478"/>
          <ac:grpSpMkLst>
            <pc:docMk/>
            <pc:sldMk cId="1407707902" sldId="316"/>
            <ac:grpSpMk id="40" creationId="{5BCB56CF-2C55-3568-E444-D80D927E9A3A}"/>
          </ac:grpSpMkLst>
        </pc:grpChg>
        <pc:grpChg chg="del mod">
          <ac:chgData name="Leônidas Müller de Oliveira" userId="5af9566427f0cd7a" providerId="LiveId" clId="{8562935F-B298-47A6-964D-F7E0BBDE29AD}" dt="2025-05-27T18:50:15.878" v="2137" actId="478"/>
          <ac:grpSpMkLst>
            <pc:docMk/>
            <pc:sldMk cId="1407707902" sldId="316"/>
            <ac:grpSpMk id="44" creationId="{2B1F289C-44EB-A8AC-B9C9-4BBB5A5A6BED}"/>
          </ac:grpSpMkLst>
        </pc:grpChg>
        <pc:grpChg chg="del mod">
          <ac:chgData name="Leônidas Müller de Oliveira" userId="5af9566427f0cd7a" providerId="LiveId" clId="{8562935F-B298-47A6-964D-F7E0BBDE29AD}" dt="2025-05-27T18:50:15.878" v="2137" actId="478"/>
          <ac:grpSpMkLst>
            <pc:docMk/>
            <pc:sldMk cId="1407707902" sldId="316"/>
            <ac:grpSpMk id="53" creationId="{71E59B0A-5B66-A000-1BBD-04CD9FB1C8E5}"/>
          </ac:grpSpMkLst>
        </pc:grpChg>
        <pc:grpChg chg="del mod">
          <ac:chgData name="Leônidas Müller de Oliveira" userId="5af9566427f0cd7a" providerId="LiveId" clId="{8562935F-B298-47A6-964D-F7E0BBDE29AD}" dt="2025-05-27T18:50:15.878" v="2137" actId="478"/>
          <ac:grpSpMkLst>
            <pc:docMk/>
            <pc:sldMk cId="1407707902" sldId="316"/>
            <ac:grpSpMk id="58" creationId="{4C7C2F3E-38CC-C04C-3123-9F059589DF8D}"/>
          </ac:grpSpMkLst>
        </pc:grpChg>
        <pc:grpChg chg="del mod">
          <ac:chgData name="Leônidas Müller de Oliveira" userId="5af9566427f0cd7a" providerId="LiveId" clId="{8562935F-B298-47A6-964D-F7E0BBDE29AD}" dt="2025-05-27T18:27:11.330" v="2044"/>
          <ac:grpSpMkLst>
            <pc:docMk/>
            <pc:sldMk cId="1407707902" sldId="316"/>
            <ac:grpSpMk id="130" creationId="{48D8F8A3-7B3F-CD30-4A17-BEB1617871A9}"/>
          </ac:grpSpMkLst>
        </pc:grpChg>
        <pc:grpChg chg="del mod">
          <ac:chgData name="Leônidas Müller de Oliveira" userId="5af9566427f0cd7a" providerId="LiveId" clId="{8562935F-B298-47A6-964D-F7E0BBDE29AD}" dt="2025-05-27T18:50:15.878" v="2137" actId="478"/>
          <ac:grpSpMkLst>
            <pc:docMk/>
            <pc:sldMk cId="1407707902" sldId="316"/>
            <ac:grpSpMk id="134" creationId="{FE6E49AD-64F0-D37F-7A60-139AA57B9F4F}"/>
          </ac:grpSpMkLst>
        </pc:grpChg>
        <pc:grpChg chg="del mod">
          <ac:chgData name="Leônidas Müller de Oliveira" userId="5af9566427f0cd7a" providerId="LiveId" clId="{8562935F-B298-47A6-964D-F7E0BBDE29AD}" dt="2025-05-27T18:50:15.878" v="2137" actId="478"/>
          <ac:grpSpMkLst>
            <pc:docMk/>
            <pc:sldMk cId="1407707902" sldId="316"/>
            <ac:grpSpMk id="142" creationId="{F7F325B5-A78D-5E21-43EB-1E63EEBBE22B}"/>
          </ac:grpSpMkLst>
        </pc:grpChg>
        <pc:picChg chg="add mod">
          <ac:chgData name="Leônidas Müller de Oliveira" userId="5af9566427f0cd7a" providerId="LiveId" clId="{8562935F-B298-47A6-964D-F7E0BBDE29AD}" dt="2025-05-27T15:15:52.329" v="1278" actId="1076"/>
          <ac:picMkLst>
            <pc:docMk/>
            <pc:sldMk cId="1407707902" sldId="316"/>
            <ac:picMk id="3" creationId="{539C5095-15AF-10E1-642A-38E7D8DF37CA}"/>
          </ac:picMkLst>
        </pc:picChg>
        <pc:picChg chg="del">
          <ac:chgData name="Leônidas Müller de Oliveira" userId="5af9566427f0cd7a" providerId="LiveId" clId="{8562935F-B298-47A6-964D-F7E0BBDE29AD}" dt="2025-05-27T15:14:50.572" v="1268" actId="478"/>
          <ac:picMkLst>
            <pc:docMk/>
            <pc:sldMk cId="1407707902" sldId="316"/>
            <ac:picMk id="5" creationId="{14192613-7DC2-60D9-85B9-E91CCBCFCFA4}"/>
          </ac:picMkLst>
        </pc:picChg>
        <pc:picChg chg="add mod">
          <ac:chgData name="Leônidas Müller de Oliveira" userId="5af9566427f0cd7a" providerId="LiveId" clId="{8562935F-B298-47A6-964D-F7E0BBDE29AD}" dt="2025-05-27T15:20:08.417" v="1319" actId="1076"/>
          <ac:picMkLst>
            <pc:docMk/>
            <pc:sldMk cId="1407707902" sldId="316"/>
            <ac:picMk id="6" creationId="{5678C478-3E87-4498-41C1-E18F5C8283E4}"/>
          </ac:picMkLst>
        </pc:picChg>
        <pc:picChg chg="mod">
          <ac:chgData name="Leônidas Müller de Oliveira" userId="5af9566427f0cd7a" providerId="LiveId" clId="{8562935F-B298-47A6-964D-F7E0BBDE29AD}" dt="2025-05-27T15:15:48.409" v="1276" actId="1076"/>
          <ac:picMkLst>
            <pc:docMk/>
            <pc:sldMk cId="1407707902" sldId="316"/>
            <ac:picMk id="8" creationId="{C18D5BBB-3418-D9B7-47DC-E677A7AF9D7E}"/>
          </ac:picMkLst>
        </pc:picChg>
        <pc:picChg chg="add mod">
          <ac:chgData name="Leônidas Müller de Oliveira" userId="5af9566427f0cd7a" providerId="LiveId" clId="{8562935F-B298-47A6-964D-F7E0BBDE29AD}" dt="2025-05-27T15:20:11.145" v="1320" actId="1076"/>
          <ac:picMkLst>
            <pc:docMk/>
            <pc:sldMk cId="1407707902" sldId="316"/>
            <ac:picMk id="9" creationId="{61F640D2-FFFB-4F54-88AE-B4D47E2A17CB}"/>
          </ac:picMkLst>
        </pc:picChg>
        <pc:picChg chg="del">
          <ac:chgData name="Leônidas Müller de Oliveira" userId="5af9566427f0cd7a" providerId="LiveId" clId="{8562935F-B298-47A6-964D-F7E0BBDE29AD}" dt="2025-05-27T15:15:40.572" v="1272" actId="478"/>
          <ac:picMkLst>
            <pc:docMk/>
            <pc:sldMk cId="1407707902" sldId="316"/>
            <ac:picMk id="10" creationId="{CCCFA560-CCA4-36CA-35C8-4DBD0C93FE42}"/>
          </ac:picMkLst>
        </pc:picChg>
        <pc:inkChg chg="add del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11" creationId="{18267D7D-EF7D-DACC-90EB-5A4A6A2CD0EF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12" creationId="{BB905E22-6885-3279-7273-67425C9CB621}"/>
          </ac:inkMkLst>
        </pc:inkChg>
        <pc:inkChg chg="add del mod topLvl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13" creationId="{0D13377C-1D65-684A-3C28-F1930D28DB1A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14" creationId="{650E9458-D0AE-291C-BA9B-E975BFCEB9C9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15" creationId="{5365F9B2-5FDF-FDA7-1C21-0E87AC9B362B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16" creationId="{B65B5BA0-9B0C-C6EC-D70E-9B3A6F932608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17" creationId="{37CC89C5-AE05-CB7F-3770-A9E601D68A28}"/>
          </ac:inkMkLst>
        </pc:inkChg>
        <pc:inkChg chg="add del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19" creationId="{E4BC6DCD-124A-496A-9AED-17AD77D5DFC2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20" creationId="{FF9AA9E8-E09F-8AAB-4540-2F8D61FC375A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21" creationId="{A0572530-FE73-703A-93B1-75EF9DFB6BCD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22" creationId="{F892632C-003F-41AB-C75A-434A250BD1AB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23" creationId="{19358178-A85D-907E-EE4C-3F5BFF55726B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24" creationId="{1B388741-4220-E597-5E38-317984758C76}"/>
          </ac:inkMkLst>
        </pc:inkChg>
        <pc:inkChg chg="add del mod topLvl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25" creationId="{D2D364FE-CE54-E523-979B-4D2D322A9635}"/>
          </ac:inkMkLst>
        </pc:inkChg>
        <pc:inkChg chg="add del mod topLvl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26" creationId="{97510A69-FC98-4555-5C88-09774710FA02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27" creationId="{33AECD0D-62AF-4CB5-4A28-DFAB641B4B1E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28" creationId="{ECBF7C46-4EEE-C113-E62C-C59609F3447B}"/>
          </ac:inkMkLst>
        </pc:inkChg>
        <pc:inkChg chg="add del mod topLvl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29" creationId="{F6ECA4E7-3EED-43EF-7129-CD13E9CABD50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30" creationId="{FFCE4495-4551-EEB5-40A5-7610DCA9FD22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31" creationId="{405C875E-290B-0885-3493-E5DD5D104CED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32" creationId="{1C5A3DD5-57FB-F70B-F5DD-F6965EFFEA76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33" creationId="{B1EAC06C-F1B3-EAC8-A817-666B097A8A87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34" creationId="{089CA691-E11A-BC77-31A6-7E1285FA74D0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35" creationId="{9EC72128-8ED4-276D-FDEF-F35CDB591657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38" creationId="{4F1170D5-EA53-43EB-5FA6-7C09F545E338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39" creationId="{5DCA9A28-449D-2776-101A-3726497B7B29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41" creationId="{02862F1E-B712-9592-42D8-E8745AD75354}"/>
          </ac:inkMkLst>
        </pc:inkChg>
        <pc:inkChg chg="add del mod topLvl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42" creationId="{1CA32759-3D7A-0EBA-AA2F-3B6FE5CB69CE}"/>
          </ac:inkMkLst>
        </pc:inkChg>
        <pc:inkChg chg="add del mod topLvl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43" creationId="{5D7E8F56-EDC1-C482-D3CD-974BC5690708}"/>
          </ac:inkMkLst>
        </pc:inkChg>
        <pc:inkChg chg="add del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45" creationId="{75DB1727-3B74-1BE5-5296-D868F5D57303}"/>
          </ac:inkMkLst>
        </pc:inkChg>
        <pc:inkChg chg="add del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46" creationId="{B22A0B1C-45A5-2287-2E51-0DD5E91AB822}"/>
          </ac:inkMkLst>
        </pc:inkChg>
        <pc:inkChg chg="add del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47" creationId="{EC2EEE7B-3EEE-0074-32FB-ED00546BEEF5}"/>
          </ac:inkMkLst>
        </pc:inkChg>
        <pc:inkChg chg="add del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48" creationId="{9ABAF064-9D87-D636-ED1B-D2DC28F9F6D6}"/>
          </ac:inkMkLst>
        </pc:inkChg>
        <pc:inkChg chg="add del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49" creationId="{AF543D84-BA2D-0DD1-C2B5-0A070D737027}"/>
          </ac:inkMkLst>
        </pc:inkChg>
        <pc:inkChg chg="add del mod topLvl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50" creationId="{DDDD2B91-B9B6-5C51-9D5C-D7A2DF16F45C}"/>
          </ac:inkMkLst>
        </pc:inkChg>
        <pc:inkChg chg="add del mod topLvl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51" creationId="{4CAD0BCE-08AD-C1CC-00CA-2823331CAE20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52" creationId="{91F4D101-D3C3-7A20-6423-84F214A2C783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54" creationId="{6BD074A9-28E8-1E39-F155-4A405A010547}"/>
          </ac:inkMkLst>
        </pc:inkChg>
        <pc:inkChg chg="add del mod topLvl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55" creationId="{CCBDB5FD-A43A-0F03-5500-93413947B76C}"/>
          </ac:inkMkLst>
        </pc:inkChg>
        <pc:inkChg chg="add del mod topLvl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56" creationId="{94BBBF24-361C-8611-710B-33FEDF4222E8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57" creationId="{0E2559D1-BEE2-DC23-C2BF-0AEAB6FA62A5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59" creationId="{47794349-6186-AB03-5C58-7733303C9489}"/>
          </ac:inkMkLst>
        </pc:inkChg>
        <pc:inkChg chg="add del mod topLvl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60" creationId="{9DC8978C-5BAC-DD15-38F9-6FCC2757319B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61" creationId="{59F70826-F7C2-C3B8-B12D-739A98EE6F5C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62" creationId="{27D85C09-EBD1-FC67-F103-404DAE362B5C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63" creationId="{DDEA410A-62F8-3F2F-D50C-257443CE38BB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128" creationId="{1EE1E701-43B4-3C24-BB59-060CDE6962FE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129" creationId="{D6FE89FC-F8AB-C4CC-7849-77A5F2F258C0}"/>
          </ac:inkMkLst>
        </pc:inkChg>
        <pc:inkChg chg="add del mod topLvl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131" creationId="{B8ECF1F5-D3BD-AD66-781D-261818A9BE3E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132" creationId="{35977B36-8B53-643B-16BF-29B80420DD23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133" creationId="{447635B9-26FA-AF80-6E27-ED020D91793A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135" creationId="{02A5E204-AD79-0DB3-FCB7-12F85D215086}"/>
          </ac:inkMkLst>
        </pc:inkChg>
        <pc:inkChg chg="add del mod topLvl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136" creationId="{A5ADE1AD-18E6-8E49-43D8-AF6AAE55D29A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137" creationId="{AAEA3DAD-01C8-666E-0067-E885B99CE897}"/>
          </ac:inkMkLst>
        </pc:inkChg>
        <pc:inkChg chg="add del mod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138" creationId="{D2CD043B-FA54-99ED-7B36-3FF857B2C84C}"/>
          </ac:inkMkLst>
        </pc:inkChg>
        <pc:inkChg chg="add del mod topLvl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139" creationId="{BA3570D2-A912-A382-75B9-7F627B9F789F}"/>
          </ac:inkMkLst>
        </pc:inkChg>
        <pc:inkChg chg="add del">
          <ac:chgData name="Leônidas Müller de Oliveira" userId="5af9566427f0cd7a" providerId="LiveId" clId="{8562935F-B298-47A6-964D-F7E0BBDE29AD}" dt="2025-05-27T18:50:15.878" v="2137" actId="478"/>
          <ac:inkMkLst>
            <pc:docMk/>
            <pc:sldMk cId="1407707902" sldId="316"/>
            <ac:inkMk id="144" creationId="{48D3E3C2-F21A-B464-BCDD-FFDA9EE5FE53}"/>
          </ac:inkMkLst>
        </pc:inkChg>
      </pc:sldChg>
      <pc:sldChg chg="addSp delSp modSp add mod">
        <pc:chgData name="Leônidas Müller de Oliveira" userId="5af9566427f0cd7a" providerId="LiveId" clId="{8562935F-B298-47A6-964D-F7E0BBDE29AD}" dt="2025-05-27T18:50:18.953" v="2138" actId="478"/>
        <pc:sldMkLst>
          <pc:docMk/>
          <pc:sldMk cId="3853503433" sldId="317"/>
        </pc:sldMkLst>
        <pc:spChg chg="mod">
          <ac:chgData name="Leônidas Müller de Oliveira" userId="5af9566427f0cd7a" providerId="LiveId" clId="{8562935F-B298-47A6-964D-F7E0BBDE29AD}" dt="2025-05-27T18:29:25.973" v="2069" actId="20577"/>
          <ac:spMkLst>
            <pc:docMk/>
            <pc:sldMk cId="3853503433" sldId="317"/>
            <ac:spMk id="7" creationId="{FD65234F-CE76-4586-9D67-44EDBAE0C0F0}"/>
          </ac:spMkLst>
        </pc:spChg>
        <pc:spChg chg="mod">
          <ac:chgData name="Leônidas Müller de Oliveira" userId="5af9566427f0cd7a" providerId="LiveId" clId="{8562935F-B298-47A6-964D-F7E0BBDE29AD}" dt="2025-05-27T15:59:55.924" v="1372" actId="20577"/>
          <ac:spMkLst>
            <pc:docMk/>
            <pc:sldMk cId="3853503433" sldId="317"/>
            <ac:spMk id="143" creationId="{00000000-0000-0000-0000-000000000000}"/>
          </ac:spMkLst>
        </pc:spChg>
        <pc:grpChg chg="del mod">
          <ac:chgData name="Leônidas Müller de Oliveira" userId="5af9566427f0cd7a" providerId="LiveId" clId="{8562935F-B298-47A6-964D-F7E0BBDE29AD}" dt="2025-05-27T18:30:17.933" v="2075"/>
          <ac:grpSpMkLst>
            <pc:docMk/>
            <pc:sldMk cId="3853503433" sldId="317"/>
            <ac:grpSpMk id="12" creationId="{A867FE82-2D59-FDA8-364C-D735134DA572}"/>
          </ac:grpSpMkLst>
        </pc:grpChg>
        <pc:grpChg chg="add del mod">
          <ac:chgData name="Leônidas Müller de Oliveira" userId="5af9566427f0cd7a" providerId="LiveId" clId="{8562935F-B298-47A6-964D-F7E0BBDE29AD}" dt="2025-05-27T18:50:18.953" v="2138" actId="478"/>
          <ac:grpSpMkLst>
            <pc:docMk/>
            <pc:sldMk cId="3853503433" sldId="317"/>
            <ac:grpSpMk id="22" creationId="{6C2C37E1-3C18-35FD-CF3F-F70FE696D862}"/>
          </ac:grpSpMkLst>
        </pc:grpChg>
        <pc:grpChg chg="del mod">
          <ac:chgData name="Leônidas Müller de Oliveira" userId="5af9566427f0cd7a" providerId="LiveId" clId="{8562935F-B298-47A6-964D-F7E0BBDE29AD}" dt="2025-05-27T18:50:18.953" v="2138" actId="478"/>
          <ac:grpSpMkLst>
            <pc:docMk/>
            <pc:sldMk cId="3853503433" sldId="317"/>
            <ac:grpSpMk id="30" creationId="{20C23150-3130-4CDB-7FEA-D6F345418D38}"/>
          </ac:grpSpMkLst>
        </pc:grpChg>
        <pc:grpChg chg="mod">
          <ac:chgData name="Leônidas Müller de Oliveira" userId="5af9566427f0cd7a" providerId="LiveId" clId="{8562935F-B298-47A6-964D-F7E0BBDE29AD}" dt="2025-05-27T18:30:26.583" v="2088"/>
          <ac:grpSpMkLst>
            <pc:docMk/>
            <pc:sldMk cId="3853503433" sldId="317"/>
            <ac:grpSpMk id="41" creationId="{463811FA-FFBD-53BD-39E8-51FF0284679F}"/>
          </ac:grpSpMkLst>
        </pc:grpChg>
        <pc:picChg chg="add mod">
          <ac:chgData name="Leônidas Müller de Oliveira" userId="5af9566427f0cd7a" providerId="LiveId" clId="{8562935F-B298-47A6-964D-F7E0BBDE29AD}" dt="2025-05-27T15:20:59.339" v="1335" actId="1076"/>
          <ac:picMkLst>
            <pc:docMk/>
            <pc:sldMk cId="3853503433" sldId="317"/>
            <ac:picMk id="2" creationId="{A223EE92-567B-F756-DA72-2B7B7ED2E3DB}"/>
          </ac:picMkLst>
        </pc:picChg>
        <pc:picChg chg="del">
          <ac:chgData name="Leônidas Müller de Oliveira" userId="5af9566427f0cd7a" providerId="LiveId" clId="{8562935F-B298-47A6-964D-F7E0BBDE29AD}" dt="2025-05-27T15:20:56.449" v="1333" actId="478"/>
          <ac:picMkLst>
            <pc:docMk/>
            <pc:sldMk cId="3853503433" sldId="317"/>
            <ac:picMk id="9" creationId="{61F640D2-FFFB-4F54-88AE-B4D47E2A17CB}"/>
          </ac:picMkLst>
        </pc:picChg>
        <pc:inkChg chg="add del">
          <ac:chgData name="Leônidas Müller de Oliveira" userId="5af9566427f0cd7a" providerId="LiveId" clId="{8562935F-B298-47A6-964D-F7E0BBDE29AD}" dt="2025-05-27T18:50:18.953" v="2138" actId="478"/>
          <ac:inkMkLst>
            <pc:docMk/>
            <pc:sldMk cId="3853503433" sldId="317"/>
            <ac:inkMk id="4" creationId="{4C77A9A6-2CAD-E8A7-C711-26C55EDBDCD8}"/>
          </ac:inkMkLst>
        </pc:inkChg>
        <pc:inkChg chg="add del mod topLvl">
          <ac:chgData name="Leônidas Müller de Oliveira" userId="5af9566427f0cd7a" providerId="LiveId" clId="{8562935F-B298-47A6-964D-F7E0BBDE29AD}" dt="2025-05-27T18:50:18.953" v="2138" actId="478"/>
          <ac:inkMkLst>
            <pc:docMk/>
            <pc:sldMk cId="3853503433" sldId="317"/>
            <ac:inkMk id="5" creationId="{DC4665DC-38CB-3B8C-0263-3B4DEACFDE6E}"/>
          </ac:inkMkLst>
        </pc:inkChg>
        <pc:inkChg chg="add del mod">
          <ac:chgData name="Leônidas Müller de Oliveira" userId="5af9566427f0cd7a" providerId="LiveId" clId="{8562935F-B298-47A6-964D-F7E0BBDE29AD}" dt="2025-05-27T18:50:18.953" v="2138" actId="478"/>
          <ac:inkMkLst>
            <pc:docMk/>
            <pc:sldMk cId="3853503433" sldId="317"/>
            <ac:inkMk id="10" creationId="{86D8E996-5936-AB8F-9F4E-F9B2F32F7F83}"/>
          </ac:inkMkLst>
        </pc:inkChg>
        <pc:inkChg chg="add del mod topLvl">
          <ac:chgData name="Leônidas Müller de Oliveira" userId="5af9566427f0cd7a" providerId="LiveId" clId="{8562935F-B298-47A6-964D-F7E0BBDE29AD}" dt="2025-05-27T18:50:18.953" v="2138" actId="478"/>
          <ac:inkMkLst>
            <pc:docMk/>
            <pc:sldMk cId="3853503433" sldId="317"/>
            <ac:inkMk id="11" creationId="{2856E355-FC7C-7822-9F01-C13B33F1317D}"/>
          </ac:inkMkLst>
        </pc:inkChg>
        <pc:inkChg chg="add del mod">
          <ac:chgData name="Leônidas Müller de Oliveira" userId="5af9566427f0cd7a" providerId="LiveId" clId="{8562935F-B298-47A6-964D-F7E0BBDE29AD}" dt="2025-05-27T18:50:18.953" v="2138" actId="478"/>
          <ac:inkMkLst>
            <pc:docMk/>
            <pc:sldMk cId="3853503433" sldId="317"/>
            <ac:inkMk id="13" creationId="{94C33AEC-7829-806C-5681-1662C75FF39C}"/>
          </ac:inkMkLst>
        </pc:inkChg>
        <pc:inkChg chg="add del mod topLvl">
          <ac:chgData name="Leônidas Müller de Oliveira" userId="5af9566427f0cd7a" providerId="LiveId" clId="{8562935F-B298-47A6-964D-F7E0BBDE29AD}" dt="2025-05-27T18:50:18.953" v="2138" actId="478"/>
          <ac:inkMkLst>
            <pc:docMk/>
            <pc:sldMk cId="3853503433" sldId="317"/>
            <ac:inkMk id="14" creationId="{6D8C82D4-FC48-BD54-A388-D6850E4FFFF2}"/>
          </ac:inkMkLst>
        </pc:inkChg>
        <pc:inkChg chg="add del mod">
          <ac:chgData name="Leônidas Müller de Oliveira" userId="5af9566427f0cd7a" providerId="LiveId" clId="{8562935F-B298-47A6-964D-F7E0BBDE29AD}" dt="2025-05-27T18:50:18.953" v="2138" actId="478"/>
          <ac:inkMkLst>
            <pc:docMk/>
            <pc:sldMk cId="3853503433" sldId="317"/>
            <ac:inkMk id="15" creationId="{2DCA0379-6ACB-69F6-6E24-8F4A1198F1D3}"/>
          </ac:inkMkLst>
        </pc:inkChg>
        <pc:inkChg chg="add del mod">
          <ac:chgData name="Leônidas Müller de Oliveira" userId="5af9566427f0cd7a" providerId="LiveId" clId="{8562935F-B298-47A6-964D-F7E0BBDE29AD}" dt="2025-05-27T18:50:18.953" v="2138" actId="478"/>
          <ac:inkMkLst>
            <pc:docMk/>
            <pc:sldMk cId="3853503433" sldId="317"/>
            <ac:inkMk id="16" creationId="{5323E2F5-6249-0630-1263-2196ED35DC01}"/>
          </ac:inkMkLst>
        </pc:inkChg>
        <pc:inkChg chg="add del mod topLvl">
          <ac:chgData name="Leônidas Müller de Oliveira" userId="5af9566427f0cd7a" providerId="LiveId" clId="{8562935F-B298-47A6-964D-F7E0BBDE29AD}" dt="2025-05-27T18:50:18.953" v="2138" actId="478"/>
          <ac:inkMkLst>
            <pc:docMk/>
            <pc:sldMk cId="3853503433" sldId="317"/>
            <ac:inkMk id="17" creationId="{1B508DBA-148F-38AD-05CF-CFE62ED3C8D6}"/>
          </ac:inkMkLst>
        </pc:inkChg>
        <pc:inkChg chg="add del mod">
          <ac:chgData name="Leônidas Müller de Oliveira" userId="5af9566427f0cd7a" providerId="LiveId" clId="{8562935F-B298-47A6-964D-F7E0BBDE29AD}" dt="2025-05-27T18:50:18.953" v="2138" actId="478"/>
          <ac:inkMkLst>
            <pc:docMk/>
            <pc:sldMk cId="3853503433" sldId="317"/>
            <ac:inkMk id="18" creationId="{D9476476-A7FC-920B-C06E-054CD92A7294}"/>
          </ac:inkMkLst>
        </pc:inkChg>
        <pc:inkChg chg="add del mod">
          <ac:chgData name="Leônidas Müller de Oliveira" userId="5af9566427f0cd7a" providerId="LiveId" clId="{8562935F-B298-47A6-964D-F7E0BBDE29AD}" dt="2025-05-27T18:50:18.953" v="2138" actId="478"/>
          <ac:inkMkLst>
            <pc:docMk/>
            <pc:sldMk cId="3853503433" sldId="317"/>
            <ac:inkMk id="19" creationId="{327404CB-ADD3-0664-28BB-C544B5DE896D}"/>
          </ac:inkMkLst>
        </pc:inkChg>
        <pc:inkChg chg="add del mod">
          <ac:chgData name="Leônidas Müller de Oliveira" userId="5af9566427f0cd7a" providerId="LiveId" clId="{8562935F-B298-47A6-964D-F7E0BBDE29AD}" dt="2025-05-27T18:50:18.953" v="2138" actId="478"/>
          <ac:inkMkLst>
            <pc:docMk/>
            <pc:sldMk cId="3853503433" sldId="317"/>
            <ac:inkMk id="20" creationId="{9916B611-126B-301C-429C-F1959E915F96}"/>
          </ac:inkMkLst>
        </pc:inkChg>
        <pc:inkChg chg="add del mod">
          <ac:chgData name="Leônidas Müller de Oliveira" userId="5af9566427f0cd7a" providerId="LiveId" clId="{8562935F-B298-47A6-964D-F7E0BBDE29AD}" dt="2025-05-27T18:50:18.953" v="2138" actId="478"/>
          <ac:inkMkLst>
            <pc:docMk/>
            <pc:sldMk cId="3853503433" sldId="317"/>
            <ac:inkMk id="21" creationId="{014F174D-A8BC-59E3-F100-390F426A47D9}"/>
          </ac:inkMkLst>
        </pc:inkChg>
        <pc:inkChg chg="add del">
          <ac:chgData name="Leônidas Müller de Oliveira" userId="5af9566427f0cd7a" providerId="LiveId" clId="{8562935F-B298-47A6-964D-F7E0BBDE29AD}" dt="2025-05-27T18:50:18.953" v="2138" actId="478"/>
          <ac:inkMkLst>
            <pc:docMk/>
            <pc:sldMk cId="3853503433" sldId="317"/>
            <ac:inkMk id="23" creationId="{1204AF9D-22AF-23F8-9BCD-89328018DA14}"/>
          </ac:inkMkLst>
        </pc:inkChg>
        <pc:inkChg chg="add del">
          <ac:chgData name="Leônidas Müller de Oliveira" userId="5af9566427f0cd7a" providerId="LiveId" clId="{8562935F-B298-47A6-964D-F7E0BBDE29AD}" dt="2025-05-27T18:50:18.953" v="2138" actId="478"/>
          <ac:inkMkLst>
            <pc:docMk/>
            <pc:sldMk cId="3853503433" sldId="317"/>
            <ac:inkMk id="24" creationId="{6EB9200C-DA54-A6CF-425B-2D666A8A8506}"/>
          </ac:inkMkLst>
        </pc:inkChg>
        <pc:inkChg chg="add del">
          <ac:chgData name="Leônidas Müller de Oliveira" userId="5af9566427f0cd7a" providerId="LiveId" clId="{8562935F-B298-47A6-964D-F7E0BBDE29AD}" dt="2025-05-27T18:50:18.953" v="2138" actId="478"/>
          <ac:inkMkLst>
            <pc:docMk/>
            <pc:sldMk cId="3853503433" sldId="317"/>
            <ac:inkMk id="25" creationId="{E8E04634-004D-FD33-709A-5C803A75D430}"/>
          </ac:inkMkLst>
        </pc:inkChg>
        <pc:inkChg chg="add del">
          <ac:chgData name="Leônidas Müller de Oliveira" userId="5af9566427f0cd7a" providerId="LiveId" clId="{8562935F-B298-47A6-964D-F7E0BBDE29AD}" dt="2025-05-27T18:50:18.953" v="2138" actId="478"/>
          <ac:inkMkLst>
            <pc:docMk/>
            <pc:sldMk cId="3853503433" sldId="317"/>
            <ac:inkMk id="26" creationId="{E89B35BA-E2A5-EB82-E22D-E5CD2148FE48}"/>
          </ac:inkMkLst>
        </pc:inkChg>
        <pc:inkChg chg="add del">
          <ac:chgData name="Leônidas Müller de Oliveira" userId="5af9566427f0cd7a" providerId="LiveId" clId="{8562935F-B298-47A6-964D-F7E0BBDE29AD}" dt="2025-05-27T18:50:18.953" v="2138" actId="478"/>
          <ac:inkMkLst>
            <pc:docMk/>
            <pc:sldMk cId="3853503433" sldId="317"/>
            <ac:inkMk id="27" creationId="{0DC3556D-4CF8-FCE7-BCDC-96F5673A7EA1}"/>
          </ac:inkMkLst>
        </pc:inkChg>
        <pc:inkChg chg="add del mod">
          <ac:chgData name="Leônidas Müller de Oliveira" userId="5af9566427f0cd7a" providerId="LiveId" clId="{8562935F-B298-47A6-964D-F7E0BBDE29AD}" dt="2025-05-27T18:50:18.953" v="2138" actId="478"/>
          <ac:inkMkLst>
            <pc:docMk/>
            <pc:sldMk cId="3853503433" sldId="317"/>
            <ac:inkMk id="28" creationId="{10962E83-D87D-EFE0-5332-704032869816}"/>
          </ac:inkMkLst>
        </pc:inkChg>
        <pc:inkChg chg="add del mod">
          <ac:chgData name="Leônidas Müller de Oliveira" userId="5af9566427f0cd7a" providerId="LiveId" clId="{8562935F-B298-47A6-964D-F7E0BBDE29AD}" dt="2025-05-27T18:50:18.953" v="2138" actId="478"/>
          <ac:inkMkLst>
            <pc:docMk/>
            <pc:sldMk cId="3853503433" sldId="317"/>
            <ac:inkMk id="29" creationId="{EB003201-74CC-32B5-C448-989CDC5A39C1}"/>
          </ac:inkMkLst>
        </pc:inkChg>
        <pc:inkChg chg="add del mod">
          <ac:chgData name="Leônidas Müller de Oliveira" userId="5af9566427f0cd7a" providerId="LiveId" clId="{8562935F-B298-47A6-964D-F7E0BBDE29AD}" dt="2025-05-27T18:50:18.953" v="2138" actId="478"/>
          <ac:inkMkLst>
            <pc:docMk/>
            <pc:sldMk cId="3853503433" sldId="317"/>
            <ac:inkMk id="31" creationId="{6C3085E0-8C9E-7F7B-7AD5-53C163D7197D}"/>
          </ac:inkMkLst>
        </pc:inkChg>
        <pc:inkChg chg="add del mod">
          <ac:chgData name="Leônidas Müller de Oliveira" userId="5af9566427f0cd7a" providerId="LiveId" clId="{8562935F-B298-47A6-964D-F7E0BBDE29AD}" dt="2025-05-27T18:50:18.953" v="2138" actId="478"/>
          <ac:inkMkLst>
            <pc:docMk/>
            <pc:sldMk cId="3853503433" sldId="317"/>
            <ac:inkMk id="32" creationId="{9749C241-FF50-A45A-3F4A-272547EEF582}"/>
          </ac:inkMkLst>
        </pc:inkChg>
        <pc:inkChg chg="add del mod">
          <ac:chgData name="Leônidas Müller de Oliveira" userId="5af9566427f0cd7a" providerId="LiveId" clId="{8562935F-B298-47A6-964D-F7E0BBDE29AD}" dt="2025-05-27T18:50:18.953" v="2138" actId="478"/>
          <ac:inkMkLst>
            <pc:docMk/>
            <pc:sldMk cId="3853503433" sldId="317"/>
            <ac:inkMk id="33" creationId="{97BB69ED-DD9F-10A2-7CF6-BC8CA4D8C07D}"/>
          </ac:inkMkLst>
        </pc:inkChg>
        <pc:inkChg chg="add del mod">
          <ac:chgData name="Leônidas Müller de Oliveira" userId="5af9566427f0cd7a" providerId="LiveId" clId="{8562935F-B298-47A6-964D-F7E0BBDE29AD}" dt="2025-05-27T18:30:29" v="2094" actId="9405"/>
          <ac:inkMkLst>
            <pc:docMk/>
            <pc:sldMk cId="3853503433" sldId="317"/>
            <ac:inkMk id="34" creationId="{F72AA846-EAFD-A2F4-2085-79B73416C09C}"/>
          </ac:inkMkLst>
        </pc:inkChg>
        <pc:inkChg chg="add del mod">
          <ac:chgData name="Leônidas Müller de Oliveira" userId="5af9566427f0cd7a" providerId="LiveId" clId="{8562935F-B298-47A6-964D-F7E0BBDE29AD}" dt="2025-05-27T18:30:28.628" v="2093" actId="9405"/>
          <ac:inkMkLst>
            <pc:docMk/>
            <pc:sldMk cId="3853503433" sldId="317"/>
            <ac:inkMk id="35" creationId="{0D5AA43F-8335-E1A1-2165-A1DB7C9B883F}"/>
          </ac:inkMkLst>
        </pc:inkChg>
        <pc:inkChg chg="add del mod">
          <ac:chgData name="Leônidas Müller de Oliveira" userId="5af9566427f0cd7a" providerId="LiveId" clId="{8562935F-B298-47A6-964D-F7E0BBDE29AD}" dt="2025-05-27T18:30:28.379" v="2092" actId="9405"/>
          <ac:inkMkLst>
            <pc:docMk/>
            <pc:sldMk cId="3853503433" sldId="317"/>
            <ac:inkMk id="36" creationId="{7443E337-9AF8-1411-44BA-C0DACE09E7C3}"/>
          </ac:inkMkLst>
        </pc:inkChg>
        <pc:inkChg chg="add del mod">
          <ac:chgData name="Leônidas Müller de Oliveira" userId="5af9566427f0cd7a" providerId="LiveId" clId="{8562935F-B298-47A6-964D-F7E0BBDE29AD}" dt="2025-05-27T18:30:28.072" v="2091" actId="9405"/>
          <ac:inkMkLst>
            <pc:docMk/>
            <pc:sldMk cId="3853503433" sldId="317"/>
            <ac:inkMk id="37" creationId="{1C1458C5-7D86-258F-DC39-E7CD14ABDEFA}"/>
          </ac:inkMkLst>
        </pc:inkChg>
        <pc:inkChg chg="add del mod">
          <ac:chgData name="Leônidas Müller de Oliveira" userId="5af9566427f0cd7a" providerId="LiveId" clId="{8562935F-B298-47A6-964D-F7E0BBDE29AD}" dt="2025-05-27T18:30:27.693" v="2090" actId="9405"/>
          <ac:inkMkLst>
            <pc:docMk/>
            <pc:sldMk cId="3853503433" sldId="317"/>
            <ac:inkMk id="38" creationId="{5E282C42-ACBC-70C7-69F6-E5AE70B624BB}"/>
          </ac:inkMkLst>
        </pc:inkChg>
        <pc:inkChg chg="add del mod">
          <ac:chgData name="Leônidas Müller de Oliveira" userId="5af9566427f0cd7a" providerId="LiveId" clId="{8562935F-B298-47A6-964D-F7E0BBDE29AD}" dt="2025-05-27T18:30:27.324" v="2089" actId="9405"/>
          <ac:inkMkLst>
            <pc:docMk/>
            <pc:sldMk cId="3853503433" sldId="317"/>
            <ac:inkMk id="39" creationId="{0513085A-3A10-EFD9-A411-7FF4CE1697A0}"/>
          </ac:inkMkLst>
        </pc:inkChg>
        <pc:inkChg chg="add del mod">
          <ac:chgData name="Leônidas Müller de Oliveira" userId="5af9566427f0cd7a" providerId="LiveId" clId="{8562935F-B298-47A6-964D-F7E0BBDE29AD}" dt="2025-05-27T18:30:26.583" v="2088"/>
          <ac:inkMkLst>
            <pc:docMk/>
            <pc:sldMk cId="3853503433" sldId="317"/>
            <ac:inkMk id="40" creationId="{295FF9B8-BAE5-06C7-ACEC-F1431C0D811F}"/>
          </ac:inkMkLst>
        </pc:inkChg>
      </pc:sldChg>
      <pc:sldChg chg="addSp delSp modSp add mod">
        <pc:chgData name="Leônidas Müller de Oliveira" userId="5af9566427f0cd7a" providerId="LiveId" clId="{8562935F-B298-47A6-964D-F7E0BBDE29AD}" dt="2025-05-27T18:50:22.022" v="2139" actId="478"/>
        <pc:sldMkLst>
          <pc:docMk/>
          <pc:sldMk cId="634717955" sldId="318"/>
        </pc:sldMkLst>
        <pc:spChg chg="mod">
          <ac:chgData name="Leônidas Müller de Oliveira" userId="5af9566427f0cd7a" providerId="LiveId" clId="{8562935F-B298-47A6-964D-F7E0BBDE29AD}" dt="2025-05-27T18:30:36.124" v="2095" actId="20577"/>
          <ac:spMkLst>
            <pc:docMk/>
            <pc:sldMk cId="634717955" sldId="318"/>
            <ac:spMk id="7" creationId="{FD65234F-CE76-4586-9D67-44EDBAE0C0F0}"/>
          </ac:spMkLst>
        </pc:spChg>
        <pc:spChg chg="mod">
          <ac:chgData name="Leônidas Müller de Oliveira" userId="5af9566427f0cd7a" providerId="LiveId" clId="{8562935F-B298-47A6-964D-F7E0BBDE29AD}" dt="2025-05-27T15:59:51.083" v="1370" actId="6549"/>
          <ac:spMkLst>
            <pc:docMk/>
            <pc:sldMk cId="634717955" sldId="318"/>
            <ac:spMk id="143" creationId="{00000000-0000-0000-0000-000000000000}"/>
          </ac:spMkLst>
        </pc:spChg>
        <pc:grpChg chg="del mod">
          <ac:chgData name="Leônidas Müller de Oliveira" userId="5af9566427f0cd7a" providerId="LiveId" clId="{8562935F-B298-47A6-964D-F7E0BBDE29AD}" dt="2025-05-27T18:30:53.158" v="2117"/>
          <ac:grpSpMkLst>
            <pc:docMk/>
            <pc:sldMk cId="634717955" sldId="318"/>
            <ac:grpSpMk id="11" creationId="{5B7B084B-6C56-ABD7-9BA1-1F302A46185C}"/>
          </ac:grpSpMkLst>
        </pc:grpChg>
        <pc:grpChg chg="del mod">
          <ac:chgData name="Leônidas Müller de Oliveira" userId="5af9566427f0cd7a" providerId="LiveId" clId="{8562935F-B298-47A6-964D-F7E0BBDE29AD}" dt="2025-05-27T18:50:22.022" v="2139" actId="478"/>
          <ac:grpSpMkLst>
            <pc:docMk/>
            <pc:sldMk cId="634717955" sldId="318"/>
            <ac:grpSpMk id="28" creationId="{8AFB4F85-AAA1-4A71-1183-321DB341A350}"/>
          </ac:grpSpMkLst>
        </pc:grpChg>
        <pc:inkChg chg="add del">
          <ac:chgData name="Leônidas Müller de Oliveira" userId="5af9566427f0cd7a" providerId="LiveId" clId="{8562935F-B298-47A6-964D-F7E0BBDE29AD}" dt="2025-05-27T18:50:22.022" v="2139" actId="478"/>
          <ac:inkMkLst>
            <pc:docMk/>
            <pc:sldMk cId="634717955" sldId="318"/>
            <ac:inkMk id="4" creationId="{DFD949EE-F4DB-6E1C-945E-AC007331F266}"/>
          </ac:inkMkLst>
        </pc:inkChg>
        <pc:inkChg chg="add del mod">
          <ac:chgData name="Leônidas Müller de Oliveira" userId="5af9566427f0cd7a" providerId="LiveId" clId="{8562935F-B298-47A6-964D-F7E0BBDE29AD}" dt="2025-05-27T18:50:22.022" v="2139" actId="478"/>
          <ac:inkMkLst>
            <pc:docMk/>
            <pc:sldMk cId="634717955" sldId="318"/>
            <ac:inkMk id="5" creationId="{5CBCB376-EF3C-6B81-3826-7671279EC15C}"/>
          </ac:inkMkLst>
        </pc:inkChg>
        <pc:inkChg chg="add del mod">
          <ac:chgData name="Leônidas Müller de Oliveira" userId="5af9566427f0cd7a" providerId="LiveId" clId="{8562935F-B298-47A6-964D-F7E0BBDE29AD}" dt="2025-05-27T18:50:22.022" v="2139" actId="478"/>
          <ac:inkMkLst>
            <pc:docMk/>
            <pc:sldMk cId="634717955" sldId="318"/>
            <ac:inkMk id="9" creationId="{96A527B2-3702-D974-924D-3FF13ECD0DC1}"/>
          </ac:inkMkLst>
        </pc:inkChg>
        <pc:inkChg chg="add del mod">
          <ac:chgData name="Leônidas Müller de Oliveira" userId="5af9566427f0cd7a" providerId="LiveId" clId="{8562935F-B298-47A6-964D-F7E0BBDE29AD}" dt="2025-05-27T18:50:22.022" v="2139" actId="478"/>
          <ac:inkMkLst>
            <pc:docMk/>
            <pc:sldMk cId="634717955" sldId="318"/>
            <ac:inkMk id="10" creationId="{07378428-940A-53C3-3B88-C00E8736BAED}"/>
          </ac:inkMkLst>
        </pc:inkChg>
        <pc:inkChg chg="add del mod">
          <ac:chgData name="Leônidas Müller de Oliveira" userId="5af9566427f0cd7a" providerId="LiveId" clId="{8562935F-B298-47A6-964D-F7E0BBDE29AD}" dt="2025-05-27T18:50:22.022" v="2139" actId="478"/>
          <ac:inkMkLst>
            <pc:docMk/>
            <pc:sldMk cId="634717955" sldId="318"/>
            <ac:inkMk id="12" creationId="{683D4CA0-A1B6-D1C7-6F9D-08F85A4487B1}"/>
          </ac:inkMkLst>
        </pc:inkChg>
        <pc:inkChg chg="add del mod">
          <ac:chgData name="Leônidas Müller de Oliveira" userId="5af9566427f0cd7a" providerId="LiveId" clId="{8562935F-B298-47A6-964D-F7E0BBDE29AD}" dt="2025-05-27T18:50:22.022" v="2139" actId="478"/>
          <ac:inkMkLst>
            <pc:docMk/>
            <pc:sldMk cId="634717955" sldId="318"/>
            <ac:inkMk id="13" creationId="{7AA44C5A-4692-25D1-F909-2D35ABD7E137}"/>
          </ac:inkMkLst>
        </pc:inkChg>
        <pc:inkChg chg="add del mod topLvl">
          <ac:chgData name="Leônidas Müller de Oliveira" userId="5af9566427f0cd7a" providerId="LiveId" clId="{8562935F-B298-47A6-964D-F7E0BBDE29AD}" dt="2025-05-27T18:50:22.022" v="2139" actId="478"/>
          <ac:inkMkLst>
            <pc:docMk/>
            <pc:sldMk cId="634717955" sldId="318"/>
            <ac:inkMk id="14" creationId="{D43166BF-1B5A-8865-BCC4-EEA728F8E283}"/>
          </ac:inkMkLst>
        </pc:inkChg>
        <pc:inkChg chg="add del mod">
          <ac:chgData name="Leônidas Müller de Oliveira" userId="5af9566427f0cd7a" providerId="LiveId" clId="{8562935F-B298-47A6-964D-F7E0BBDE29AD}" dt="2025-05-27T18:50:22.022" v="2139" actId="478"/>
          <ac:inkMkLst>
            <pc:docMk/>
            <pc:sldMk cId="634717955" sldId="318"/>
            <ac:inkMk id="15" creationId="{7381BC1E-80F9-7F07-1C2F-B8F5F946F8E2}"/>
          </ac:inkMkLst>
        </pc:inkChg>
        <pc:inkChg chg="add del mod">
          <ac:chgData name="Leônidas Müller de Oliveira" userId="5af9566427f0cd7a" providerId="LiveId" clId="{8562935F-B298-47A6-964D-F7E0BBDE29AD}" dt="2025-05-27T18:50:22.022" v="2139" actId="478"/>
          <ac:inkMkLst>
            <pc:docMk/>
            <pc:sldMk cId="634717955" sldId="318"/>
            <ac:inkMk id="16" creationId="{96179A27-1A8A-00BA-C0AC-0BBEBE9BF593}"/>
          </ac:inkMkLst>
        </pc:inkChg>
        <pc:inkChg chg="add del mod">
          <ac:chgData name="Leônidas Müller de Oliveira" userId="5af9566427f0cd7a" providerId="LiveId" clId="{8562935F-B298-47A6-964D-F7E0BBDE29AD}" dt="2025-05-27T18:50:22.022" v="2139" actId="478"/>
          <ac:inkMkLst>
            <pc:docMk/>
            <pc:sldMk cId="634717955" sldId="318"/>
            <ac:inkMk id="17" creationId="{C9E393AD-FAF2-E6B5-A8D7-D1A7F4192E46}"/>
          </ac:inkMkLst>
        </pc:inkChg>
        <pc:inkChg chg="add del mod topLvl">
          <ac:chgData name="Leônidas Müller de Oliveira" userId="5af9566427f0cd7a" providerId="LiveId" clId="{8562935F-B298-47A6-964D-F7E0BBDE29AD}" dt="2025-05-27T18:50:22.022" v="2139" actId="478"/>
          <ac:inkMkLst>
            <pc:docMk/>
            <pc:sldMk cId="634717955" sldId="318"/>
            <ac:inkMk id="18" creationId="{DEEBF044-A1DE-5E9D-BE2D-DAE175E8B7A1}"/>
          </ac:inkMkLst>
        </pc:inkChg>
        <pc:inkChg chg="add del mod">
          <ac:chgData name="Leônidas Müller de Oliveira" userId="5af9566427f0cd7a" providerId="LiveId" clId="{8562935F-B298-47A6-964D-F7E0BBDE29AD}" dt="2025-05-27T18:50:22.022" v="2139" actId="478"/>
          <ac:inkMkLst>
            <pc:docMk/>
            <pc:sldMk cId="634717955" sldId="318"/>
            <ac:inkMk id="19" creationId="{0049E964-9BDB-229E-A709-B444D8E8B64A}"/>
          </ac:inkMkLst>
        </pc:inkChg>
        <pc:inkChg chg="add del mod">
          <ac:chgData name="Leônidas Müller de Oliveira" userId="5af9566427f0cd7a" providerId="LiveId" clId="{8562935F-B298-47A6-964D-F7E0BBDE29AD}" dt="2025-05-27T18:50:22.022" v="2139" actId="478"/>
          <ac:inkMkLst>
            <pc:docMk/>
            <pc:sldMk cId="634717955" sldId="318"/>
            <ac:inkMk id="20" creationId="{0EC6BCF5-9254-ACE6-5275-AF3F3C800110}"/>
          </ac:inkMkLst>
        </pc:inkChg>
        <pc:inkChg chg="add del mod">
          <ac:chgData name="Leônidas Müller de Oliveira" userId="5af9566427f0cd7a" providerId="LiveId" clId="{8562935F-B298-47A6-964D-F7E0BBDE29AD}" dt="2025-05-27T18:50:22.022" v="2139" actId="478"/>
          <ac:inkMkLst>
            <pc:docMk/>
            <pc:sldMk cId="634717955" sldId="318"/>
            <ac:inkMk id="21" creationId="{252C4227-5A3B-AED1-3FC8-E2FC79393823}"/>
          </ac:inkMkLst>
        </pc:inkChg>
        <pc:inkChg chg="add del mod">
          <ac:chgData name="Leônidas Müller de Oliveira" userId="5af9566427f0cd7a" providerId="LiveId" clId="{8562935F-B298-47A6-964D-F7E0BBDE29AD}" dt="2025-05-27T18:50:22.022" v="2139" actId="478"/>
          <ac:inkMkLst>
            <pc:docMk/>
            <pc:sldMk cId="634717955" sldId="318"/>
            <ac:inkMk id="22" creationId="{80DAAECE-F0ED-A3D1-D780-2752D00F183F}"/>
          </ac:inkMkLst>
        </pc:inkChg>
        <pc:inkChg chg="add del mod">
          <ac:chgData name="Leônidas Müller de Oliveira" userId="5af9566427f0cd7a" providerId="LiveId" clId="{8562935F-B298-47A6-964D-F7E0BBDE29AD}" dt="2025-05-27T18:50:22.022" v="2139" actId="478"/>
          <ac:inkMkLst>
            <pc:docMk/>
            <pc:sldMk cId="634717955" sldId="318"/>
            <ac:inkMk id="23" creationId="{CF1A9A75-478A-F013-7ED8-F39888F3BF96}"/>
          </ac:inkMkLst>
        </pc:inkChg>
        <pc:inkChg chg="add del mod">
          <ac:chgData name="Leônidas Müller de Oliveira" userId="5af9566427f0cd7a" providerId="LiveId" clId="{8562935F-B298-47A6-964D-F7E0BBDE29AD}" dt="2025-05-27T18:50:22.022" v="2139" actId="478"/>
          <ac:inkMkLst>
            <pc:docMk/>
            <pc:sldMk cId="634717955" sldId="318"/>
            <ac:inkMk id="24" creationId="{C3A757AB-B012-012A-718C-D50B65080043}"/>
          </ac:inkMkLst>
        </pc:inkChg>
        <pc:inkChg chg="add del mod">
          <ac:chgData name="Leônidas Müller de Oliveira" userId="5af9566427f0cd7a" providerId="LiveId" clId="{8562935F-B298-47A6-964D-F7E0BBDE29AD}" dt="2025-05-27T18:50:22.022" v="2139" actId="478"/>
          <ac:inkMkLst>
            <pc:docMk/>
            <pc:sldMk cId="634717955" sldId="318"/>
            <ac:inkMk id="25" creationId="{F69BC84C-A2B2-2EBC-6228-FE353BA9A9A2}"/>
          </ac:inkMkLst>
        </pc:inkChg>
        <pc:inkChg chg="add del mod">
          <ac:chgData name="Leônidas Müller de Oliveira" userId="5af9566427f0cd7a" providerId="LiveId" clId="{8562935F-B298-47A6-964D-F7E0BBDE29AD}" dt="2025-05-27T18:50:22.022" v="2139" actId="478"/>
          <ac:inkMkLst>
            <pc:docMk/>
            <pc:sldMk cId="634717955" sldId="318"/>
            <ac:inkMk id="26" creationId="{74715C37-EA26-2833-EE67-82A1F559A779}"/>
          </ac:inkMkLst>
        </pc:inkChg>
        <pc:inkChg chg="add del mod">
          <ac:chgData name="Leônidas Müller de Oliveira" userId="5af9566427f0cd7a" providerId="LiveId" clId="{8562935F-B298-47A6-964D-F7E0BBDE29AD}" dt="2025-05-27T18:50:22.022" v="2139" actId="478"/>
          <ac:inkMkLst>
            <pc:docMk/>
            <pc:sldMk cId="634717955" sldId="318"/>
            <ac:inkMk id="27" creationId="{E857C399-E338-A390-1B08-5B57FE293280}"/>
          </ac:inkMkLst>
        </pc:inkChg>
        <pc:inkChg chg="add del">
          <ac:chgData name="Leônidas Müller de Oliveira" userId="5af9566427f0cd7a" providerId="LiveId" clId="{8562935F-B298-47A6-964D-F7E0BBDE29AD}" dt="2025-05-27T18:50:22.022" v="2139" actId="478"/>
          <ac:inkMkLst>
            <pc:docMk/>
            <pc:sldMk cId="634717955" sldId="318"/>
            <ac:inkMk id="29" creationId="{EA9B9D53-7102-4701-54FE-3D89B9E7E6EB}"/>
          </ac:inkMkLst>
        </pc:inkChg>
        <pc:inkChg chg="add del">
          <ac:chgData name="Leônidas Müller de Oliveira" userId="5af9566427f0cd7a" providerId="LiveId" clId="{8562935F-B298-47A6-964D-F7E0BBDE29AD}" dt="2025-05-27T18:50:22.022" v="2139" actId="478"/>
          <ac:inkMkLst>
            <pc:docMk/>
            <pc:sldMk cId="634717955" sldId="318"/>
            <ac:inkMk id="30" creationId="{13B0ED3E-7B77-6FDE-0E8F-0DA4462EEECD}"/>
          </ac:inkMkLst>
        </pc:inkChg>
        <pc:inkChg chg="add del">
          <ac:chgData name="Leônidas Müller de Oliveira" userId="5af9566427f0cd7a" providerId="LiveId" clId="{8562935F-B298-47A6-964D-F7E0BBDE29AD}" dt="2025-05-27T18:50:22.022" v="2139" actId="478"/>
          <ac:inkMkLst>
            <pc:docMk/>
            <pc:sldMk cId="634717955" sldId="318"/>
            <ac:inkMk id="31" creationId="{ACA2A738-6741-78C7-B81F-DF53E3D86CEC}"/>
          </ac:inkMkLst>
        </pc:inkChg>
        <pc:inkChg chg="add del">
          <ac:chgData name="Leônidas Müller de Oliveira" userId="5af9566427f0cd7a" providerId="LiveId" clId="{8562935F-B298-47A6-964D-F7E0BBDE29AD}" dt="2025-05-27T18:50:22.022" v="2139" actId="478"/>
          <ac:inkMkLst>
            <pc:docMk/>
            <pc:sldMk cId="634717955" sldId="318"/>
            <ac:inkMk id="32" creationId="{86970612-1D13-CE4B-9585-BB1BB688258D}"/>
          </ac:inkMkLst>
        </pc:inkChg>
      </pc:sldChg>
      <pc:sldChg chg="addSp delSp modSp add mod">
        <pc:chgData name="Leônidas Müller de Oliveira" userId="5af9566427f0cd7a" providerId="LiveId" clId="{8562935F-B298-47A6-964D-F7E0BBDE29AD}" dt="2025-05-27T18:49:40.536" v="2127" actId="478"/>
        <pc:sldMkLst>
          <pc:docMk/>
          <pc:sldMk cId="2758779337" sldId="319"/>
        </pc:sldMkLst>
        <pc:spChg chg="del">
          <ac:chgData name="Leônidas Müller de Oliveira" userId="5af9566427f0cd7a" providerId="LiveId" clId="{8562935F-B298-47A6-964D-F7E0BBDE29AD}" dt="2025-05-27T17:56:22.866" v="1376" actId="478"/>
          <ac:spMkLst>
            <pc:docMk/>
            <pc:sldMk cId="2758779337" sldId="319"/>
            <ac:spMk id="143" creationId="{00000000-0000-0000-0000-000000000000}"/>
          </ac:spMkLst>
        </pc:spChg>
        <pc:grpChg chg="del mod">
          <ac:chgData name="Leônidas Müller de Oliveira" userId="5af9566427f0cd7a" providerId="LiveId" clId="{8562935F-B298-47A6-964D-F7E0BBDE29AD}" dt="2025-05-27T18:02:05.915" v="1403"/>
          <ac:grpSpMkLst>
            <pc:docMk/>
            <pc:sldMk cId="2758779337" sldId="319"/>
            <ac:grpSpMk id="9" creationId="{95262318-4736-8A18-EEF0-1501610D8B84}"/>
          </ac:grpSpMkLst>
        </pc:grpChg>
        <pc:grpChg chg="del mod">
          <ac:chgData name="Leônidas Müller de Oliveira" userId="5af9566427f0cd7a" providerId="LiveId" clId="{8562935F-B298-47A6-964D-F7E0BBDE29AD}" dt="2025-05-27T18:02:05.915" v="1403"/>
          <ac:grpSpMkLst>
            <pc:docMk/>
            <pc:sldMk cId="2758779337" sldId="319"/>
            <ac:grpSpMk id="12" creationId="{07EFF099-C066-F5C4-4E14-642C380DAF40}"/>
          </ac:grpSpMkLst>
        </pc:grpChg>
        <pc:grpChg chg="del mod">
          <ac:chgData name="Leônidas Müller de Oliveira" userId="5af9566427f0cd7a" providerId="LiveId" clId="{8562935F-B298-47A6-964D-F7E0BBDE29AD}" dt="2025-05-27T18:03:25.720" v="1460"/>
          <ac:grpSpMkLst>
            <pc:docMk/>
            <pc:sldMk cId="2758779337" sldId="319"/>
            <ac:grpSpMk id="14" creationId="{12451062-62F8-4718-79DF-068DB93F7FC7}"/>
          </ac:grpSpMkLst>
        </pc:grpChg>
        <pc:grpChg chg="del mod">
          <ac:chgData name="Leônidas Müller de Oliveira" userId="5af9566427f0cd7a" providerId="LiveId" clId="{8562935F-B298-47A6-964D-F7E0BBDE29AD}" dt="2025-05-27T18:02:29.179" v="1411"/>
          <ac:grpSpMkLst>
            <pc:docMk/>
            <pc:sldMk cId="2758779337" sldId="319"/>
            <ac:grpSpMk id="17" creationId="{5C454F3A-D2AF-B8F7-48DF-2728FB4C7F50}"/>
          </ac:grpSpMkLst>
        </pc:grpChg>
        <pc:grpChg chg="del mod">
          <ac:chgData name="Leônidas Müller de Oliveira" userId="5af9566427f0cd7a" providerId="LiveId" clId="{8562935F-B298-47A6-964D-F7E0BBDE29AD}" dt="2025-05-27T18:03:38.683" v="1474"/>
          <ac:grpSpMkLst>
            <pc:docMk/>
            <pc:sldMk cId="2758779337" sldId="319"/>
            <ac:grpSpMk id="22" creationId="{35B394A1-C4F7-6BD7-4BB9-44453E4628F0}"/>
          </ac:grpSpMkLst>
        </pc:grpChg>
        <pc:grpChg chg="del mod">
          <ac:chgData name="Leônidas Müller de Oliveira" userId="5af9566427f0cd7a" providerId="LiveId" clId="{8562935F-B298-47A6-964D-F7E0BBDE29AD}" dt="2025-05-27T18:25:53.099" v="2000"/>
          <ac:grpSpMkLst>
            <pc:docMk/>
            <pc:sldMk cId="2758779337" sldId="319"/>
            <ac:grpSpMk id="29" creationId="{DCAF1A4A-A6DD-9F96-3568-828D949D27EB}"/>
          </ac:grpSpMkLst>
        </pc:grpChg>
        <pc:grpChg chg="del mod">
          <ac:chgData name="Leônidas Müller de Oliveira" userId="5af9566427f0cd7a" providerId="LiveId" clId="{8562935F-B298-47A6-964D-F7E0BBDE29AD}" dt="2025-05-27T18:02:43.985" v="1428"/>
          <ac:grpSpMkLst>
            <pc:docMk/>
            <pc:sldMk cId="2758779337" sldId="319"/>
            <ac:grpSpMk id="36" creationId="{D082F506-44CE-6F03-0FA4-FA8288467097}"/>
          </ac:grpSpMkLst>
        </pc:grpChg>
        <pc:grpChg chg="del mod">
          <ac:chgData name="Leônidas Müller de Oliveira" userId="5af9566427f0cd7a" providerId="LiveId" clId="{8562935F-B298-47A6-964D-F7E0BBDE29AD}" dt="2025-05-27T18:03:38.683" v="1474"/>
          <ac:grpSpMkLst>
            <pc:docMk/>
            <pc:sldMk cId="2758779337" sldId="319"/>
            <ac:grpSpMk id="37" creationId="{BBE7CEB3-B7FF-3C3F-C581-5FCA9EA82F39}"/>
          </ac:grpSpMkLst>
        </pc:grpChg>
        <pc:grpChg chg="del mod">
          <ac:chgData name="Leônidas Müller de Oliveira" userId="5af9566427f0cd7a" providerId="LiveId" clId="{8562935F-B298-47A6-964D-F7E0BBDE29AD}" dt="2025-05-27T18:25:53.099" v="2000"/>
          <ac:grpSpMkLst>
            <pc:docMk/>
            <pc:sldMk cId="2758779337" sldId="319"/>
            <ac:grpSpMk id="40" creationId="{41442246-6133-14C4-8360-51A0A0FEC23A}"/>
          </ac:grpSpMkLst>
        </pc:grpChg>
        <pc:grpChg chg="del mod">
          <ac:chgData name="Leônidas Müller de Oliveira" userId="5af9566427f0cd7a" providerId="LiveId" clId="{8562935F-B298-47A6-964D-F7E0BBDE29AD}" dt="2025-05-27T18:03:09.244" v="1439"/>
          <ac:grpSpMkLst>
            <pc:docMk/>
            <pc:sldMk cId="2758779337" sldId="319"/>
            <ac:grpSpMk id="45" creationId="{7DD7AF64-69A0-9194-8539-75D512E7861E}"/>
          </ac:grpSpMkLst>
        </pc:grpChg>
        <pc:grpChg chg="del mod">
          <ac:chgData name="Leônidas Müller de Oliveira" userId="5af9566427f0cd7a" providerId="LiveId" clId="{8562935F-B298-47A6-964D-F7E0BBDE29AD}" dt="2025-05-27T18:03:09.244" v="1439"/>
          <ac:grpSpMkLst>
            <pc:docMk/>
            <pc:sldMk cId="2758779337" sldId="319"/>
            <ac:grpSpMk id="46" creationId="{C04068FC-898E-B904-52EC-A819D1B3F148}"/>
          </ac:grpSpMkLst>
        </pc:grpChg>
        <pc:grpChg chg="del mod">
          <ac:chgData name="Leônidas Müller de Oliveira" userId="5af9566427f0cd7a" providerId="LiveId" clId="{8562935F-B298-47A6-964D-F7E0BBDE29AD}" dt="2025-05-27T18:03:11.834" v="1444"/>
          <ac:grpSpMkLst>
            <pc:docMk/>
            <pc:sldMk cId="2758779337" sldId="319"/>
            <ac:grpSpMk id="52" creationId="{6F29E48F-522E-B44F-413E-2F3CC83CE8D9}"/>
          </ac:grpSpMkLst>
        </pc:grpChg>
        <pc:grpChg chg="del mod">
          <ac:chgData name="Leônidas Müller de Oliveira" userId="5af9566427f0cd7a" providerId="LiveId" clId="{8562935F-B298-47A6-964D-F7E0BBDE29AD}" dt="2025-05-27T18:03:15.383" v="1449"/>
          <ac:grpSpMkLst>
            <pc:docMk/>
            <pc:sldMk cId="2758779337" sldId="319"/>
            <ac:grpSpMk id="57" creationId="{3CA211A5-74C9-1E6B-0B07-551E047B8796}"/>
          </ac:grpSpMkLst>
        </pc:grpChg>
        <pc:grpChg chg="del mod">
          <ac:chgData name="Leônidas Müller de Oliveira" userId="5af9566427f0cd7a" providerId="LiveId" clId="{8562935F-B298-47A6-964D-F7E0BBDE29AD}" dt="2025-05-27T18:03:18.711" v="1451"/>
          <ac:grpSpMkLst>
            <pc:docMk/>
            <pc:sldMk cId="2758779337" sldId="319"/>
            <ac:grpSpMk id="62" creationId="{BABFAF23-DD7D-4AA4-8D0E-E937E5C2EB5A}"/>
          </ac:grpSpMkLst>
        </pc:grpChg>
        <pc:grpChg chg="del mod">
          <ac:chgData name="Leônidas Müller de Oliveira" userId="5af9566427f0cd7a" providerId="LiveId" clId="{8562935F-B298-47A6-964D-F7E0BBDE29AD}" dt="2025-05-27T18:03:25.720" v="1460"/>
          <ac:grpSpMkLst>
            <pc:docMk/>
            <pc:sldMk cId="2758779337" sldId="319"/>
            <ac:grpSpMk id="128" creationId="{28E20C4A-4EDD-6EE0-DB2E-F64C379882E7}"/>
          </ac:grpSpMkLst>
        </pc:grpChg>
        <pc:grpChg chg="del mod">
          <ac:chgData name="Leônidas Müller de Oliveira" userId="5af9566427f0cd7a" providerId="LiveId" clId="{8562935F-B298-47A6-964D-F7E0BBDE29AD}" dt="2025-05-27T18:03:25.720" v="1460"/>
          <ac:grpSpMkLst>
            <pc:docMk/>
            <pc:sldMk cId="2758779337" sldId="319"/>
            <ac:grpSpMk id="137" creationId="{E53356FE-57D3-0820-E9CE-E67E3EDC1A82}"/>
          </ac:grpSpMkLst>
        </pc:grpChg>
        <pc:grpChg chg="del mod">
          <ac:chgData name="Leônidas Müller de Oliveira" userId="5af9566427f0cd7a" providerId="LiveId" clId="{8562935F-B298-47A6-964D-F7E0BBDE29AD}" dt="2025-05-27T18:03:31.180" v="1468"/>
          <ac:grpSpMkLst>
            <pc:docMk/>
            <pc:sldMk cId="2758779337" sldId="319"/>
            <ac:grpSpMk id="138" creationId="{245B64C7-4340-860E-CD9A-99512240A80A}"/>
          </ac:grpSpMkLst>
        </pc:grpChg>
        <pc:grpChg chg="del mod">
          <ac:chgData name="Leônidas Müller de Oliveira" userId="5af9566427f0cd7a" providerId="LiveId" clId="{8562935F-B298-47A6-964D-F7E0BBDE29AD}" dt="2025-05-27T18:03:35.332" v="1471"/>
          <ac:grpSpMkLst>
            <pc:docMk/>
            <pc:sldMk cId="2758779337" sldId="319"/>
            <ac:grpSpMk id="149" creationId="{F84AB437-4CD6-9CCC-09E1-C0D7DFFD1507}"/>
          </ac:grpSpMkLst>
        </pc:grpChg>
        <pc:grpChg chg="del mod">
          <ac:chgData name="Leônidas Müller de Oliveira" userId="5af9566427f0cd7a" providerId="LiveId" clId="{8562935F-B298-47A6-964D-F7E0BBDE29AD}" dt="2025-05-27T18:49:40.536" v="2127" actId="478"/>
          <ac:grpSpMkLst>
            <pc:docMk/>
            <pc:sldMk cId="2758779337" sldId="319"/>
            <ac:grpSpMk id="152" creationId="{BB5B5AFF-823B-8E6B-F568-D797FD7D7F7B}"/>
          </ac:grpSpMkLst>
        </pc:grpChg>
        <pc:grpChg chg="del mod">
          <ac:chgData name="Leônidas Müller de Oliveira" userId="5af9566427f0cd7a" providerId="LiveId" clId="{8562935F-B298-47A6-964D-F7E0BBDE29AD}" dt="2025-05-27T18:25:53.099" v="2000"/>
          <ac:grpSpMkLst>
            <pc:docMk/>
            <pc:sldMk cId="2758779337" sldId="319"/>
            <ac:grpSpMk id="155" creationId="{4D9A265C-8B03-EFEE-9F8E-296AF5E50B25}"/>
          </ac:grpSpMkLst>
        </pc:grpChg>
        <pc:grpChg chg="del mod">
          <ac:chgData name="Leônidas Müller de Oliveira" userId="5af9566427f0cd7a" providerId="LiveId" clId="{8562935F-B298-47A6-964D-F7E0BBDE29AD}" dt="2025-05-27T18:49:32.470" v="2124" actId="478"/>
          <ac:grpSpMkLst>
            <pc:docMk/>
            <pc:sldMk cId="2758779337" sldId="319"/>
            <ac:grpSpMk id="156" creationId="{A13C11BD-65E9-7753-22F9-9369F1FA9CD9}"/>
          </ac:grpSpMkLst>
        </pc:grpChg>
        <pc:grpChg chg="del mod">
          <ac:chgData name="Leônidas Müller de Oliveira" userId="5af9566427f0cd7a" providerId="LiveId" clId="{8562935F-B298-47A6-964D-F7E0BBDE29AD}" dt="2025-05-27T18:04:00.265" v="1496"/>
          <ac:grpSpMkLst>
            <pc:docMk/>
            <pc:sldMk cId="2758779337" sldId="319"/>
            <ac:grpSpMk id="163" creationId="{DD96B75B-04DD-7CC5-7EB3-763CA35BA267}"/>
          </ac:grpSpMkLst>
        </pc:grpChg>
        <pc:grpChg chg="del mod">
          <ac:chgData name="Leônidas Müller de Oliveira" userId="5af9566427f0cd7a" providerId="LiveId" clId="{8562935F-B298-47A6-964D-F7E0BBDE29AD}" dt="2025-05-27T18:04:04.712" v="1500"/>
          <ac:grpSpMkLst>
            <pc:docMk/>
            <pc:sldMk cId="2758779337" sldId="319"/>
            <ac:grpSpMk id="178" creationId="{3A41CBA0-F632-1624-0815-1859D578C657}"/>
          </ac:grpSpMkLst>
        </pc:grpChg>
        <pc:grpChg chg="del mod">
          <ac:chgData name="Leônidas Müller de Oliveira" userId="5af9566427f0cd7a" providerId="LiveId" clId="{8562935F-B298-47A6-964D-F7E0BBDE29AD}" dt="2025-05-27T18:04:07.262" v="1502"/>
          <ac:grpSpMkLst>
            <pc:docMk/>
            <pc:sldMk cId="2758779337" sldId="319"/>
            <ac:grpSpMk id="182" creationId="{E021640D-1A56-AA43-1888-78697B19955E}"/>
          </ac:grpSpMkLst>
        </pc:grpChg>
        <pc:grpChg chg="del mod">
          <ac:chgData name="Leônidas Müller de Oliveira" userId="5af9566427f0cd7a" providerId="LiveId" clId="{8562935F-B298-47A6-964D-F7E0BBDE29AD}" dt="2025-05-27T18:04:08.233" v="1504"/>
          <ac:grpSpMkLst>
            <pc:docMk/>
            <pc:sldMk cId="2758779337" sldId="319"/>
            <ac:grpSpMk id="184" creationId="{5E26AF02-DA44-FCE5-2E7C-18756139AA67}"/>
          </ac:grpSpMkLst>
        </pc:grpChg>
        <pc:grpChg chg="del mod">
          <ac:chgData name="Leônidas Müller de Oliveira" userId="5af9566427f0cd7a" providerId="LiveId" clId="{8562935F-B298-47A6-964D-F7E0BBDE29AD}" dt="2025-05-27T18:04:15.800" v="1515"/>
          <ac:grpSpMkLst>
            <pc:docMk/>
            <pc:sldMk cId="2758779337" sldId="319"/>
            <ac:grpSpMk id="186" creationId="{A24ABEAE-9E31-0D8C-460B-2E7559CCAA5E}"/>
          </ac:grpSpMkLst>
        </pc:grpChg>
        <pc:grpChg chg="del mod">
          <ac:chgData name="Leônidas Müller de Oliveira" userId="5af9566427f0cd7a" providerId="LiveId" clId="{8562935F-B298-47A6-964D-F7E0BBDE29AD}" dt="2025-05-27T18:04:23.801" v="1526"/>
          <ac:grpSpMkLst>
            <pc:docMk/>
            <pc:sldMk cId="2758779337" sldId="319"/>
            <ac:grpSpMk id="197" creationId="{DB24465E-F6CA-3F94-56BA-53B2EC352C8F}"/>
          </ac:grpSpMkLst>
        </pc:grpChg>
        <pc:grpChg chg="del mod">
          <ac:chgData name="Leônidas Müller de Oliveira" userId="5af9566427f0cd7a" providerId="LiveId" clId="{8562935F-B298-47A6-964D-F7E0BBDE29AD}" dt="2025-05-27T18:49:32.470" v="2124" actId="478"/>
          <ac:grpSpMkLst>
            <pc:docMk/>
            <pc:sldMk cId="2758779337" sldId="319"/>
            <ac:grpSpMk id="208" creationId="{3759B75A-7DDE-D4FC-5259-03E8BA25AFEC}"/>
          </ac:grpSpMkLst>
        </pc:grpChg>
        <pc:grpChg chg="del mod">
          <ac:chgData name="Leônidas Müller de Oliveira" userId="5af9566427f0cd7a" providerId="LiveId" clId="{8562935F-B298-47A6-964D-F7E0BBDE29AD}" dt="2025-05-27T18:25:56.033" v="2007"/>
          <ac:grpSpMkLst>
            <pc:docMk/>
            <pc:sldMk cId="2758779337" sldId="319"/>
            <ac:grpSpMk id="210" creationId="{0F72430A-FC1E-7000-6201-2F1D07A0BE94}"/>
          </ac:grpSpMkLst>
        </pc:grpChg>
        <pc:grpChg chg="del mod">
          <ac:chgData name="Leônidas Müller de Oliveira" userId="5af9566427f0cd7a" providerId="LiveId" clId="{8562935F-B298-47A6-964D-F7E0BBDE29AD}" dt="2025-05-27T18:25:59.580" v="2014"/>
          <ac:grpSpMkLst>
            <pc:docMk/>
            <pc:sldMk cId="2758779337" sldId="319"/>
            <ac:grpSpMk id="217" creationId="{440FC709-7D2D-6C6E-66E7-08DDAC315526}"/>
          </ac:grpSpMkLst>
        </pc:grpChg>
        <pc:grpChg chg="del mod">
          <ac:chgData name="Leônidas Müller de Oliveira" userId="5af9566427f0cd7a" providerId="LiveId" clId="{8562935F-B298-47A6-964D-F7E0BBDE29AD}" dt="2025-05-27T18:49:32.470" v="2124" actId="478"/>
          <ac:grpSpMkLst>
            <pc:docMk/>
            <pc:sldMk cId="2758779337" sldId="319"/>
            <ac:grpSpMk id="224" creationId="{7477FE2C-478D-D67E-71A9-68AE42889EB7}"/>
          </ac:grpSpMkLst>
        </pc:grpChg>
        <pc:picChg chg="mod">
          <ac:chgData name="Leônidas Müller de Oliveira" userId="5af9566427f0cd7a" providerId="LiveId" clId="{8562935F-B298-47A6-964D-F7E0BBDE29AD}" dt="2025-05-27T17:56:28.921" v="1378" actId="14100"/>
          <ac:picMkLst>
            <pc:docMk/>
            <pc:sldMk cId="2758779337" sldId="319"/>
            <ac:picMk id="2" creationId="{1EFFEBF7-8F3E-C311-CFF7-2BFFA2BD60D4}"/>
          </ac:picMkLst>
        </pc:picChg>
        <pc:inkChg chg="add del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3" creationId="{BFE0B6F5-34C4-B4F8-58C6-526CE3F056C4}"/>
          </ac:inkMkLst>
        </pc:inkChg>
        <pc:inkChg chg="add del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4" creationId="{AA8D2B5B-7F53-0040-A560-A82E825312DD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5" creationId="{FA9F5116-3C29-59C1-B730-92298CABBA43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6" creationId="{A022BD2A-8FBF-5193-60AA-A477A1BA33AD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8" creationId="{3EA4C728-1FB5-59CC-1664-48947908C251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0" creationId="{92B4D085-CF28-3885-556F-AA354FCC5CA2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1" creationId="{D9CE58B8-D900-10D9-3128-898146BDDEFB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3" creationId="{FB41FC80-3862-1DDD-6481-2294702C99AE}"/>
          </ac:inkMkLst>
        </pc:inkChg>
        <pc:inkChg chg="add del mod topLvl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5" creationId="{53EB0DB2-D064-6742-2842-A386ADEBC4F7}"/>
          </ac:inkMkLst>
        </pc:inkChg>
        <pc:inkChg chg="add del mod topLvl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6" creationId="{48AB25F2-7648-AB1E-FEE8-199999350142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8" creationId="{E81067C9-3703-6519-1791-7927084C14EC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9" creationId="{5995B412-AF69-77E8-0C2D-F9F0227BFE52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0" creationId="{3706A121-BCE4-4CED-3978-4379A78FFC20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1" creationId="{BEA88298-8732-1159-53F6-74F91ED8B0BF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3" creationId="{903C7FD8-BC9A-E759-2FA6-57965C2FBD9C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4" creationId="{F4D8D6A2-51FB-E1FA-84E9-C58523978A6F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5" creationId="{9713D16C-0262-3DAE-3361-2C6CBE0624B8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6" creationId="{81050520-2CA9-AC62-161D-E550B490B485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7" creationId="{29E454C7-8C71-2312-3296-FD00CFC093D7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8" creationId="{95572F86-13CF-CC7D-3DA2-C5EE38C53F9C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30" creationId="{276384F4-FF03-E0B6-6EFA-CA72735EBE8A}"/>
          </ac:inkMkLst>
        </pc:inkChg>
        <pc:inkChg chg="add del mod topLvl">
          <ac:chgData name="Leônidas Müller de Oliveira" userId="5af9566427f0cd7a" providerId="LiveId" clId="{8562935F-B298-47A6-964D-F7E0BBDE29AD}" dt="2025-05-27T18:49:34.818" v="2125" actId="478"/>
          <ac:inkMkLst>
            <pc:docMk/>
            <pc:sldMk cId="2758779337" sldId="319"/>
            <ac:inkMk id="31" creationId="{1B262FD2-B414-60BD-40CA-B255FBA9EAC5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32" creationId="{B0B50253-B9A2-AB9B-66E2-CE3046C59BF5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33" creationId="{BD7600D3-5FDC-6F8B-DA7E-F542DA60B402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34" creationId="{AD3BCB28-B2D7-0B8A-6DB6-3A15DFDD825A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35" creationId="{12AA0995-7F2E-FFC7-A05D-7346BF26BFE2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38" creationId="{E2A3E3B4-3EBC-03B1-068D-818AF740C93D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39" creationId="{BEDE11CB-79E3-5EB8-A8CB-370A382AE8FE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41" creationId="{4FD87836-B99F-5280-8357-D6F641AD863D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42" creationId="{6FE3A6B9-B337-FD3E-5CED-FC370E8AA96D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43" creationId="{9D21A959-0826-B40E-8913-884E7ADB3B1D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44" creationId="{0C2F2747-E117-ED08-9E8B-0ABC8A501692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47" creationId="{8AC13CE4-ECFD-A47F-05CC-878EB402C0E8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48" creationId="{D258C84D-C822-6E7A-B584-618B2B960EC6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49" creationId="{63A7C6C0-D5B2-2E96-ACF2-274A89854CE2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50" creationId="{060672FE-615F-9C0C-51D8-B66981B1F7AE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51" creationId="{AD3D0E91-07F1-BFD9-BE36-8B67EA795A0D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53" creationId="{2FCC363C-77CF-3275-32F1-2BB8B5CE4517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54" creationId="{42378835-5CD4-23F1-A395-063571831916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55" creationId="{A81CADC3-78CF-993C-7A0D-2F7BBCA37A12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56" creationId="{A4A749A5-A394-2B9B-68C4-2C8BBE6FC27F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58" creationId="{E1E01732-D37B-DF90-3DC2-24D9B1E6F33D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59" creationId="{07FDDC7E-D05D-FBC9-E775-52F69C5FD13F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60" creationId="{569A24CF-08C4-B981-B93B-3CAFAD07F1AF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61" creationId="{85DE3E80-6BA6-259D-5F12-CA396BCE4BEF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63" creationId="{745F15A8-240C-A77D-521D-CFA2AB29D989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29" creationId="{453D168F-31CE-E215-7D02-B81128970188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30" creationId="{00F88F52-387C-7D44-2A72-643030E312C8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31" creationId="{760CFD2A-CA9C-D95D-C762-9E6757F14DF0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32" creationId="{6090E4E7-4B33-8EE0-DA26-FAD6F03FBBA6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33" creationId="{269482E1-6D7B-728C-2BCE-63F6C83571C5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34" creationId="{517690E5-2CEA-1702-428B-647EB741CCB7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35" creationId="{9EA8FAC2-1915-5DD8-56D8-186A96357D01}"/>
          </ac:inkMkLst>
        </pc:inkChg>
        <pc:inkChg chg="add mod">
          <ac:chgData name="Leônidas Müller de Oliveira" userId="5af9566427f0cd7a" providerId="LiveId" clId="{8562935F-B298-47A6-964D-F7E0BBDE29AD}" dt="2025-05-27T18:03:35.332" v="1471"/>
          <ac:inkMkLst>
            <pc:docMk/>
            <pc:sldMk cId="2758779337" sldId="319"/>
            <ac:inkMk id="136" creationId="{8C1A6D1E-D73C-272F-B742-C5601DF75B3E}"/>
          </ac:inkMkLst>
        </pc:inkChg>
        <pc:inkChg chg="add mod">
          <ac:chgData name="Leônidas Müller de Oliveira" userId="5af9566427f0cd7a" providerId="LiveId" clId="{8562935F-B298-47A6-964D-F7E0BBDE29AD}" dt="2025-05-27T18:03:35.332" v="1471"/>
          <ac:inkMkLst>
            <pc:docMk/>
            <pc:sldMk cId="2758779337" sldId="319"/>
            <ac:inkMk id="139" creationId="{A4A86FE0-82C5-FA4F-7DDF-6B925F39F2CC}"/>
          </ac:inkMkLst>
        </pc:inkChg>
        <pc:inkChg chg="add mod">
          <ac:chgData name="Leônidas Müller de Oliveira" userId="5af9566427f0cd7a" providerId="LiveId" clId="{8562935F-B298-47A6-964D-F7E0BBDE29AD}" dt="2025-05-27T18:03:35.332" v="1471"/>
          <ac:inkMkLst>
            <pc:docMk/>
            <pc:sldMk cId="2758779337" sldId="319"/>
            <ac:inkMk id="142" creationId="{61B37351-94E3-8470-C5B5-59895C698B78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44" creationId="{CB6483EA-3243-255A-43EA-7307AAC7010A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45" creationId="{4004F3B0-32F7-C4D7-3AAA-B150931DD157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46" creationId="{E3956195-C852-7D36-7E8A-A0DD422EDE63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47" creationId="{C543BE94-632A-638E-27EB-94D0BEEE8F36}"/>
          </ac:inkMkLst>
        </pc:inkChg>
        <pc:inkChg chg="add del mod">
          <ac:chgData name="Leônidas Müller de Oliveira" userId="5af9566427f0cd7a" providerId="LiveId" clId="{8562935F-B298-47A6-964D-F7E0BBDE29AD}" dt="2025-05-27T18:49:36.612" v="2126" actId="478"/>
          <ac:inkMkLst>
            <pc:docMk/>
            <pc:sldMk cId="2758779337" sldId="319"/>
            <ac:inkMk id="148" creationId="{5696BA95-FE0C-E664-A1BB-94701BC8E678}"/>
          </ac:inkMkLst>
        </pc:inkChg>
        <pc:inkChg chg="add del mod">
          <ac:chgData name="Leônidas Müller de Oliveira" userId="5af9566427f0cd7a" providerId="LiveId" clId="{8562935F-B298-47A6-964D-F7E0BBDE29AD}" dt="2025-05-27T18:49:34.818" v="2125" actId="478"/>
          <ac:inkMkLst>
            <pc:docMk/>
            <pc:sldMk cId="2758779337" sldId="319"/>
            <ac:inkMk id="150" creationId="{3AA4E19B-5050-6F3B-6DDE-78D39EF47322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51" creationId="{34F41ED6-E13F-87B4-7140-0113E0B2C317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53" creationId="{BA4032F1-76DD-0F08-977B-AF58AAE3C5D9}"/>
          </ac:inkMkLst>
        </pc:inkChg>
        <pc:inkChg chg="add del mod">
          <ac:chgData name="Leônidas Müller de Oliveira" userId="5af9566427f0cd7a" providerId="LiveId" clId="{8562935F-B298-47A6-964D-F7E0BBDE29AD}" dt="2025-05-27T18:49:34.818" v="2125" actId="478"/>
          <ac:inkMkLst>
            <pc:docMk/>
            <pc:sldMk cId="2758779337" sldId="319"/>
            <ac:inkMk id="154" creationId="{04394BD3-515C-A7F2-A692-9BEFF55CA4C4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57" creationId="{5494AFF2-B604-A02A-2736-43117AD6C833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58" creationId="{EB350DD1-35CC-EB5D-E651-5F5C69821D70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59" creationId="{E3740F13-3793-30EB-2E97-C53C282AFEC2}"/>
          </ac:inkMkLst>
        </pc:inkChg>
        <pc:inkChg chg="add del mod topLvl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60" creationId="{C20F6AE7-51B1-4483-8535-C43867D5621F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61" creationId="{382D1F75-88AC-8D3B-E560-DFD6F6AC6DE9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62" creationId="{C1B4F3F6-4DD4-BF0B-E796-46170DB0DDCA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64" creationId="{6D57A238-8073-A8DE-02B9-C0F24506F72F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65" creationId="{7119B4ED-0565-33DB-629D-95EE11A688F4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66" creationId="{65F35BE9-EEA1-65D4-5DEA-18DD02BFA52B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67" creationId="{9253ECB7-DE18-722A-40DC-E703731FC960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68" creationId="{A331E456-1BF1-76B4-01FC-FF395BB82F88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69" creationId="{4EFEFCB0-868A-319E-8D35-4D572EABA243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70" creationId="{41F3B8FE-D239-7E32-FB3D-47AA0A0DBA0D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71" creationId="{5FF6DA5D-FA31-044A-282A-502101C64962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72" creationId="{11E12888-2D1B-6894-3768-26311B2EEB28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73" creationId="{9D6559FC-7B4D-18D1-D2B7-608A40B58C5A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74" creationId="{F76E6AA4-C7E1-3C78-C437-FF7E044E9B1F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75" creationId="{127D62D0-DD15-AB79-2142-5C09733A728A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76" creationId="{3859AB52-21D9-546B-1E98-E837B30424AD}"/>
          </ac:inkMkLst>
        </pc:inkChg>
        <pc:inkChg chg="add del mod topLvl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77" creationId="{498C24BF-B37D-47A7-7D10-9D7E7372D2F6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79" creationId="{7DC9DF8F-4660-71B7-30FB-4B0241CA52A8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80" creationId="{2406D882-74BA-F8B3-861D-81565D24A776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81" creationId="{BA183E99-91C4-D5AB-4B7D-0C0B9D682350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83" creationId="{E197CE13-61AB-782C-56FA-B4A7BDDA2841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85" creationId="{A5EFEA87-B457-EC5E-98B6-732313EC8BDB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87" creationId="{93371D43-AA45-E74A-EF61-342978482A31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88" creationId="{3D4BE5D6-FFA6-F89E-E551-43A2A447A032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89" creationId="{EDB66F68-A2FA-D029-9069-B8CC9C8A76BD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90" creationId="{241C0B50-F61D-4265-80AB-DADEC68A4BAB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91" creationId="{C6608869-1107-0FED-5BFE-DE1BDFA2AD60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92" creationId="{D775561E-EC9C-7B6A-263F-887377412965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93" creationId="{DA9137B2-885A-4B5C-387F-D52DA911BD20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94" creationId="{1BEB9C78-E91C-6475-D60A-F5B38ED2EDE8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95" creationId="{E4955818-3606-8F7F-48BA-C48A906F8F13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96" creationId="{8916F984-A900-3D4D-2A81-6364AA138DB5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98" creationId="{82436EBA-1F8F-06CC-E443-1D93027BE6B4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199" creationId="{796AC657-0C12-3785-8D57-59E3CA33A78A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00" creationId="{365936CF-F1D9-8CDA-11D0-3035374917BE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01" creationId="{26AEB799-1264-BC2C-801E-B84B4E085E5E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02" creationId="{95C88BE9-9CB1-6A61-308D-4424EF079063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03" creationId="{2C8CEA34-E4E4-8CD8-DBD0-7DACF972581A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04" creationId="{CBD8532A-BE62-FF91-F4F6-AB8F38CC62D5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05" creationId="{3C27F5FF-E076-FC51-5AFF-F1E66981BD24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06" creationId="{685A8D9D-8C0F-4177-9A38-07685D805B0C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07" creationId="{041192BD-B1B3-8667-5AD9-251AFC142FDF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09" creationId="{7FC44523-ED32-80EB-F688-CEB5C19DC188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11" creationId="{EB0E0F33-0EBC-C241-7F6E-19B4E1E487DA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12" creationId="{FD04C3D1-82BF-B3C4-06B3-3AF7AE752828}"/>
          </ac:inkMkLst>
        </pc:inkChg>
        <pc:inkChg chg="add del mod topLvl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13" creationId="{926AA076-BE9B-2C59-588F-106310CAFA8A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14" creationId="{654F5AD8-FEFD-6675-8DBA-F35E5B55AB41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15" creationId="{9315BC2B-0E06-67D6-F3D1-D0DBECAF397A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16" creationId="{D75DCC4E-2914-EEA2-9DA5-F7E0D32BC559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18" creationId="{E0F82620-EE99-F52B-293F-92562EBDDCAE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19" creationId="{4B850D4D-C545-70CA-D19C-DF9EDB57CAD1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20" creationId="{7BA1AA58-DDD5-ABAE-0AC3-0D814EFF9CFE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21" creationId="{343D50AB-C477-A067-0439-725D6ECA4A08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22" creationId="{B624012E-53A9-5BAB-1DE8-E7845B3AE51C}"/>
          </ac:inkMkLst>
        </pc:inkChg>
        <pc:inkChg chg="add del mod">
          <ac:chgData name="Leônidas Müller de Oliveira" userId="5af9566427f0cd7a" providerId="LiveId" clId="{8562935F-B298-47A6-964D-F7E0BBDE29AD}" dt="2025-05-27T18:49:32.470" v="2124" actId="478"/>
          <ac:inkMkLst>
            <pc:docMk/>
            <pc:sldMk cId="2758779337" sldId="319"/>
            <ac:inkMk id="223" creationId="{5A315BCF-9A91-9FC8-E445-59ECD49ED9C6}"/>
          </ac:inkMkLst>
        </pc:inkChg>
      </pc:sldChg>
      <pc:sldChg chg="addSp delSp modSp add mod">
        <pc:chgData name="Leônidas Müller de Oliveira" userId="5af9566427f0cd7a" providerId="LiveId" clId="{8562935F-B298-47A6-964D-F7E0BBDE29AD}" dt="2025-05-27T18:21:59.202" v="1902" actId="478"/>
        <pc:sldMkLst>
          <pc:docMk/>
          <pc:sldMk cId="971088161" sldId="320"/>
        </pc:sldMkLst>
        <pc:spChg chg="mod">
          <ac:chgData name="Leônidas Müller de Oliveira" userId="5af9566427f0cd7a" providerId="LiveId" clId="{8562935F-B298-47A6-964D-F7E0BBDE29AD}" dt="2025-05-27T18:19:59.653" v="1844" actId="20577"/>
          <ac:spMkLst>
            <pc:docMk/>
            <pc:sldMk cId="971088161" sldId="320"/>
            <ac:spMk id="7" creationId="{FD65234F-CE76-4586-9D67-44EDBAE0C0F0}"/>
          </ac:spMkLst>
        </pc:spChg>
        <pc:spChg chg="mod">
          <ac:chgData name="Leônidas Müller de Oliveira" userId="5af9566427f0cd7a" providerId="LiveId" clId="{8562935F-B298-47A6-964D-F7E0BBDE29AD}" dt="2025-05-27T18:21:51.406" v="1900" actId="20577"/>
          <ac:spMkLst>
            <pc:docMk/>
            <pc:sldMk cId="971088161" sldId="320"/>
            <ac:spMk id="143" creationId="{00000000-0000-0000-0000-000000000000}"/>
          </ac:spMkLst>
        </pc:spChg>
        <pc:grpChg chg="del mod">
          <ac:chgData name="Leônidas Müller de Oliveira" userId="5af9566427f0cd7a" providerId="LiveId" clId="{8562935F-B298-47A6-964D-F7E0BBDE29AD}" dt="2025-05-27T18:20:40.360" v="1867"/>
          <ac:grpSpMkLst>
            <pc:docMk/>
            <pc:sldMk cId="971088161" sldId="320"/>
            <ac:grpSpMk id="4" creationId="{4698A1EA-8889-BA6C-8A08-4DA47D00BDBA}"/>
          </ac:grpSpMkLst>
        </pc:grpChg>
        <pc:grpChg chg="del mod">
          <ac:chgData name="Leônidas Müller de Oliveira" userId="5af9566427f0cd7a" providerId="LiveId" clId="{8562935F-B298-47A6-964D-F7E0BBDE29AD}" dt="2025-05-27T18:21:07.829" v="1880"/>
          <ac:grpSpMkLst>
            <pc:docMk/>
            <pc:sldMk cId="971088161" sldId="320"/>
            <ac:grpSpMk id="20" creationId="{C7C5A4F4-758C-CFDA-575D-830E27B83501}"/>
          </ac:grpSpMkLst>
        </pc:grpChg>
        <pc:grpChg chg="del mod">
          <ac:chgData name="Leônidas Müller de Oliveira" userId="5af9566427f0cd7a" providerId="LiveId" clId="{8562935F-B298-47A6-964D-F7E0BBDE29AD}" dt="2025-05-27T18:21:07.829" v="1880"/>
          <ac:grpSpMkLst>
            <pc:docMk/>
            <pc:sldMk cId="971088161" sldId="320"/>
            <ac:grpSpMk id="21" creationId="{CD8CEFA2-41DD-4507-28FC-792B974A52E2}"/>
          </ac:grpSpMkLst>
        </pc:grpChg>
        <pc:grpChg chg="del mod">
          <ac:chgData name="Leônidas Müller de Oliveira" userId="5af9566427f0cd7a" providerId="LiveId" clId="{8562935F-B298-47A6-964D-F7E0BBDE29AD}" dt="2025-05-27T18:20:52.118" v="1877"/>
          <ac:grpSpMkLst>
            <pc:docMk/>
            <pc:sldMk cId="971088161" sldId="320"/>
            <ac:grpSpMk id="22" creationId="{C6F4DF32-EE52-1DE5-CD8B-0A6E723F8946}"/>
          </ac:grpSpMkLst>
        </pc:grpChg>
        <pc:grpChg chg="del mod">
          <ac:chgData name="Leônidas Müller de Oliveira" userId="5af9566427f0cd7a" providerId="LiveId" clId="{8562935F-B298-47A6-964D-F7E0BBDE29AD}" dt="2025-05-27T18:20:52.118" v="1877"/>
          <ac:grpSpMkLst>
            <pc:docMk/>
            <pc:sldMk cId="971088161" sldId="320"/>
            <ac:grpSpMk id="23" creationId="{CE22C8A2-8E1F-3BE4-E428-0B54C8A92C34}"/>
          </ac:grpSpMkLst>
        </pc:grpChg>
        <pc:grpChg chg="del mod">
          <ac:chgData name="Leônidas Müller de Oliveira" userId="5af9566427f0cd7a" providerId="LiveId" clId="{8562935F-B298-47A6-964D-F7E0BBDE29AD}" dt="2025-05-27T18:21:07.829" v="1880"/>
          <ac:grpSpMkLst>
            <pc:docMk/>
            <pc:sldMk cId="971088161" sldId="320"/>
            <ac:grpSpMk id="33" creationId="{DE4FC08D-FA6D-1948-D3D6-560A80866157}"/>
          </ac:grpSpMkLst>
        </pc:grpChg>
        <pc:grpChg chg="del mod">
          <ac:chgData name="Leônidas Müller de Oliveira" userId="5af9566427f0cd7a" providerId="LiveId" clId="{8562935F-B298-47A6-964D-F7E0BBDE29AD}" dt="2025-05-27T18:21:07.829" v="1880"/>
          <ac:grpSpMkLst>
            <pc:docMk/>
            <pc:sldMk cId="971088161" sldId="320"/>
            <ac:grpSpMk id="34" creationId="{8D9DD6A6-1668-6F80-990F-61DB52B2642E}"/>
          </ac:grpSpMkLst>
        </pc:grpChg>
        <pc:grpChg chg="del mod">
          <ac:chgData name="Leônidas Müller de Oliveira" userId="5af9566427f0cd7a" providerId="LiveId" clId="{8562935F-B298-47A6-964D-F7E0BBDE29AD}" dt="2025-05-27T18:21:07.829" v="1880"/>
          <ac:grpSpMkLst>
            <pc:docMk/>
            <pc:sldMk cId="971088161" sldId="320"/>
            <ac:grpSpMk id="35" creationId="{29838D47-AE83-C65D-0F0C-D33FA9643525}"/>
          </ac:grpSpMkLst>
        </pc:grpChg>
        <pc:grpChg chg="del mod">
          <ac:chgData name="Leônidas Müller de Oliveira" userId="5af9566427f0cd7a" providerId="LiveId" clId="{8562935F-B298-47A6-964D-F7E0BBDE29AD}" dt="2025-05-27T18:21:11.954" v="1886"/>
          <ac:grpSpMkLst>
            <pc:docMk/>
            <pc:sldMk cId="971088161" sldId="320"/>
            <ac:grpSpMk id="38" creationId="{69C0194F-E5AE-87D5-4939-93E8330C1A2F}"/>
          </ac:grpSpMkLst>
        </pc:grpChg>
        <pc:grpChg chg="del mod">
          <ac:chgData name="Leônidas Müller de Oliveira" userId="5af9566427f0cd7a" providerId="LiveId" clId="{8562935F-B298-47A6-964D-F7E0BBDE29AD}" dt="2025-05-27T18:21:55.332" v="1901" actId="478"/>
          <ac:grpSpMkLst>
            <pc:docMk/>
            <pc:sldMk cId="971088161" sldId="320"/>
            <ac:grpSpMk id="44" creationId="{5ED7F8E8-81D3-6A88-66D7-F722666D4CA2}"/>
          </ac:grpSpMkLst>
        </pc:grp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2" creationId="{9A89ACD8-A703-549C-2B5A-0F5A60307829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3" creationId="{FF71BA3E-3CB5-3888-6B26-9409612BBE10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6" creationId="{F70E8A42-382B-EE07-0825-90FE086111DF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9" creationId="{C64233C3-4B3E-14DA-2B49-2D4C09B3697C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12" creationId="{35FB1046-30BD-D626-7278-BAAC92C6903D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13" creationId="{039AADC2-E778-8FE4-E52C-EE4C69980731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14" creationId="{AE3A6410-F401-C9EB-EB7F-E6070277A888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15" creationId="{61243489-2F6E-5E5F-7D04-FE40E5A03A1F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16" creationId="{285D2915-32A2-E392-03D1-1C715B97DBBE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17" creationId="{C9476081-059E-D4CF-A3FB-034987C5A403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18" creationId="{37A226AB-8CA6-0BCF-65F4-ABB7855BE01C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19" creationId="{D5083910-3CB3-02C5-51C4-ACD019F96B1D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24" creationId="{40DF49C9-E723-AFF3-2CBF-C4AF6AE5403A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25" creationId="{C14F4C73-C1BD-CB83-6796-E50F5ACB07BC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26" creationId="{64EDB354-F86C-FAA0-8B41-565C4FA9A712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27" creationId="{719147A0-79FA-1B5D-1FB0-A8B1307654B9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28" creationId="{14B5B1EB-6D11-6D23-1E8E-D8D74F3CD80C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29" creationId="{266D4A74-A920-0723-1B4D-D225B2680FF2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30" creationId="{749DF1A2-A6F5-CCC5-A23F-9DAE4BAB624E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31" creationId="{DD09839C-98A1-457E-BF6E-1FCA63460077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32" creationId="{00543CC4-3A1F-FF0A-4064-8A38B7019591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36" creationId="{1243F8EF-9BCD-E103-4693-AAFEA2513604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37" creationId="{C51EF756-0256-4612-57E1-EB63C705ACFF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39" creationId="{06089407-CF18-5EF7-3352-877DBA6E8595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40" creationId="{B28F6886-3376-B5B0-5CC0-E16FDF07B013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41" creationId="{BB1A59AF-DAEE-48A8-32A1-0CA90D13F5BE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42" creationId="{F0558110-74CC-4405-BA4E-23AEACBA884A}"/>
          </ac:inkMkLst>
        </pc:inkChg>
        <pc:inkChg chg="add mod">
          <ac:chgData name="Leônidas Müller de Oliveira" userId="5af9566427f0cd7a" providerId="LiveId" clId="{8562935F-B298-47A6-964D-F7E0BBDE29AD}" dt="2025-05-27T18:21:11.954" v="1886"/>
          <ac:inkMkLst>
            <pc:docMk/>
            <pc:sldMk cId="971088161" sldId="320"/>
            <ac:inkMk id="43" creationId="{5CD2CBAF-8C46-10E8-1C41-43A5249EA975}"/>
          </ac:inkMkLst>
        </pc:inkChg>
        <pc:inkChg chg="del">
          <ac:chgData name="Leônidas Müller de Oliveira" userId="5af9566427f0cd7a" providerId="LiveId" clId="{8562935F-B298-47A6-964D-F7E0BBDE29AD}" dt="2025-05-27T18:21:59.202" v="1902" actId="478"/>
          <ac:inkMkLst>
            <pc:docMk/>
            <pc:sldMk cId="971088161" sldId="320"/>
            <ac:inkMk id="198" creationId="{B4896532-C46E-9A91-B5FC-3D5CDB7B56CE}"/>
          </ac:inkMkLst>
        </pc:inkChg>
        <pc:inkChg chg="del">
          <ac:chgData name="Leônidas Müller de Oliveira" userId="5af9566427f0cd7a" providerId="LiveId" clId="{8562935F-B298-47A6-964D-F7E0BBDE29AD}" dt="2025-05-27T18:21:59.202" v="1902" actId="478"/>
          <ac:inkMkLst>
            <pc:docMk/>
            <pc:sldMk cId="971088161" sldId="320"/>
            <ac:inkMk id="200" creationId="{1749F2DE-E702-5C92-0814-9AE5A8FB48E7}"/>
          </ac:inkMkLst>
        </pc:inkChg>
      </pc:sldChg>
    </pc:docChg>
  </pc:docChgLst>
  <pc:docChgLst>
    <pc:chgData name="Leônidas Müller de Oliveira" userId="5af9566427f0cd7a" providerId="LiveId" clId="{68137F2F-A734-458A-A931-CE69A71D87D1}"/>
    <pc:docChg chg="undo custSel addSld delSld modSld sldOrd">
      <pc:chgData name="Leônidas Müller de Oliveira" userId="5af9566427f0cd7a" providerId="LiveId" clId="{68137F2F-A734-458A-A931-CE69A71D87D1}" dt="2021-01-14T19:02:43.230" v="4504" actId="1076"/>
      <pc:docMkLst>
        <pc:docMk/>
      </pc:docMkLst>
      <pc:sldChg chg="addSp delSp modSp mod">
        <pc:chgData name="Leônidas Müller de Oliveira" userId="5af9566427f0cd7a" providerId="LiveId" clId="{68137F2F-A734-458A-A931-CE69A71D87D1}" dt="2021-01-13T23:59:32.723" v="4479" actId="1076"/>
        <pc:sldMkLst>
          <pc:docMk/>
          <pc:sldMk cId="0" sldId="256"/>
        </pc:sldMkLst>
        <pc:spChg chg="add mod">
          <ac:chgData name="Leônidas Müller de Oliveira" userId="5af9566427f0cd7a" providerId="LiveId" clId="{68137F2F-A734-458A-A931-CE69A71D87D1}" dt="2021-01-13T23:59:32.723" v="4479" actId="1076"/>
          <ac:spMkLst>
            <pc:docMk/>
            <pc:sldMk cId="0" sldId="256"/>
            <ac:spMk id="7" creationId="{00EB666D-0319-45BD-8717-7407D63A1E8C}"/>
          </ac:spMkLst>
        </pc:spChg>
        <pc:picChg chg="del">
          <ac:chgData name="Leônidas Müller de Oliveira" userId="5af9566427f0cd7a" providerId="LiveId" clId="{68137F2F-A734-458A-A931-CE69A71D87D1}" dt="2021-01-13T19:51:29.316" v="0" actId="478"/>
          <ac:picMkLst>
            <pc:docMk/>
            <pc:sldMk cId="0" sldId="256"/>
            <ac:picMk id="54" creationId="{00000000-0000-0000-0000-000000000000}"/>
          </ac:picMkLst>
        </pc:picChg>
        <pc:picChg chg="mod">
          <ac:chgData name="Leônidas Müller de Oliveira" userId="5af9566427f0cd7a" providerId="LiveId" clId="{68137F2F-A734-458A-A931-CE69A71D87D1}" dt="2021-01-13T19:52:20.563" v="7" actId="1076"/>
          <ac:picMkLst>
            <pc:docMk/>
            <pc:sldMk cId="0" sldId="256"/>
            <ac:picMk id="59" creationId="{00000000-0000-0000-0000-000000000000}"/>
          </ac:picMkLst>
        </pc:picChg>
      </pc:sldChg>
      <pc:sldChg chg="delSp modSp mod">
        <pc:chgData name="Leônidas Müller de Oliveira" userId="5af9566427f0cd7a" providerId="LiveId" clId="{68137F2F-A734-458A-A931-CE69A71D87D1}" dt="2021-01-13T20:05:14.925" v="886" actId="6549"/>
        <pc:sldMkLst>
          <pc:docMk/>
          <pc:sldMk cId="0" sldId="257"/>
        </pc:sldMkLst>
        <pc:spChg chg="mod">
          <ac:chgData name="Leônidas Müller de Oliveira" userId="5af9566427f0cd7a" providerId="LiveId" clId="{68137F2F-A734-458A-A931-CE69A71D87D1}" dt="2021-01-13T20:05:07.251" v="882" actId="1076"/>
          <ac:spMkLst>
            <pc:docMk/>
            <pc:sldMk cId="0" sldId="257"/>
            <ac:spMk id="6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09.177" v="883" actId="107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14.925" v="886" actId="6549"/>
          <ac:spMkLst>
            <pc:docMk/>
            <pc:sldMk cId="0" sldId="257"/>
            <ac:spMk id="6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19:52:34.624" v="8" actId="478"/>
          <ac:picMkLst>
            <pc:docMk/>
            <pc:sldMk cId="0" sldId="257"/>
            <ac:picMk id="64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1:16:30.520" v="1422" actId="6549"/>
        <pc:sldMkLst>
          <pc:docMk/>
          <pc:sldMk cId="0" sldId="258"/>
        </pc:sldMkLst>
        <pc:spChg chg="mod">
          <ac:chgData name="Leônidas Müller de Oliveira" userId="5af9566427f0cd7a" providerId="LiveId" clId="{68137F2F-A734-458A-A931-CE69A71D87D1}" dt="2021-01-13T19:54:46.167" v="243" actId="6549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0.861" v="340" actId="20577"/>
          <ac:spMkLst>
            <pc:docMk/>
            <pc:sldMk cId="0" sldId="258"/>
            <ac:spMk id="7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6.934" v="342" actId="1076"/>
          <ac:spMkLst>
            <pc:docMk/>
            <pc:sldMk cId="0" sldId="258"/>
            <ac:spMk id="76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19:56:45.319" v="332" actId="478"/>
          <ac:spMkLst>
            <pc:docMk/>
            <pc:sldMk cId="0" sldId="258"/>
            <ac:spMk id="77" creationId="{00000000-0000-0000-0000-000000000000}"/>
          </ac:spMkLst>
        </pc:spChg>
        <pc:spChg chg="add del mod">
          <ac:chgData name="Leônidas Müller de Oliveira" userId="5af9566427f0cd7a" providerId="LiveId" clId="{68137F2F-A734-458A-A931-CE69A71D87D1}" dt="2021-01-13T21:16:30.520" v="1422" actId="6549"/>
          <ac:spMkLst>
            <pc:docMk/>
            <pc:sldMk cId="0" sldId="258"/>
            <ac:spMk id="7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19:55:53.218" v="244" actId="14826"/>
          <ac:picMkLst>
            <pc:docMk/>
            <pc:sldMk cId="0" sldId="258"/>
            <ac:picMk id="74" creationId="{00000000-0000-0000-0000-000000000000}"/>
          </ac:picMkLst>
        </pc:picChg>
      </pc:sldChg>
      <pc:sldChg chg="del">
        <pc:chgData name="Leônidas Müller de Oliveira" userId="5af9566427f0cd7a" providerId="LiveId" clId="{68137F2F-A734-458A-A931-CE69A71D87D1}" dt="2021-01-13T19:57:23.848" v="393" actId="47"/>
        <pc:sldMkLst>
          <pc:docMk/>
          <pc:sldMk cId="0" sldId="259"/>
        </pc:sldMkLst>
      </pc:sldChg>
      <pc:sldChg chg="del">
        <pc:chgData name="Leônidas Müller de Oliveira" userId="5af9566427f0cd7a" providerId="LiveId" clId="{68137F2F-A734-458A-A931-CE69A71D87D1}" dt="2021-01-13T19:57:24.568" v="394" actId="47"/>
        <pc:sldMkLst>
          <pc:docMk/>
          <pc:sldMk cId="0" sldId="260"/>
        </pc:sldMkLst>
      </pc:sldChg>
      <pc:sldChg chg="del">
        <pc:chgData name="Leônidas Müller de Oliveira" userId="5af9566427f0cd7a" providerId="LiveId" clId="{68137F2F-A734-458A-A931-CE69A71D87D1}" dt="2021-01-13T19:57:26.297" v="395" actId="47"/>
        <pc:sldMkLst>
          <pc:docMk/>
          <pc:sldMk cId="0" sldId="261"/>
        </pc:sldMkLst>
      </pc:sldChg>
      <pc:sldChg chg="addSp delSp modSp mod">
        <pc:chgData name="Leônidas Müller de Oliveira" userId="5af9566427f0cd7a" providerId="LiveId" clId="{68137F2F-A734-458A-A931-CE69A71D87D1}" dt="2021-01-13T21:16:54.279" v="1430"/>
        <pc:sldMkLst>
          <pc:docMk/>
          <pc:sldMk cId="0" sldId="262"/>
        </pc:sldMkLst>
        <pc:spChg chg="add mod">
          <ac:chgData name="Leônidas Müller de Oliveira" userId="5af9566427f0cd7a" providerId="LiveId" clId="{68137F2F-A734-458A-A931-CE69A71D87D1}" dt="2021-01-13T21:16:54.279" v="1430"/>
          <ac:spMkLst>
            <pc:docMk/>
            <pc:sldMk cId="0" sldId="262"/>
            <ac:spMk id="7" creationId="{89A6ED73-2DEB-4C28-B281-140763718763}"/>
          </ac:spMkLst>
        </pc:spChg>
        <pc:spChg chg="add del mod">
          <ac:chgData name="Leônidas Müller de Oliveira" userId="5af9566427f0cd7a" providerId="LiveId" clId="{68137F2F-A734-458A-A931-CE69A71D87D1}" dt="2021-01-13T19:57:41.481" v="400"/>
          <ac:spMkLst>
            <pc:docMk/>
            <pc:sldMk cId="0" sldId="262"/>
            <ac:spMk id="7" creationId="{9FA3DA35-CFBB-404B-AE5D-9984A4CD1B23}"/>
          </ac:spMkLst>
        </pc:spChg>
        <pc:spChg chg="add del mod">
          <ac:chgData name="Leônidas Müller de Oliveira" userId="5af9566427f0cd7a" providerId="LiveId" clId="{68137F2F-A734-458A-A931-CE69A71D87D1}" dt="2021-01-13T21:16:53.979" v="1429" actId="478"/>
          <ac:spMkLst>
            <pc:docMk/>
            <pc:sldMk cId="0" sldId="262"/>
            <ac:spMk id="8" creationId="{C34D776D-C320-4E9C-AB8B-6C9E2B4934AE}"/>
          </ac:spMkLst>
        </pc:spChg>
        <pc:spChg chg="mod">
          <ac:chgData name="Leônidas Müller de Oliveira" userId="5af9566427f0cd7a" providerId="LiveId" clId="{68137F2F-A734-458A-A931-CE69A71D87D1}" dt="2021-01-13T20:06:48.787" v="957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6:36.273" v="912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27:20.409" v="996" actId="20577"/>
          <ac:spMkLst>
            <pc:docMk/>
            <pc:sldMk cId="0" sldId="262"/>
            <ac:spMk id="143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19:57:44.438" v="401" actId="478"/>
          <ac:spMkLst>
            <pc:docMk/>
            <pc:sldMk cId="0" sldId="262"/>
            <ac:spMk id="144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4T13:52:17.725" v="4503" actId="1076"/>
        <pc:sldMkLst>
          <pc:docMk/>
          <pc:sldMk cId="0" sldId="263"/>
        </pc:sldMkLst>
        <pc:spChg chg="add mod">
          <ac:chgData name="Leônidas Müller de Oliveira" userId="5af9566427f0cd7a" providerId="LiveId" clId="{68137F2F-A734-458A-A931-CE69A71D87D1}" dt="2021-01-13T21:16:50.262" v="1428"/>
          <ac:spMkLst>
            <pc:docMk/>
            <pc:sldMk cId="0" sldId="263"/>
            <ac:spMk id="6" creationId="{25BF22B5-A45B-4D54-99F5-34066FDE8862}"/>
          </ac:spMkLst>
        </pc:spChg>
        <pc:spChg chg="mod">
          <ac:chgData name="Leônidas Müller de Oliveira" userId="5af9566427f0cd7a" providerId="LiveId" clId="{68137F2F-A734-458A-A931-CE69A71D87D1}" dt="2021-01-14T13:52:17.725" v="4503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11:37.874" v="1416" actId="1076"/>
          <ac:spMkLst>
            <pc:docMk/>
            <pc:sldMk cId="0" sldId="263"/>
            <ac:spMk id="150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0:01.463" v="1351" actId="478"/>
          <ac:spMkLst>
            <pc:docMk/>
            <pc:sldMk cId="0" sldId="263"/>
            <ac:spMk id="1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9.997" v="1427" actId="478"/>
          <ac:spMkLst>
            <pc:docMk/>
            <pc:sldMk cId="0" sldId="263"/>
            <ac:spMk id="152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3T21:16:41.095" v="1424"/>
        <pc:sldMkLst>
          <pc:docMk/>
          <pc:sldMk cId="0" sldId="264"/>
        </pc:sldMkLst>
        <pc:spChg chg="add mod">
          <ac:chgData name="Leônidas Müller de Oliveira" userId="5af9566427f0cd7a" providerId="LiveId" clId="{68137F2F-A734-458A-A931-CE69A71D87D1}" dt="2021-01-13T21:16:41.095" v="1424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68137F2F-A734-458A-A931-CE69A71D87D1}" dt="2021-01-13T20:36:40.237" v="1020" actId="6549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37:51.249" v="1237" actId="20577"/>
          <ac:spMkLst>
            <pc:docMk/>
            <pc:sldMk cId="0" sldId="264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0.494" v="1423" actId="478"/>
          <ac:spMkLst>
            <pc:docMk/>
            <pc:sldMk cId="0" sldId="264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0:41:16.568" v="1238" actId="14826"/>
          <ac:picMkLst>
            <pc:docMk/>
            <pc:sldMk cId="0" sldId="264"/>
            <ac:picMk id="159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1:36:25.499" v="1991" actId="2696"/>
        <pc:sldMkLst>
          <pc:docMk/>
          <pc:sldMk cId="0" sldId="265"/>
        </pc:sldMkLst>
        <pc:picChg chg="mod">
          <ac:chgData name="Leônidas Müller de Oliveira" userId="5af9566427f0cd7a" providerId="LiveId" clId="{68137F2F-A734-458A-A931-CE69A71D87D1}" dt="2021-01-13T21:35:13.305" v="1851" actId="14100"/>
          <ac:picMkLst>
            <pc:docMk/>
            <pc:sldMk cId="0" sldId="265"/>
            <ac:picMk id="16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718" v="1850" actId="478"/>
          <ac:picMkLst>
            <pc:docMk/>
            <pc:sldMk cId="0" sldId="265"/>
            <ac:picMk id="168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348" v="1849" actId="478"/>
          <ac:picMkLst>
            <pc:docMk/>
            <pc:sldMk cId="0" sldId="265"/>
            <ac:picMk id="169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11:28.021" v="2194" actId="20577"/>
        <pc:sldMkLst>
          <pc:docMk/>
          <pc:sldMk cId="0" sldId="266"/>
        </pc:sldMkLst>
        <pc:spChg chg="add mod">
          <ac:chgData name="Leônidas Müller de Oliveira" userId="5af9566427f0cd7a" providerId="LiveId" clId="{68137F2F-A734-458A-A931-CE69A71D87D1}" dt="2021-01-13T21:46:42.536" v="2089"/>
          <ac:spMkLst>
            <pc:docMk/>
            <pc:sldMk cId="0" sldId="266"/>
            <ac:spMk id="7" creationId="{7C21F359-349F-4011-A06B-88E613DE1D62}"/>
          </ac:spMkLst>
        </pc:spChg>
        <pc:spChg chg="mod">
          <ac:chgData name="Leônidas Müller de Oliveira" userId="5af9566427f0cd7a" providerId="LiveId" clId="{68137F2F-A734-458A-A931-CE69A71D87D1}" dt="2021-01-13T22:11:28.021" v="2194" actId="20577"/>
          <ac:spMkLst>
            <pc:docMk/>
            <pc:sldMk cId="0" sldId="266"/>
            <ac:spMk id="17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3.003" v="2086" actId="478"/>
          <ac:spMkLst>
            <pc:docMk/>
            <pc:sldMk cId="0" sldId="266"/>
            <ac:spMk id="17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7.820" v="2088" actId="478"/>
          <ac:spMkLst>
            <pc:docMk/>
            <pc:sldMk cId="0" sldId="266"/>
            <ac:spMk id="179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49:48.141" v="2187" actId="14100"/>
          <ac:picMkLst>
            <pc:docMk/>
            <pc:sldMk cId="0" sldId="266"/>
            <ac:picMk id="17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49:18.676" v="2183" actId="478"/>
          <ac:picMkLst>
            <pc:docMk/>
            <pc:sldMk cId="0" sldId="266"/>
            <ac:picMk id="178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24:00.654" v="2244" actId="478"/>
        <pc:sldMkLst>
          <pc:docMk/>
          <pc:sldMk cId="0" sldId="267"/>
        </pc:sldMkLst>
        <pc:spChg chg="add mod">
          <ac:chgData name="Leônidas Müller de Oliveira" userId="5af9566427f0cd7a" providerId="LiveId" clId="{68137F2F-A734-458A-A931-CE69A71D87D1}" dt="2021-01-13T22:18:57.823" v="2232"/>
          <ac:spMkLst>
            <pc:docMk/>
            <pc:sldMk cId="0" sldId="267"/>
            <ac:spMk id="6" creationId="{FC6013AE-9CB7-4BBB-8411-9C6335FC9B30}"/>
          </ac:spMkLst>
        </pc:spChg>
        <pc:spChg chg="mod">
          <ac:chgData name="Leônidas Müller de Oliveira" userId="5af9566427f0cd7a" providerId="LiveId" clId="{68137F2F-A734-458A-A931-CE69A71D87D1}" dt="2021-01-13T22:12:33.211" v="2225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21:40.377" v="2242" actId="20577"/>
          <ac:spMkLst>
            <pc:docMk/>
            <pc:sldMk cId="0" sldId="267"/>
            <ac:spMk id="18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18:57.033" v="2231" actId="478"/>
          <ac:spMkLst>
            <pc:docMk/>
            <pc:sldMk cId="0" sldId="267"/>
            <ac:spMk id="187" creationId="{00000000-0000-0000-0000-000000000000}"/>
          </ac:spMkLst>
        </pc:spChg>
        <pc:graphicFrameChg chg="add del modGraphic">
          <ac:chgData name="Leônidas Müller de Oliveira" userId="5af9566427f0cd7a" providerId="LiveId" clId="{68137F2F-A734-458A-A931-CE69A71D87D1}" dt="2021-01-13T22:24:00.654" v="2244" actId="478"/>
          <ac:graphicFrameMkLst>
            <pc:docMk/>
            <pc:sldMk cId="0" sldId="267"/>
            <ac:graphicFrameMk id="3" creationId="{76D8C606-A76B-4302-AB5C-82D4751FECFE}"/>
          </ac:graphicFrameMkLst>
        </pc:graphicFrameChg>
        <pc:picChg chg="mod">
          <ac:chgData name="Leônidas Müller de Oliveira" userId="5af9566427f0cd7a" providerId="LiveId" clId="{68137F2F-A734-458A-A931-CE69A71D87D1}" dt="2021-01-13T22:19:01.483" v="2234" actId="14100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4T00:29:43.090" v="4481" actId="1076"/>
        <pc:sldMkLst>
          <pc:docMk/>
          <pc:sldMk cId="0" sldId="268"/>
        </pc:sldMkLst>
        <pc:spChg chg="add mod">
          <ac:chgData name="Leônidas Müller de Oliveira" userId="5af9566427f0cd7a" providerId="LiveId" clId="{68137F2F-A734-458A-A931-CE69A71D87D1}" dt="2021-01-14T00:29:43.090" v="4481" actId="1076"/>
          <ac:spMkLst>
            <pc:docMk/>
            <pc:sldMk cId="0" sldId="268"/>
            <ac:spMk id="11" creationId="{66D68495-624D-436A-A86D-E42CC4800A32}"/>
          </ac:spMkLst>
        </pc:spChg>
        <pc:spChg chg="add mod">
          <ac:chgData name="Leônidas Müller de Oliveira" userId="5af9566427f0cd7a" providerId="LiveId" clId="{68137F2F-A734-458A-A931-CE69A71D87D1}" dt="2021-01-13T22:28:12.015" v="2364"/>
          <ac:spMkLst>
            <pc:docMk/>
            <pc:sldMk cId="0" sldId="268"/>
            <ac:spMk id="12" creationId="{18466C6D-A0D4-4C5C-9B03-F662411778D8}"/>
          </ac:spMkLst>
        </pc:spChg>
        <pc:spChg chg="mod">
          <ac:chgData name="Leônidas Müller de Oliveira" userId="5af9566427f0cd7a" providerId="LiveId" clId="{68137F2F-A734-458A-A931-CE69A71D87D1}" dt="2021-01-13T22:30:25.690" v="2367"/>
          <ac:spMkLst>
            <pc:docMk/>
            <pc:sldMk cId="0" sldId="268"/>
            <ac:spMk id="192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2.098" v="2247" actId="478"/>
          <ac:spMkLst>
            <pc:docMk/>
            <pc:sldMk cId="0" sldId="268"/>
            <ac:spMk id="193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3.291" v="2249" actId="478"/>
          <ac:spMkLst>
            <pc:docMk/>
            <pc:sldMk cId="0" sldId="268"/>
            <ac:spMk id="194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5.369" v="2253" actId="478"/>
          <ac:spMkLst>
            <pc:docMk/>
            <pc:sldMk cId="0" sldId="268"/>
            <ac:spMk id="195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4.176" v="2251" actId="478"/>
          <ac:spMkLst>
            <pc:docMk/>
            <pc:sldMk cId="0" sldId="268"/>
            <ac:spMk id="19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6.505" v="2254" actId="478"/>
          <ac:spMkLst>
            <pc:docMk/>
            <pc:sldMk cId="0" sldId="268"/>
            <ac:spMk id="197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7.665" v="2255" actId="478"/>
          <ac:spMkLst>
            <pc:docMk/>
            <pc:sldMk cId="0" sldId="268"/>
            <ac:spMk id="19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8:11.041" v="2363" actId="478"/>
          <ac:spMkLst>
            <pc:docMk/>
            <pc:sldMk cId="0" sldId="268"/>
            <ac:spMk id="20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31:15.488" v="2368" actId="14826"/>
          <ac:picMkLst>
            <pc:docMk/>
            <pc:sldMk cId="0" sldId="268"/>
            <ac:picMk id="199" creationId="{00000000-0000-0000-0000-000000000000}"/>
          </ac:picMkLst>
        </pc:picChg>
      </pc:sldChg>
      <pc:sldChg chg="del ord">
        <pc:chgData name="Leônidas Müller de Oliveira" userId="5af9566427f0cd7a" providerId="LiveId" clId="{68137F2F-A734-458A-A931-CE69A71D87D1}" dt="2021-01-13T23:03:58.467" v="3830" actId="47"/>
        <pc:sldMkLst>
          <pc:docMk/>
          <pc:sldMk cId="0" sldId="269"/>
        </pc:sldMkLst>
      </pc:sldChg>
      <pc:sldChg chg="addSp delSp modSp mod ord">
        <pc:chgData name="Leônidas Müller de Oliveira" userId="5af9566427f0cd7a" providerId="LiveId" clId="{68137F2F-A734-458A-A931-CE69A71D87D1}" dt="2021-01-13T22:35:35.056" v="2428"/>
        <pc:sldMkLst>
          <pc:docMk/>
          <pc:sldMk cId="0" sldId="270"/>
        </pc:sldMkLst>
        <pc:spChg chg="add mod">
          <ac:chgData name="Leônidas Müller de Oliveira" userId="5af9566427f0cd7a" providerId="LiveId" clId="{68137F2F-A734-458A-A931-CE69A71D87D1}" dt="2021-01-13T22:35:35.056" v="2428"/>
          <ac:spMkLst>
            <pc:docMk/>
            <pc:sldMk cId="0" sldId="270"/>
            <ac:spMk id="6" creationId="{930CC52F-ED8A-47A5-A077-E851C4C95BC3}"/>
          </ac:spMkLst>
        </pc:spChg>
        <pc:spChg chg="mod">
          <ac:chgData name="Leônidas Müller de Oliveira" userId="5af9566427f0cd7a" providerId="LiveId" clId="{68137F2F-A734-458A-A931-CE69A71D87D1}" dt="2021-01-13T22:34:39.885" v="2417" actId="20577"/>
          <ac:spMkLst>
            <pc:docMk/>
            <pc:sldMk cId="0" sldId="270"/>
            <ac:spMk id="21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35:31.557" v="2426" actId="1076"/>
          <ac:spMkLst>
            <pc:docMk/>
            <pc:sldMk cId="0" sldId="270"/>
            <ac:spMk id="21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35:34.388" v="2427" actId="478"/>
          <ac:spMkLst>
            <pc:docMk/>
            <pc:sldMk cId="0" sldId="270"/>
            <ac:spMk id="220" creationId="{00000000-0000-0000-0000-000000000000}"/>
          </ac:spMkLst>
        </pc:spChg>
      </pc:sldChg>
      <pc:sldChg chg="addSp delSp modSp mod">
        <pc:chgData name="Leônidas Müller de Oliveira" userId="5af9566427f0cd7a" providerId="LiveId" clId="{68137F2F-A734-458A-A931-CE69A71D87D1}" dt="2021-01-14T00:51:51.943" v="4499" actId="1076"/>
        <pc:sldMkLst>
          <pc:docMk/>
          <pc:sldMk cId="0" sldId="271"/>
        </pc:sldMkLst>
        <pc:spChg chg="add mod">
          <ac:chgData name="Leônidas Müller de Oliveira" userId="5af9566427f0cd7a" providerId="LiveId" clId="{68137F2F-A734-458A-A931-CE69A71D87D1}" dt="2021-01-13T23:04:05.651" v="3832"/>
          <ac:spMkLst>
            <pc:docMk/>
            <pc:sldMk cId="0" sldId="271"/>
            <ac:spMk id="8" creationId="{83F31AB0-14A9-4E61-8540-674C7E14B2A5}"/>
          </ac:spMkLst>
        </pc:spChg>
        <pc:spChg chg="mod">
          <ac:chgData name="Leônidas Müller de Oliveira" userId="5af9566427f0cd7a" providerId="LiveId" clId="{68137F2F-A734-458A-A931-CE69A71D87D1}" dt="2021-01-14T00:51:49.451" v="4498" actId="1076"/>
          <ac:spMkLst>
            <pc:docMk/>
            <pc:sldMk cId="0" sldId="271"/>
            <ac:spMk id="22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4:05.230" v="3831" actId="478"/>
          <ac:spMkLst>
            <pc:docMk/>
            <pc:sldMk cId="0" sldId="271"/>
            <ac:spMk id="22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51.943" v="4499" actId="1076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3:03:56.265" v="3829" actId="1076"/>
          <ac:picMkLst>
            <pc:docMk/>
            <pc:sldMk cId="0" sldId="271"/>
            <ac:picMk id="3" creationId="{36E3D016-5FC1-4823-80C4-550D12960490}"/>
          </ac:picMkLst>
        </pc:picChg>
        <pc:picChg chg="del">
          <ac:chgData name="Leônidas Müller de Oliveira" userId="5af9566427f0cd7a" providerId="LiveId" clId="{68137F2F-A734-458A-A931-CE69A71D87D1}" dt="2021-01-13T23:03:52.798" v="3828" actId="478"/>
          <ac:picMkLst>
            <pc:docMk/>
            <pc:sldMk cId="0" sldId="271"/>
            <ac:picMk id="22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3:07:52.213" v="4440"/>
        <pc:sldMkLst>
          <pc:docMk/>
          <pc:sldMk cId="0" sldId="272"/>
        </pc:sldMkLst>
        <pc:spChg chg="add mod">
          <ac:chgData name="Leônidas Müller de Oliveira" userId="5af9566427f0cd7a" providerId="LiveId" clId="{68137F2F-A734-458A-A931-CE69A71D87D1}" dt="2021-01-13T23:07:52.213" v="4440"/>
          <ac:spMkLst>
            <pc:docMk/>
            <pc:sldMk cId="0" sldId="272"/>
            <ac:spMk id="6" creationId="{FD76ADCD-BBBA-4B59-816B-9784258BC36A}"/>
          </ac:spMkLst>
        </pc:spChg>
        <pc:spChg chg="mod">
          <ac:chgData name="Leônidas Müller de Oliveira" userId="5af9566427f0cd7a" providerId="LiveId" clId="{68137F2F-A734-458A-A931-CE69A71D87D1}" dt="2021-01-13T23:06:47.574" v="4327" actId="20577"/>
          <ac:spMkLst>
            <pc:docMk/>
            <pc:sldMk cId="0" sldId="272"/>
            <ac:spMk id="23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01.263" v="4368" actId="20577"/>
          <ac:spMkLst>
            <pc:docMk/>
            <pc:sldMk cId="0" sldId="272"/>
            <ac:spMk id="23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45.626" v="4438" actId="20577"/>
          <ac:spMkLst>
            <pc:docMk/>
            <pc:sldMk cId="0" sldId="272"/>
            <ac:spMk id="23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7:51.855" v="4439" actId="478"/>
          <ac:spMkLst>
            <pc:docMk/>
            <pc:sldMk cId="0" sldId="272"/>
            <ac:spMk id="236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3:07:58.595" v="4441" actId="47"/>
        <pc:sldMkLst>
          <pc:docMk/>
          <pc:sldMk cId="0" sldId="273"/>
        </pc:sldMkLst>
      </pc:sldChg>
      <pc:sldChg chg="addSp delSp modSp mod ord">
        <pc:chgData name="Leônidas Müller de Oliveira" userId="5af9566427f0cd7a" providerId="LiveId" clId="{68137F2F-A734-458A-A931-CE69A71D87D1}" dt="2021-01-14T00:46:51.650" v="4491" actId="1076"/>
        <pc:sldMkLst>
          <pc:docMk/>
          <pc:sldMk cId="0" sldId="274"/>
        </pc:sldMkLst>
        <pc:spChg chg="add mod">
          <ac:chgData name="Leônidas Müller de Oliveira" userId="5af9566427f0cd7a" providerId="LiveId" clId="{68137F2F-A734-458A-A931-CE69A71D87D1}" dt="2021-01-13T22:59:47.191" v="3477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68137F2F-A734-458A-A931-CE69A71D87D1}" dt="2021-01-13T22:56:26.530" v="3166" actId="14100"/>
          <ac:spMkLst>
            <pc:docMk/>
            <pc:sldMk cId="0" sldId="274"/>
            <ac:spMk id="249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56:32.602" v="3168" actId="478"/>
          <ac:spMkLst>
            <pc:docMk/>
            <pc:sldMk cId="0" sldId="274"/>
            <ac:spMk id="250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6:51.650" v="4491" actId="1076"/>
          <ac:spMkLst>
            <pc:docMk/>
            <pc:sldMk cId="0" sldId="274"/>
            <ac:spMk id="2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59:46.662" v="3476" actId="478"/>
          <ac:spMkLst>
            <pc:docMk/>
            <pc:sldMk cId="0" sldId="274"/>
            <ac:spMk id="252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2:55:54.862" v="3157" actId="47"/>
        <pc:sldMkLst>
          <pc:docMk/>
          <pc:sldMk cId="0" sldId="275"/>
        </pc:sldMkLst>
      </pc:sldChg>
      <pc:sldChg chg="del">
        <pc:chgData name="Leônidas Müller de Oliveira" userId="5af9566427f0cd7a" providerId="LiveId" clId="{68137F2F-A734-458A-A931-CE69A71D87D1}" dt="2021-01-13T22:55:56.371" v="3158" actId="47"/>
        <pc:sldMkLst>
          <pc:docMk/>
          <pc:sldMk cId="0" sldId="276"/>
        </pc:sldMkLst>
      </pc:sldChg>
      <pc:sldChg chg="del">
        <pc:chgData name="Leônidas Müller de Oliveira" userId="5af9566427f0cd7a" providerId="LiveId" clId="{68137F2F-A734-458A-A931-CE69A71D87D1}" dt="2021-01-13T23:08:00.540" v="4442" actId="47"/>
        <pc:sldMkLst>
          <pc:docMk/>
          <pc:sldMk cId="0" sldId="277"/>
        </pc:sldMkLst>
      </pc:sldChg>
      <pc:sldChg chg="del">
        <pc:chgData name="Leônidas Müller de Oliveira" userId="5af9566427f0cd7a" providerId="LiveId" clId="{68137F2F-A734-458A-A931-CE69A71D87D1}" dt="2021-01-13T23:08:01.452" v="4443" actId="47"/>
        <pc:sldMkLst>
          <pc:docMk/>
          <pc:sldMk cId="0" sldId="278"/>
        </pc:sldMkLst>
      </pc:sldChg>
      <pc:sldChg chg="del">
        <pc:chgData name="Leônidas Müller de Oliveira" userId="5af9566427f0cd7a" providerId="LiveId" clId="{68137F2F-A734-458A-A931-CE69A71D87D1}" dt="2021-01-13T23:08:02.198" v="4444" actId="47"/>
        <pc:sldMkLst>
          <pc:docMk/>
          <pc:sldMk cId="0" sldId="279"/>
        </pc:sldMkLst>
      </pc:sldChg>
      <pc:sldChg chg="del">
        <pc:chgData name="Leônidas Müller de Oliveira" userId="5af9566427f0cd7a" providerId="LiveId" clId="{68137F2F-A734-458A-A931-CE69A71D87D1}" dt="2021-01-13T23:08:02.829" v="4445" actId="47"/>
        <pc:sldMkLst>
          <pc:docMk/>
          <pc:sldMk cId="0" sldId="280"/>
        </pc:sldMkLst>
      </pc:sldChg>
      <pc:sldChg chg="addSp delSp modSp mod">
        <pc:chgData name="Leônidas Müller de Oliveira" userId="5af9566427f0cd7a" providerId="LiveId" clId="{68137F2F-A734-458A-A931-CE69A71D87D1}" dt="2021-01-14T01:02:53.449" v="4502" actId="1076"/>
        <pc:sldMkLst>
          <pc:docMk/>
          <pc:sldMk cId="0" sldId="281"/>
        </pc:sldMkLst>
        <pc:spChg chg="add mod">
          <ac:chgData name="Leônidas Müller de Oliveira" userId="5af9566427f0cd7a" providerId="LiveId" clId="{68137F2F-A734-458A-A931-CE69A71D87D1}" dt="2021-01-14T01:02:36.645" v="4500" actId="1076"/>
          <ac:spMkLst>
            <pc:docMk/>
            <pc:sldMk cId="0" sldId="281"/>
            <ac:spMk id="6" creationId="{E13DB553-13BB-41C1-8D73-D4CF2AC42EA7}"/>
          </ac:spMkLst>
        </pc:spChg>
        <pc:spChg chg="add mod">
          <ac:chgData name="Leônidas Müller de Oliveira" userId="5af9566427f0cd7a" providerId="LiveId" clId="{68137F2F-A734-458A-A931-CE69A71D87D1}" dt="2021-01-14T01:02:53.449" v="4502" actId="1076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68137F2F-A734-458A-A931-CE69A71D87D1}" dt="2021-01-13T22:48:58.821" v="2682" actId="1076"/>
          <ac:spMkLst>
            <pc:docMk/>
            <pc:sldMk cId="0" sldId="281"/>
            <ac:spMk id="33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8:56.794" v="2681" actId="1076"/>
          <ac:spMkLst>
            <pc:docMk/>
            <pc:sldMk cId="0" sldId="281"/>
            <ac:spMk id="33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2:48:49.633" v="2679"/>
          <ac:picMkLst>
            <pc:docMk/>
            <pc:sldMk cId="0" sldId="281"/>
            <ac:picMk id="5" creationId="{B5D4AE09-62A7-4F55-8392-1C90A5E86B25}"/>
          </ac:picMkLst>
        </pc:picChg>
        <pc:picChg chg="del">
          <ac:chgData name="Leônidas Müller de Oliveira" userId="5af9566427f0cd7a" providerId="LiveId" clId="{68137F2F-A734-458A-A931-CE69A71D87D1}" dt="2021-01-13T22:47:42.899" v="2636" actId="478"/>
          <ac:picMkLst>
            <pc:docMk/>
            <pc:sldMk cId="0" sldId="281"/>
            <ac:picMk id="336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2:49:13.482" v="2687" actId="47"/>
        <pc:sldMkLst>
          <pc:docMk/>
          <pc:sldMk cId="3187776213" sldId="282"/>
        </pc:sldMkLst>
        <pc:spChg chg="mod">
          <ac:chgData name="Leônidas Müller de Oliveira" userId="5af9566427f0cd7a" providerId="LiveId" clId="{68137F2F-A734-458A-A931-CE69A71D87D1}" dt="2021-01-13T22:45:11.028" v="2594" actId="20577"/>
          <ac:spMkLst>
            <pc:docMk/>
            <pc:sldMk cId="3187776213" sldId="282"/>
            <ac:spMk id="34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1.264" v="2616" actId="20577"/>
          <ac:spMkLst>
            <pc:docMk/>
            <pc:sldMk cId="3187776213" sldId="282"/>
            <ac:spMk id="34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8.347" v="2635" actId="20577"/>
          <ac:spMkLst>
            <pc:docMk/>
            <pc:sldMk cId="3187776213" sldId="282"/>
            <ac:spMk id="34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22:45:07.029" v="2591" actId="478"/>
          <ac:picMkLst>
            <pc:docMk/>
            <pc:sldMk cId="3187776213" sldId="282"/>
            <ac:picMk id="343" creationId="{00000000-0000-0000-0000-000000000000}"/>
          </ac:picMkLst>
        </pc:picChg>
        <pc:picChg chg="mod modCrop">
          <ac:chgData name="Leônidas Müller de Oliveira" userId="5af9566427f0cd7a" providerId="LiveId" clId="{68137F2F-A734-458A-A931-CE69A71D87D1}" dt="2021-01-13T22:47:20.532" v="2606" actId="732"/>
          <ac:picMkLst>
            <pc:docMk/>
            <pc:sldMk cId="3187776213" sldId="282"/>
            <ac:picMk id="345" creationId="{00000000-0000-0000-0000-000000000000}"/>
          </ac:picMkLst>
        </pc:picChg>
      </pc:sldChg>
      <pc:sldChg chg="addSp delSp modSp add mod">
        <pc:chgData name="Leônidas Müller de Oliveira" userId="5af9566427f0cd7a" providerId="LiveId" clId="{68137F2F-A734-458A-A931-CE69A71D87D1}" dt="2021-01-14T19:02:43.230" v="4504" actId="1076"/>
        <pc:sldMkLst>
          <pc:docMk/>
          <pc:sldMk cId="569711459" sldId="283"/>
        </pc:sldMkLst>
        <pc:spChg chg="add mod">
          <ac:chgData name="Leônidas Müller de Oliveira" userId="5af9566427f0cd7a" providerId="LiveId" clId="{68137F2F-A734-458A-A931-CE69A71D87D1}" dt="2021-01-13T21:16:46.684" v="1426"/>
          <ac:spMkLst>
            <pc:docMk/>
            <pc:sldMk cId="569711459" sldId="283"/>
            <ac:spMk id="6" creationId="{8773F3A6-AB81-492A-9E25-5D2FE5C24475}"/>
          </ac:spMkLst>
        </pc:spChg>
        <pc:spChg chg="mod">
          <ac:chgData name="Leônidas Müller de Oliveira" userId="5af9566427f0cd7a" providerId="LiveId" clId="{68137F2F-A734-458A-A931-CE69A71D87D1}" dt="2021-01-13T21:08:13.998" v="1309" actId="20577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19:02:43.230" v="4504" actId="1076"/>
          <ac:spMkLst>
            <pc:docMk/>
            <pc:sldMk cId="569711459" sldId="283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6.188" v="1425" actId="478"/>
          <ac:spMkLst>
            <pc:docMk/>
            <pc:sldMk cId="569711459" sldId="283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09:01.276" v="1316" actId="14826"/>
          <ac:picMkLst>
            <pc:docMk/>
            <pc:sldMk cId="569711459" sldId="283"/>
            <ac:picMk id="159" creationId="{00000000-0000-0000-0000-000000000000}"/>
          </ac:picMkLst>
        </pc:picChg>
      </pc:sldChg>
      <pc:sldChg chg="modSp add del mod ord">
        <pc:chgData name="Leônidas Müller de Oliveira" userId="5af9566427f0cd7a" providerId="LiveId" clId="{68137F2F-A734-458A-A931-CE69A71D87D1}" dt="2021-01-13T20:03:56.859" v="833" actId="2890"/>
        <pc:sldMkLst>
          <pc:docMk/>
          <pc:sldMk cId="579065743" sldId="283"/>
        </pc:sldMkLst>
        <pc:spChg chg="mod">
          <ac:chgData name="Leônidas Müller de Oliveira" userId="5af9566427f0cd7a" providerId="LiveId" clId="{68137F2F-A734-458A-A931-CE69A71D87D1}" dt="2021-01-13T20:03:56.066" v="831" actId="20577"/>
          <ac:spMkLst>
            <pc:docMk/>
            <pc:sldMk cId="579065743" sldId="283"/>
            <ac:spMk id="141" creationId="{00000000-0000-0000-0000-000000000000}"/>
          </ac:spMkLst>
        </pc:spChg>
      </pc:sldChg>
      <pc:sldChg chg="addSp delSp modSp add mod ord">
        <pc:chgData name="Leônidas Müller de Oliveira" userId="5af9566427f0cd7a" providerId="LiveId" clId="{68137F2F-A734-458A-A931-CE69A71D87D1}" dt="2021-01-13T21:25:04.087" v="1848" actId="1076"/>
        <pc:sldMkLst>
          <pc:docMk/>
          <pc:sldMk cId="1437011287" sldId="284"/>
        </pc:sldMkLst>
        <pc:spChg chg="add mod">
          <ac:chgData name="Leônidas Müller de Oliveira" userId="5af9566427f0cd7a" providerId="LiveId" clId="{68137F2F-A734-458A-A931-CE69A71D87D1}" dt="2021-01-13T21:24:57.112" v="1847" actId="1076"/>
          <ac:spMkLst>
            <pc:docMk/>
            <pc:sldMk cId="1437011287" sldId="284"/>
            <ac:spMk id="2" creationId="{B5FAAC12-83B7-4468-968E-BD39CFBF23F8}"/>
          </ac:spMkLst>
        </pc:spChg>
        <pc:spChg chg="add ord">
          <ac:chgData name="Leônidas Müller de Oliveira" userId="5af9566427f0cd7a" providerId="LiveId" clId="{68137F2F-A734-458A-A931-CE69A71D87D1}" dt="2021-01-13T21:24:52.463" v="1846" actId="167"/>
          <ac:spMkLst>
            <pc:docMk/>
            <pc:sldMk cId="1437011287" sldId="284"/>
            <ac:spMk id="3" creationId="{5A9CA915-CCB3-442A-9489-70F111D48946}"/>
          </ac:spMkLst>
        </pc:spChg>
        <pc:spChg chg="add mod">
          <ac:chgData name="Leônidas Müller de Oliveira" userId="5af9566427f0cd7a" providerId="LiveId" clId="{68137F2F-A734-458A-A931-CE69A71D87D1}" dt="2021-01-13T21:25:04.087" v="1848" actId="1076"/>
          <ac:spMkLst>
            <pc:docMk/>
            <pc:sldMk cId="1437011287" sldId="284"/>
            <ac:spMk id="5" creationId="{694E9661-0DA9-4439-A260-5A55C84F5188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7" creationId="{A4DD453D-BBF4-4D35-BEA3-93C8AFDFAD21}"/>
          </ac:spMkLst>
        </pc:spChg>
        <pc:spChg chg="add del mod">
          <ac:chgData name="Leônidas Müller de Oliveira" userId="5af9566427f0cd7a" providerId="LiveId" clId="{68137F2F-A734-458A-A931-CE69A71D87D1}" dt="2021-01-13T21:21:34.154" v="1796" actId="478"/>
          <ac:spMkLst>
            <pc:docMk/>
            <pc:sldMk cId="1437011287" sldId="284"/>
            <ac:spMk id="8" creationId="{18024FAC-ADEC-4672-B0B3-FD3107CF3622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9" creationId="{C42EB859-19E8-4973-97DF-EF93B5B2D845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10" creationId="{D85E2755-D8D3-49BC-BE27-FFE170CCCC28}"/>
          </ac:spMkLst>
        </pc:spChg>
        <pc:spChg chg="add mod">
          <ac:chgData name="Leônidas Müller de Oliveira" userId="5af9566427f0cd7a" providerId="LiveId" clId="{68137F2F-A734-458A-A931-CE69A71D87D1}" dt="2021-01-13T21:23:53.752" v="1831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68137F2F-A734-458A-A931-CE69A71D87D1}" dt="2021-01-13T21:24:13.614" v="1834" actId="1076"/>
          <ac:spMkLst>
            <pc:docMk/>
            <pc:sldMk cId="1437011287" sldId="284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23:28.244" v="1825" actId="552"/>
          <ac:spMkLst>
            <pc:docMk/>
            <pc:sldMk cId="1437011287" sldId="284"/>
            <ac:spMk id="150" creationId="{00000000-0000-0000-0000-000000000000}"/>
          </ac:spMkLst>
        </pc:spChg>
      </pc:sldChg>
      <pc:sldChg chg="modSp add mod ord">
        <pc:chgData name="Leônidas Müller de Oliveira" userId="5af9566427f0cd7a" providerId="LiveId" clId="{68137F2F-A734-458A-A931-CE69A71D87D1}" dt="2021-01-13T21:36:11.834" v="1990" actId="14100"/>
        <pc:sldMkLst>
          <pc:docMk/>
          <pc:sldMk cId="2813838532" sldId="285"/>
        </pc:sldMkLst>
        <pc:spChg chg="mod">
          <ac:chgData name="Leônidas Müller de Oliveira" userId="5af9566427f0cd7a" providerId="LiveId" clId="{68137F2F-A734-458A-A931-CE69A71D87D1}" dt="2021-01-13T21:35:28.849" v="1876" actId="14100"/>
          <ac:spMkLst>
            <pc:docMk/>
            <pc:sldMk cId="2813838532" sldId="285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35:48.905" v="1983" actId="20577"/>
          <ac:spMkLst>
            <pc:docMk/>
            <pc:sldMk cId="2813838532" sldId="285"/>
            <ac:spMk id="15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36:11.834" v="1990" actId="14100"/>
          <ac:picMkLst>
            <pc:docMk/>
            <pc:sldMk cId="2813838532" sldId="285"/>
            <ac:picMk id="159" creationId="{00000000-0000-0000-0000-000000000000}"/>
          </ac:picMkLst>
        </pc:picChg>
      </pc:sldChg>
      <pc:sldChg chg="addSp delSp modSp add del mod">
        <pc:chgData name="Leônidas Müller de Oliveira" userId="5af9566427f0cd7a" providerId="LiveId" clId="{68137F2F-A734-458A-A931-CE69A71D87D1}" dt="2021-01-13T22:44:49.198" v="2589" actId="47"/>
        <pc:sldMkLst>
          <pc:docMk/>
          <pc:sldMk cId="2907770087" sldId="286"/>
        </pc:sldMkLst>
        <pc:spChg chg="add del">
          <ac:chgData name="Leônidas Müller de Oliveira" userId="5af9566427f0cd7a" providerId="LiveId" clId="{68137F2F-A734-458A-A931-CE69A71D87D1}" dt="2021-01-13T22:39:46.586" v="2430" actId="22"/>
          <ac:spMkLst>
            <pc:docMk/>
            <pc:sldMk cId="2907770087" sldId="286"/>
            <ac:spMk id="12" creationId="{663EB6C0-7929-4ED7-BC40-5CBDD5E5E9EC}"/>
          </ac:spMkLst>
        </pc:spChg>
        <pc:spChg chg="add del">
          <ac:chgData name="Leônidas Müller de Oliveira" userId="5af9566427f0cd7a" providerId="LiveId" clId="{68137F2F-A734-458A-A931-CE69A71D87D1}" dt="2021-01-13T22:39:57.052" v="2432" actId="22"/>
          <ac:spMkLst>
            <pc:docMk/>
            <pc:sldMk cId="2907770087" sldId="286"/>
            <ac:spMk id="14" creationId="{7C0CAF90-B48A-48ED-AFB5-6E37D2DC41EE}"/>
          </ac:spMkLst>
        </pc:spChg>
        <pc:spChg chg="mod">
          <ac:chgData name="Leônidas Müller de Oliveira" userId="5af9566427f0cd7a" providerId="LiveId" clId="{68137F2F-A734-458A-A931-CE69A71D87D1}" dt="2021-01-13T22:41:16.530" v="2463" actId="20577"/>
          <ac:spMkLst>
            <pc:docMk/>
            <pc:sldMk cId="2907770087" sldId="286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41:03.715" v="2435" actId="14100"/>
          <ac:picMkLst>
            <pc:docMk/>
            <pc:sldMk cId="2907770087" sldId="286"/>
            <ac:picMk id="199" creationId="{00000000-0000-0000-0000-000000000000}"/>
          </ac:picMkLst>
        </pc:picChg>
      </pc:sldChg>
      <pc:sldChg chg="add del">
        <pc:chgData name="Leônidas Müller de Oliveira" userId="5af9566427f0cd7a" providerId="LiveId" clId="{68137F2F-A734-458A-A931-CE69A71D87D1}" dt="2021-01-13T22:44:52.084" v="2590" actId="47"/>
        <pc:sldMkLst>
          <pc:docMk/>
          <pc:sldMk cId="1064290854" sldId="287"/>
        </pc:sldMkLst>
      </pc:sldChg>
      <pc:sldChg chg="modSp add mod">
        <pc:chgData name="Leônidas Müller de Oliveira" userId="5af9566427f0cd7a" providerId="LiveId" clId="{68137F2F-A734-458A-A931-CE69A71D87D1}" dt="2021-01-14T00:45:56.787" v="4490" actId="1076"/>
        <pc:sldMkLst>
          <pc:docMk/>
          <pc:sldMk cId="946061715" sldId="288"/>
        </pc:sldMkLst>
        <pc:spChg chg="mod">
          <ac:chgData name="Leônidas Müller de Oliveira" userId="5af9566427f0cd7a" providerId="LiveId" clId="{68137F2F-A734-458A-A931-CE69A71D87D1}" dt="2021-01-14T00:45:18.794" v="4489" actId="20577"/>
          <ac:spMkLst>
            <pc:docMk/>
            <pc:sldMk cId="946061715" sldId="288"/>
            <ac:spMk id="11" creationId="{66D68495-624D-436A-A86D-E42CC4800A32}"/>
          </ac:spMkLst>
        </pc:spChg>
        <pc:spChg chg="mod">
          <ac:chgData name="Leônidas Müller de Oliveira" userId="5af9566427f0cd7a" providerId="LiveId" clId="{68137F2F-A734-458A-A931-CE69A71D87D1}" dt="2021-01-13T22:41:39.132" v="2493" actId="20577"/>
          <ac:spMkLst>
            <pc:docMk/>
            <pc:sldMk cId="946061715" sldId="288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4T00:45:56.787" v="4490" actId="1076"/>
          <ac:picMkLst>
            <pc:docMk/>
            <pc:sldMk cId="946061715" sldId="288"/>
            <ac:picMk id="199" creationId="{00000000-0000-0000-0000-000000000000}"/>
          </ac:picMkLst>
        </pc:picChg>
      </pc:sldChg>
      <pc:sldChg chg="modSp add mod">
        <pc:chgData name="Leônidas Müller de Oliveira" userId="5af9566427f0cd7a" providerId="LiveId" clId="{68137F2F-A734-458A-A931-CE69A71D87D1}" dt="2021-01-14T00:44:48.781" v="4488" actId="14100"/>
        <pc:sldMkLst>
          <pc:docMk/>
          <pc:sldMk cId="4038552212" sldId="289"/>
        </pc:sldMkLst>
        <pc:spChg chg="mod">
          <ac:chgData name="Leônidas Müller de Oliveira" userId="5af9566427f0cd7a" providerId="LiveId" clId="{68137F2F-A734-458A-A931-CE69A71D87D1}" dt="2021-01-13T22:49:58.994" v="2725" actId="20577"/>
          <ac:spMkLst>
            <pc:docMk/>
            <pc:sldMk cId="4038552212" sldId="289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4:48.781" v="4488" actId="14100"/>
          <ac:spMkLst>
            <pc:docMk/>
            <pc:sldMk cId="4038552212" sldId="289"/>
            <ac:spMk id="158" creationId="{00000000-0000-0000-0000-000000000000}"/>
          </ac:spMkLst>
        </pc:spChg>
      </pc:sldChg>
      <pc:sldChg chg="modSp add mod">
        <pc:chgData name="Leônidas Müller de Oliveira" userId="5af9566427f0cd7a" providerId="LiveId" clId="{68137F2F-A734-458A-A931-CE69A71D87D1}" dt="2021-01-14T00:51:00.650" v="4497" actId="20577"/>
        <pc:sldMkLst>
          <pc:docMk/>
          <pc:sldMk cId="2908053148" sldId="290"/>
        </pc:sldMkLst>
        <pc:spChg chg="mod">
          <ac:chgData name="Leônidas Müller de Oliveira" userId="5af9566427f0cd7a" providerId="LiveId" clId="{68137F2F-A734-458A-A931-CE69A71D87D1}" dt="2021-01-14T00:50:50.248" v="4492" actId="1076"/>
          <ac:spMkLst>
            <pc:docMk/>
            <pc:sldMk cId="2908053148" sldId="290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00.650" v="4497" actId="20577"/>
          <ac:spMkLst>
            <pc:docMk/>
            <pc:sldMk cId="2908053148" sldId="290"/>
            <ac:spMk id="158" creationId="{00000000-0000-0000-0000-000000000000}"/>
          </ac:spMkLst>
        </pc:spChg>
      </pc:sldChg>
      <pc:sldChg chg="modSp add del mod">
        <pc:chgData name="Leônidas Müller de Oliveira" userId="5af9566427f0cd7a" providerId="LiveId" clId="{68137F2F-A734-458A-A931-CE69A71D87D1}" dt="2021-01-13T22:59:53.923" v="3478" actId="2696"/>
        <pc:sldMkLst>
          <pc:docMk/>
          <pc:sldMk cId="3394121669" sldId="290"/>
        </pc:sldMkLst>
        <pc:spChg chg="mod">
          <ac:chgData name="Leônidas Müller de Oliveira" userId="5af9566427f0cd7a" providerId="LiveId" clId="{68137F2F-A734-458A-A931-CE69A71D87D1}" dt="2021-01-13T22:53:00.676" v="3156" actId="1076"/>
          <ac:spMkLst>
            <pc:docMk/>
            <pc:sldMk cId="3394121669" sldId="290"/>
            <ac:spMk id="149" creationId="{00000000-0000-0000-0000-000000000000}"/>
          </ac:spMkLst>
        </pc:spChg>
      </pc:sldChg>
      <pc:sldChg chg="add">
        <pc:chgData name="Leônidas Müller de Oliveira" userId="5af9566427f0cd7a" providerId="LiveId" clId="{68137F2F-A734-458A-A931-CE69A71D87D1}" dt="2021-01-13T23:58:58.383" v="4446" actId="2890"/>
        <pc:sldMkLst>
          <pc:docMk/>
          <pc:sldMk cId="2491790395" sldId="291"/>
        </pc:sldMkLst>
      </pc:sldChg>
    </pc:docChg>
  </pc:docChgLst>
  <pc:docChgLst>
    <pc:chgData name="Leônidas Müller de Oliveira" userId="5af9566427f0cd7a" providerId="LiveId" clId="{58279E46-9DEE-48ED-9CFC-1A29DC653E87}"/>
    <pc:docChg chg="undo custSel addSld delSld modSld sldOrd">
      <pc:chgData name="Leônidas Müller de Oliveira" userId="5af9566427f0cd7a" providerId="LiveId" clId="{58279E46-9DEE-48ED-9CFC-1A29DC653E87}" dt="2025-05-24T21:23:06.748" v="700" actId="1076"/>
      <pc:docMkLst>
        <pc:docMk/>
      </pc:docMkLst>
      <pc:sldChg chg="addSp modSp mod">
        <pc:chgData name="Leônidas Müller de Oliveira" userId="5af9566427f0cd7a" providerId="LiveId" clId="{58279E46-9DEE-48ED-9CFC-1A29DC653E87}" dt="2025-05-24T21:23:06.748" v="700" actId="1076"/>
        <pc:sldMkLst>
          <pc:docMk/>
          <pc:sldMk cId="3187776213" sldId="282"/>
        </pc:sldMkLst>
        <pc:spChg chg="mod">
          <ac:chgData name="Leônidas Müller de Oliveira" userId="5af9566427f0cd7a" providerId="LiveId" clId="{58279E46-9DEE-48ED-9CFC-1A29DC653E87}" dt="2025-05-24T21:22:38.057" v="690" actId="1076"/>
          <ac:spMkLst>
            <pc:docMk/>
            <pc:sldMk cId="3187776213" sldId="282"/>
            <ac:spMk id="7" creationId="{FD65234F-CE76-4586-9D67-44EDBAE0C0F0}"/>
          </ac:spMkLst>
        </pc:spChg>
        <pc:spChg chg="mod">
          <ac:chgData name="Leônidas Müller de Oliveira" userId="5af9566427f0cd7a" providerId="LiveId" clId="{58279E46-9DEE-48ED-9CFC-1A29DC653E87}" dt="2025-05-24T21:22:17.424" v="666" actId="20577"/>
          <ac:spMkLst>
            <pc:docMk/>
            <pc:sldMk cId="3187776213" sldId="282"/>
            <ac:spMk id="141" creationId="{00000000-0000-0000-0000-000000000000}"/>
          </ac:spMkLst>
        </pc:spChg>
        <pc:spChg chg="mod">
          <ac:chgData name="Leônidas Müller de Oliveira" userId="5af9566427f0cd7a" providerId="LiveId" clId="{58279E46-9DEE-48ED-9CFC-1A29DC653E87}" dt="2025-05-24T21:22:59.896" v="697" actId="14100"/>
          <ac:spMkLst>
            <pc:docMk/>
            <pc:sldMk cId="3187776213" sldId="282"/>
            <ac:spMk id="143" creationId="{00000000-0000-0000-0000-000000000000}"/>
          </ac:spMkLst>
        </pc:spChg>
        <pc:picChg chg="add mod">
          <ac:chgData name="Leônidas Müller de Oliveira" userId="5af9566427f0cd7a" providerId="LiveId" clId="{58279E46-9DEE-48ED-9CFC-1A29DC653E87}" dt="2025-05-24T21:23:06.748" v="700" actId="1076"/>
          <ac:picMkLst>
            <pc:docMk/>
            <pc:sldMk cId="3187776213" sldId="282"/>
            <ac:picMk id="2" creationId="{1EFFEBF7-8F3E-C311-CFF7-2BFFA2BD60D4}"/>
          </ac:picMkLst>
        </pc:picChg>
      </pc:sldChg>
      <pc:sldChg chg="addSp delSp modSp mod ord">
        <pc:chgData name="Leônidas Müller de Oliveira" userId="5af9566427f0cd7a" providerId="LiveId" clId="{58279E46-9DEE-48ED-9CFC-1A29DC653E87}" dt="2025-05-24T20:50:15.936" v="67" actId="1076"/>
        <pc:sldMkLst>
          <pc:docMk/>
          <pc:sldMk cId="3283063515" sldId="283"/>
        </pc:sldMkLst>
        <pc:spChg chg="add del mod">
          <ac:chgData name="Leônidas Müller de Oliveira" userId="5af9566427f0cd7a" providerId="LiveId" clId="{58279E46-9DEE-48ED-9CFC-1A29DC653E87}" dt="2025-05-24T20:16:38.726" v="40" actId="478"/>
          <ac:spMkLst>
            <pc:docMk/>
            <pc:sldMk cId="3283063515" sldId="283"/>
            <ac:spMk id="2" creationId="{8DE5577E-A88F-F159-4E56-1CC6BC9A5C29}"/>
          </ac:spMkLst>
        </pc:spChg>
        <pc:spChg chg="add mod">
          <ac:chgData name="Leônidas Müller de Oliveira" userId="5af9566427f0cd7a" providerId="LiveId" clId="{58279E46-9DEE-48ED-9CFC-1A29DC653E87}" dt="2025-05-24T20:50:15.936" v="67" actId="1076"/>
          <ac:spMkLst>
            <pc:docMk/>
            <pc:sldMk cId="3283063515" sldId="283"/>
            <ac:spMk id="3" creationId="{516DE064-8790-F786-DD35-BB1B52114FBB}"/>
          </ac:spMkLst>
        </pc:spChg>
        <pc:spChg chg="add mod">
          <ac:chgData name="Leônidas Müller de Oliveira" userId="5af9566427f0cd7a" providerId="LiveId" clId="{58279E46-9DEE-48ED-9CFC-1A29DC653E87}" dt="2025-05-24T20:50:10.051" v="66"/>
          <ac:spMkLst>
            <pc:docMk/>
            <pc:sldMk cId="3283063515" sldId="283"/>
            <ac:spMk id="4" creationId="{0902CA44-3836-AC7B-00C7-9F401BB77A42}"/>
          </ac:spMkLst>
        </pc:spChg>
        <pc:spChg chg="mod">
          <ac:chgData name="Leônidas Müller de Oliveira" userId="5af9566427f0cd7a" providerId="LiveId" clId="{58279E46-9DEE-48ED-9CFC-1A29DC653E87}" dt="2025-05-24T20:50:06.615" v="65"/>
          <ac:spMkLst>
            <pc:docMk/>
            <pc:sldMk cId="3283063515" sldId="283"/>
            <ac:spMk id="140" creationId="{00000000-0000-0000-0000-000000000000}"/>
          </ac:spMkLst>
        </pc:spChg>
        <pc:spChg chg="del">
          <ac:chgData name="Leônidas Müller de Oliveira" userId="5af9566427f0cd7a" providerId="LiveId" clId="{58279E46-9DEE-48ED-9CFC-1A29DC653E87}" dt="2025-05-24T20:16:42.328" v="41" actId="478"/>
          <ac:spMkLst>
            <pc:docMk/>
            <pc:sldMk cId="3283063515" sldId="283"/>
            <ac:spMk id="142" creationId="{00000000-0000-0000-0000-000000000000}"/>
          </ac:spMkLst>
        </pc:spChg>
        <pc:spChg chg="mod">
          <ac:chgData name="Leônidas Müller de Oliveira" userId="5af9566427f0cd7a" providerId="LiveId" clId="{58279E46-9DEE-48ED-9CFC-1A29DC653E87}" dt="2025-05-24T20:50:15.936" v="67" actId="1076"/>
          <ac:spMkLst>
            <pc:docMk/>
            <pc:sldMk cId="3283063515" sldId="283"/>
            <ac:spMk id="143" creationId="{00000000-0000-0000-0000-000000000000}"/>
          </ac:spMkLst>
        </pc:spChg>
      </pc:sldChg>
      <pc:sldChg chg="modSp add del mod">
        <pc:chgData name="Leônidas Müller de Oliveira" userId="5af9566427f0cd7a" providerId="LiveId" clId="{58279E46-9DEE-48ED-9CFC-1A29DC653E87}" dt="2025-05-24T21:12:39.260" v="426" actId="47"/>
        <pc:sldMkLst>
          <pc:docMk/>
          <pc:sldMk cId="14516376" sldId="294"/>
        </pc:sldMkLst>
        <pc:spChg chg="mod">
          <ac:chgData name="Leônidas Müller de Oliveira" userId="5af9566427f0cd7a" providerId="LiveId" clId="{58279E46-9DEE-48ED-9CFC-1A29DC653E87}" dt="2025-05-24T20:49:57.626" v="63"/>
          <ac:spMkLst>
            <pc:docMk/>
            <pc:sldMk cId="14516376" sldId="294"/>
            <ac:spMk id="142" creationId="{00000000-0000-0000-0000-000000000000}"/>
          </ac:spMkLst>
        </pc:spChg>
      </pc:sldChg>
      <pc:sldChg chg="addSp delSp modSp add mod">
        <pc:chgData name="Leônidas Müller de Oliveira" userId="5af9566427f0cd7a" providerId="LiveId" clId="{58279E46-9DEE-48ED-9CFC-1A29DC653E87}" dt="2025-05-24T21:12:32.634" v="425" actId="1076"/>
        <pc:sldMkLst>
          <pc:docMk/>
          <pc:sldMk cId="253044051" sldId="295"/>
        </pc:sldMkLst>
        <pc:spChg chg="add del mod">
          <ac:chgData name="Leônidas Müller de Oliveira" userId="5af9566427f0cd7a" providerId="LiveId" clId="{58279E46-9DEE-48ED-9CFC-1A29DC653E87}" dt="2025-05-24T21:09:15.343" v="370" actId="478"/>
          <ac:spMkLst>
            <pc:docMk/>
            <pc:sldMk cId="253044051" sldId="295"/>
            <ac:spMk id="2" creationId="{C1B47BD5-1850-14A5-CC6E-D793156BF973}"/>
          </ac:spMkLst>
        </pc:spChg>
        <pc:spChg chg="mod">
          <ac:chgData name="Leônidas Müller de Oliveira" userId="5af9566427f0cd7a" providerId="LiveId" clId="{58279E46-9DEE-48ED-9CFC-1A29DC653E87}" dt="2025-05-24T20:52:34.195" v="83" actId="20577"/>
          <ac:spMkLst>
            <pc:docMk/>
            <pc:sldMk cId="253044051" sldId="295"/>
            <ac:spMk id="3" creationId="{516DE064-8790-F786-DD35-BB1B52114FBB}"/>
          </ac:spMkLst>
        </pc:spChg>
        <pc:spChg chg="del mod">
          <ac:chgData name="Leônidas Müller de Oliveira" userId="5af9566427f0cd7a" providerId="LiveId" clId="{58279E46-9DEE-48ED-9CFC-1A29DC653E87}" dt="2025-05-24T20:53:15.450" v="122" actId="478"/>
          <ac:spMkLst>
            <pc:docMk/>
            <pc:sldMk cId="253044051" sldId="295"/>
            <ac:spMk id="4" creationId="{0902CA44-3836-AC7B-00C7-9F401BB77A42}"/>
          </ac:spMkLst>
        </pc:spChg>
        <pc:spChg chg="add mod">
          <ac:chgData name="Leônidas Müller de Oliveira" userId="5af9566427f0cd7a" providerId="LiveId" clId="{58279E46-9DEE-48ED-9CFC-1A29DC653E87}" dt="2025-05-24T21:12:32.634" v="425" actId="1076"/>
          <ac:spMkLst>
            <pc:docMk/>
            <pc:sldMk cId="253044051" sldId="295"/>
            <ac:spMk id="5" creationId="{DD6E867D-A8CD-3B18-2109-4D0F6524F7EC}"/>
          </ac:spMkLst>
        </pc:spChg>
        <pc:spChg chg="mod">
          <ac:chgData name="Leônidas Müller de Oliveira" userId="5af9566427f0cd7a" providerId="LiveId" clId="{58279E46-9DEE-48ED-9CFC-1A29DC653E87}" dt="2025-05-24T20:59:04.491" v="315" actId="14100"/>
          <ac:spMkLst>
            <pc:docMk/>
            <pc:sldMk cId="253044051" sldId="295"/>
            <ac:spMk id="143" creationId="{00000000-0000-0000-0000-000000000000}"/>
          </ac:spMkLst>
        </pc:spChg>
      </pc:sldChg>
      <pc:sldChg chg="addSp delSp modSp add mod">
        <pc:chgData name="Leônidas Müller de Oliveira" userId="5af9566427f0cd7a" providerId="LiveId" clId="{58279E46-9DEE-48ED-9CFC-1A29DC653E87}" dt="2025-05-24T21:17:04.773" v="530" actId="478"/>
        <pc:sldMkLst>
          <pc:docMk/>
          <pc:sldMk cId="1222361712" sldId="296"/>
        </pc:sldMkLst>
        <pc:spChg chg="add del mod">
          <ac:chgData name="Leônidas Müller de Oliveira" userId="5af9566427f0cd7a" providerId="LiveId" clId="{58279E46-9DEE-48ED-9CFC-1A29DC653E87}" dt="2025-05-24T21:06:02.622" v="365" actId="478"/>
          <ac:spMkLst>
            <pc:docMk/>
            <pc:sldMk cId="1222361712" sldId="296"/>
            <ac:spMk id="2" creationId="{7AD14988-B0AD-7E1E-AE50-0C39ECF051E9}"/>
          </ac:spMkLst>
        </pc:spChg>
        <pc:spChg chg="mod">
          <ac:chgData name="Leônidas Müller de Oliveira" userId="5af9566427f0cd7a" providerId="LiveId" clId="{58279E46-9DEE-48ED-9CFC-1A29DC653E87}" dt="2025-05-24T20:54:12.686" v="141" actId="20577"/>
          <ac:spMkLst>
            <pc:docMk/>
            <pc:sldMk cId="1222361712" sldId="296"/>
            <ac:spMk id="3" creationId="{516DE064-8790-F786-DD35-BB1B52114FBB}"/>
          </ac:spMkLst>
        </pc:spChg>
        <pc:spChg chg="del">
          <ac:chgData name="Leônidas Müller de Oliveira" userId="5af9566427f0cd7a" providerId="LiveId" clId="{58279E46-9DEE-48ED-9CFC-1A29DC653E87}" dt="2025-05-24T20:53:18.496" v="123" actId="478"/>
          <ac:spMkLst>
            <pc:docMk/>
            <pc:sldMk cId="1222361712" sldId="296"/>
            <ac:spMk id="4" creationId="{0902CA44-3836-AC7B-00C7-9F401BB77A42}"/>
          </ac:spMkLst>
        </pc:spChg>
        <pc:spChg chg="add del mod">
          <ac:chgData name="Leônidas Müller de Oliveira" userId="5af9566427f0cd7a" providerId="LiveId" clId="{58279E46-9DEE-48ED-9CFC-1A29DC653E87}" dt="2025-05-24T21:12:05.892" v="423" actId="478"/>
          <ac:spMkLst>
            <pc:docMk/>
            <pc:sldMk cId="1222361712" sldId="296"/>
            <ac:spMk id="5" creationId="{7371F974-D759-AF97-47D4-187FB21637D8}"/>
          </ac:spMkLst>
        </pc:spChg>
        <pc:spChg chg="add del mod">
          <ac:chgData name="Leônidas Müller de Oliveira" userId="5af9566427f0cd7a" providerId="LiveId" clId="{58279E46-9DEE-48ED-9CFC-1A29DC653E87}" dt="2025-05-24T21:12:44.750" v="427" actId="478"/>
          <ac:spMkLst>
            <pc:docMk/>
            <pc:sldMk cId="1222361712" sldId="296"/>
            <ac:spMk id="6" creationId="{5040266B-D4D6-7492-DA84-6B1857E19596}"/>
          </ac:spMkLst>
        </pc:spChg>
        <pc:spChg chg="add del mod">
          <ac:chgData name="Leônidas Müller de Oliveira" userId="5af9566427f0cd7a" providerId="LiveId" clId="{58279E46-9DEE-48ED-9CFC-1A29DC653E87}" dt="2025-05-24T21:17:04.773" v="530" actId="478"/>
          <ac:spMkLst>
            <pc:docMk/>
            <pc:sldMk cId="1222361712" sldId="296"/>
            <ac:spMk id="7" creationId="{97E78AB9-857F-D6BD-84B2-2690C32336CD}"/>
          </ac:spMkLst>
        </pc:spChg>
        <pc:spChg chg="mod">
          <ac:chgData name="Leônidas Müller de Oliveira" userId="5af9566427f0cd7a" providerId="LiveId" clId="{58279E46-9DEE-48ED-9CFC-1A29DC653E87}" dt="2025-05-24T20:55:01.699" v="146" actId="1076"/>
          <ac:spMkLst>
            <pc:docMk/>
            <pc:sldMk cId="1222361712" sldId="296"/>
            <ac:spMk id="143" creationId="{00000000-0000-0000-0000-000000000000}"/>
          </ac:spMkLst>
        </pc:spChg>
      </pc:sldChg>
      <pc:sldChg chg="addSp delSp modSp add mod">
        <pc:chgData name="Leônidas Müller de Oliveira" userId="5af9566427f0cd7a" providerId="LiveId" clId="{58279E46-9DEE-48ED-9CFC-1A29DC653E87}" dt="2025-05-24T21:00:57.383" v="353" actId="1076"/>
        <pc:sldMkLst>
          <pc:docMk/>
          <pc:sldMk cId="3708159361" sldId="297"/>
        </pc:sldMkLst>
        <pc:spChg chg="del">
          <ac:chgData name="Leônidas Müller de Oliveira" userId="5af9566427f0cd7a" providerId="LiveId" clId="{58279E46-9DEE-48ED-9CFC-1A29DC653E87}" dt="2025-05-24T20:59:50.655" v="318" actId="478"/>
          <ac:spMkLst>
            <pc:docMk/>
            <pc:sldMk cId="3708159361" sldId="297"/>
            <ac:spMk id="2" creationId="{C1B47BD5-1850-14A5-CC6E-D793156BF973}"/>
          </ac:spMkLst>
        </pc:spChg>
        <pc:spChg chg="mod">
          <ac:chgData name="Leônidas Müller de Oliveira" userId="5af9566427f0cd7a" providerId="LiveId" clId="{58279E46-9DEE-48ED-9CFC-1A29DC653E87}" dt="2025-05-24T21:00:55.319" v="352" actId="20577"/>
          <ac:spMkLst>
            <pc:docMk/>
            <pc:sldMk cId="3708159361" sldId="297"/>
            <ac:spMk id="3" creationId="{516DE064-8790-F786-DD35-BB1B52114FBB}"/>
          </ac:spMkLst>
        </pc:spChg>
        <pc:spChg chg="del">
          <ac:chgData name="Leônidas Müller de Oliveira" userId="5af9566427f0cd7a" providerId="LiveId" clId="{58279E46-9DEE-48ED-9CFC-1A29DC653E87}" dt="2025-05-24T20:59:59.475" v="335" actId="478"/>
          <ac:spMkLst>
            <pc:docMk/>
            <pc:sldMk cId="3708159361" sldId="297"/>
            <ac:spMk id="143" creationId="{00000000-0000-0000-0000-000000000000}"/>
          </ac:spMkLst>
        </pc:spChg>
        <pc:picChg chg="add del mod">
          <ac:chgData name="Leônidas Müller de Oliveira" userId="5af9566427f0cd7a" providerId="LiveId" clId="{58279E46-9DEE-48ED-9CFC-1A29DC653E87}" dt="2025-05-24T21:00:44.441" v="341" actId="478"/>
          <ac:picMkLst>
            <pc:docMk/>
            <pc:sldMk cId="3708159361" sldId="297"/>
            <ac:picMk id="5" creationId="{77C86FB3-F67E-0BC5-D594-B3E8CD6C5347}"/>
          </ac:picMkLst>
        </pc:picChg>
        <pc:picChg chg="add mod">
          <ac:chgData name="Leônidas Müller de Oliveira" userId="5af9566427f0cd7a" providerId="LiveId" clId="{58279E46-9DEE-48ED-9CFC-1A29DC653E87}" dt="2025-05-24T21:00:57.383" v="353" actId="1076"/>
          <ac:picMkLst>
            <pc:docMk/>
            <pc:sldMk cId="3708159361" sldId="297"/>
            <ac:picMk id="7" creationId="{E0E1E1AE-D06A-8FE6-7052-687897172428}"/>
          </ac:picMkLst>
        </pc:picChg>
      </pc:sldChg>
      <pc:sldChg chg="add">
        <pc:chgData name="Leônidas Müller de Oliveira" userId="5af9566427f0cd7a" providerId="LiveId" clId="{58279E46-9DEE-48ED-9CFC-1A29DC653E87}" dt="2025-05-24T21:00:42.468" v="340" actId="2890"/>
        <pc:sldMkLst>
          <pc:docMk/>
          <pc:sldMk cId="1068881733" sldId="298"/>
        </pc:sldMkLst>
      </pc:sldChg>
      <pc:sldChg chg="addSp delSp modSp add mod">
        <pc:chgData name="Leônidas Müller de Oliveira" userId="5af9566427f0cd7a" providerId="LiveId" clId="{58279E46-9DEE-48ED-9CFC-1A29DC653E87}" dt="2025-05-24T21:01:55.699" v="364" actId="1076"/>
        <pc:sldMkLst>
          <pc:docMk/>
          <pc:sldMk cId="441636794" sldId="299"/>
        </pc:sldMkLst>
        <pc:spChg chg="mod">
          <ac:chgData name="Leônidas Müller de Oliveira" userId="5af9566427f0cd7a" providerId="LiveId" clId="{58279E46-9DEE-48ED-9CFC-1A29DC653E87}" dt="2025-05-24T21:01:46.557" v="360" actId="20577"/>
          <ac:spMkLst>
            <pc:docMk/>
            <pc:sldMk cId="441636794" sldId="299"/>
            <ac:spMk id="3" creationId="{516DE064-8790-F786-DD35-BB1B52114FBB}"/>
          </ac:spMkLst>
        </pc:spChg>
        <pc:picChg chg="add mod">
          <ac:chgData name="Leônidas Müller de Oliveira" userId="5af9566427f0cd7a" providerId="LiveId" clId="{58279E46-9DEE-48ED-9CFC-1A29DC653E87}" dt="2025-05-24T21:01:55.699" v="364" actId="1076"/>
          <ac:picMkLst>
            <pc:docMk/>
            <pc:sldMk cId="441636794" sldId="299"/>
            <ac:picMk id="4" creationId="{248446B5-F8A6-6E8C-1039-E3763CBC22F4}"/>
          </ac:picMkLst>
        </pc:picChg>
        <pc:picChg chg="del">
          <ac:chgData name="Leônidas Müller de Oliveira" userId="5af9566427f0cd7a" providerId="LiveId" clId="{58279E46-9DEE-48ED-9CFC-1A29DC653E87}" dt="2025-05-24T21:01:48.273" v="361" actId="478"/>
          <ac:picMkLst>
            <pc:docMk/>
            <pc:sldMk cId="441636794" sldId="299"/>
            <ac:picMk id="5" creationId="{77C86FB3-F67E-0BC5-D594-B3E8CD6C5347}"/>
          </ac:picMkLst>
        </pc:picChg>
      </pc:sldChg>
      <pc:sldChg chg="modSp add mod">
        <pc:chgData name="Leônidas Müller de Oliveira" userId="5af9566427f0cd7a" providerId="LiveId" clId="{58279E46-9DEE-48ED-9CFC-1A29DC653E87}" dt="2025-05-24T21:18:56.461" v="583" actId="20577"/>
        <pc:sldMkLst>
          <pc:docMk/>
          <pc:sldMk cId="536045490" sldId="300"/>
        </pc:sldMkLst>
        <pc:spChg chg="mod">
          <ac:chgData name="Leônidas Müller de Oliveira" userId="5af9566427f0cd7a" providerId="LiveId" clId="{58279E46-9DEE-48ED-9CFC-1A29DC653E87}" dt="2025-05-24T21:17:21.675" v="564" actId="20577"/>
          <ac:spMkLst>
            <pc:docMk/>
            <pc:sldMk cId="536045490" sldId="300"/>
            <ac:spMk id="3" creationId="{516DE064-8790-F786-DD35-BB1B52114FBB}"/>
          </ac:spMkLst>
        </pc:spChg>
        <pc:spChg chg="mod">
          <ac:chgData name="Leônidas Müller de Oliveira" userId="5af9566427f0cd7a" providerId="LiveId" clId="{58279E46-9DEE-48ED-9CFC-1A29DC653E87}" dt="2025-05-24T21:18:56.461" v="583" actId="20577"/>
          <ac:spMkLst>
            <pc:docMk/>
            <pc:sldMk cId="536045490" sldId="300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58279E46-9DEE-48ED-9CFC-1A29DC653E87}" dt="2025-05-24T21:20:06.807" v="620" actId="1076"/>
        <pc:sldMkLst>
          <pc:docMk/>
          <pc:sldMk cId="962331060" sldId="301"/>
        </pc:sldMkLst>
        <pc:spChg chg="mod">
          <ac:chgData name="Leônidas Müller de Oliveira" userId="5af9566427f0cd7a" providerId="LiveId" clId="{58279E46-9DEE-48ED-9CFC-1A29DC653E87}" dt="2025-05-24T21:19:20.035" v="609" actId="20577"/>
          <ac:spMkLst>
            <pc:docMk/>
            <pc:sldMk cId="962331060" sldId="301"/>
            <ac:spMk id="3" creationId="{516DE064-8790-F786-DD35-BB1B52114FBB}"/>
          </ac:spMkLst>
        </pc:spChg>
        <pc:spChg chg="mod">
          <ac:chgData name="Leônidas Müller de Oliveira" userId="5af9566427f0cd7a" providerId="LiveId" clId="{58279E46-9DEE-48ED-9CFC-1A29DC653E87}" dt="2025-05-24T21:20:06.807" v="620" actId="1076"/>
          <ac:spMkLst>
            <pc:docMk/>
            <pc:sldMk cId="962331060" sldId="301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58279E46-9DEE-48ED-9CFC-1A29DC653E87}" dt="2025-05-24T21:21:07.366" v="644" actId="20577"/>
        <pc:sldMkLst>
          <pc:docMk/>
          <pc:sldMk cId="2800828381" sldId="302"/>
        </pc:sldMkLst>
        <pc:spChg chg="mod">
          <ac:chgData name="Leônidas Müller de Oliveira" userId="5af9566427f0cd7a" providerId="LiveId" clId="{58279E46-9DEE-48ED-9CFC-1A29DC653E87}" dt="2025-05-24T21:20:36.110" v="628" actId="20577"/>
          <ac:spMkLst>
            <pc:docMk/>
            <pc:sldMk cId="2800828381" sldId="302"/>
            <ac:spMk id="3" creationId="{516DE064-8790-F786-DD35-BB1B52114FBB}"/>
          </ac:spMkLst>
        </pc:spChg>
        <pc:spChg chg="mod">
          <ac:chgData name="Leônidas Müller de Oliveira" userId="5af9566427f0cd7a" providerId="LiveId" clId="{58279E46-9DEE-48ED-9CFC-1A29DC653E87}" dt="2025-05-24T21:21:07.366" v="644" actId="20577"/>
          <ac:spMkLst>
            <pc:docMk/>
            <pc:sldMk cId="2800828381" sldId="302"/>
            <ac:spMk id="143" creationId="{00000000-0000-0000-0000-000000000000}"/>
          </ac:spMkLst>
        </pc:spChg>
      </pc:sldChg>
    </pc:docChg>
  </pc:docChgLst>
  <pc:docChgLst>
    <pc:chgData name="Leônidas Müller de Oliveira" userId="5af9566427f0cd7a" providerId="LiveId" clId="{D49B06D2-AB48-4160-B09E-8709E4BBF467}"/>
    <pc:docChg chg="undo custSel addSld delSld modSld sldOrd">
      <pc:chgData name="Leônidas Müller de Oliveira" userId="5af9566427f0cd7a" providerId="LiveId" clId="{D49B06D2-AB48-4160-B09E-8709E4BBF467}" dt="2021-01-27T17:46:21.983" v="1303" actId="47"/>
      <pc:docMkLst>
        <pc:docMk/>
      </pc:docMkLst>
      <pc:sldChg chg="modSp mod">
        <pc:chgData name="Leônidas Müller de Oliveira" userId="5af9566427f0cd7a" providerId="LiveId" clId="{D49B06D2-AB48-4160-B09E-8709E4BBF467}" dt="2021-01-27T17:34:54.516" v="1242" actId="21"/>
        <pc:sldMkLst>
          <pc:docMk/>
          <pc:sldMk cId="0" sldId="257"/>
        </pc:sldMkLst>
        <pc:spChg chg="mod">
          <ac:chgData name="Leônidas Müller de Oliveira" userId="5af9566427f0cd7a" providerId="LiveId" clId="{D49B06D2-AB48-4160-B09E-8709E4BBF467}" dt="2021-01-27T17:28:50.534" v="1201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34:54.516" v="1242" actId="21"/>
          <ac:spMkLst>
            <pc:docMk/>
            <pc:sldMk cId="0" sldId="257"/>
            <ac:spMk id="67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5:36:00.695" v="54" actId="47"/>
        <pc:sldMkLst>
          <pc:docMk/>
          <pc:sldMk cId="0" sldId="258"/>
        </pc:sldMkLst>
      </pc:sldChg>
      <pc:sldChg chg="delSp modSp mod ord">
        <pc:chgData name="Leônidas Müller de Oliveira" userId="5af9566427f0cd7a" providerId="LiveId" clId="{D49B06D2-AB48-4160-B09E-8709E4BBF467}" dt="2021-01-27T17:20:23.831" v="1045"/>
        <pc:sldMkLst>
          <pc:docMk/>
          <pc:sldMk cId="0" sldId="262"/>
        </pc:sldMkLst>
        <pc:spChg chg="del">
          <ac:chgData name="Leônidas Müller de Oliveira" userId="5af9566427f0cd7a" providerId="LiveId" clId="{D49B06D2-AB48-4160-B09E-8709E4BBF467}" dt="2021-01-27T17:18:41.745" v="830" actId="478"/>
          <ac:spMkLst>
            <pc:docMk/>
            <pc:sldMk cId="0" sldId="262"/>
            <ac:spMk id="7" creationId="{89A6ED73-2DEB-4C28-B281-140763718763}"/>
          </ac:spMkLst>
        </pc:spChg>
        <pc:spChg chg="mod">
          <ac:chgData name="Leônidas Müller de Oliveira" userId="5af9566427f0cd7a" providerId="LiveId" clId="{D49B06D2-AB48-4160-B09E-8709E4BBF467}" dt="2021-01-27T17:16:24.446" v="361" actId="20577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20:07.995" v="1041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19:21.264" v="885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3"/>
        </pc:sldMkLst>
      </pc:sldChg>
      <pc:sldChg chg="delSp modSp mod">
        <pc:chgData name="Leônidas Müller de Oliveira" userId="5af9566427f0cd7a" providerId="LiveId" clId="{D49B06D2-AB48-4160-B09E-8709E4BBF467}" dt="2021-01-27T15:39:05.223" v="303" actId="6549"/>
        <pc:sldMkLst>
          <pc:docMk/>
          <pc:sldMk cId="0" sldId="264"/>
        </pc:sldMkLst>
        <pc:spChg chg="del">
          <ac:chgData name="Leônidas Müller de Oliveira" userId="5af9566427f0cd7a" providerId="LiveId" clId="{D49B06D2-AB48-4160-B09E-8709E4BBF467}" dt="2021-01-27T15:36:52.210" v="56" actId="478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D49B06D2-AB48-4160-B09E-8709E4BBF467}" dt="2021-01-27T15:38:20.111" v="291" actId="14100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5:39:05.223" v="303" actId="6549"/>
          <ac:spMkLst>
            <pc:docMk/>
            <pc:sldMk cId="0" sldId="264"/>
            <ac:spMk id="158" creationId="{00000000-0000-0000-0000-000000000000}"/>
          </ac:spMkLst>
        </pc:spChg>
        <pc:picChg chg="mod">
          <ac:chgData name="Leônidas Müller de Oliveira" userId="5af9566427f0cd7a" providerId="LiveId" clId="{D49B06D2-AB48-4160-B09E-8709E4BBF467}" dt="2021-01-27T15:38:41.437" v="296" actId="1076"/>
          <ac:picMkLst>
            <pc:docMk/>
            <pc:sldMk cId="0" sldId="264"/>
            <ac:picMk id="7" creationId="{90A7E0AD-ABBC-4E3A-95FB-0F31B77E3FD6}"/>
          </ac:picMkLst>
        </pc:picChg>
      </pc:sldChg>
      <pc:sldChg chg="del">
        <pc:chgData name="Leônidas Müller de Oliveira" userId="5af9566427f0cd7a" providerId="LiveId" clId="{D49B06D2-AB48-4160-B09E-8709E4BBF467}" dt="2021-01-27T17:26:17.542" v="1050" actId="47"/>
        <pc:sldMkLst>
          <pc:docMk/>
          <pc:sldMk cId="0" sldId="266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7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2"/>
        </pc:sldMkLst>
      </pc:sldChg>
      <pc:sldChg chg="delSp modSp add del mod">
        <pc:chgData name="Leônidas Müller de Oliveira" userId="5af9566427f0cd7a" providerId="LiveId" clId="{D49B06D2-AB48-4160-B09E-8709E4BBF467}" dt="2021-01-27T17:46:21.983" v="1303" actId="47"/>
        <pc:sldMkLst>
          <pc:docMk/>
          <pc:sldMk cId="0" sldId="274"/>
        </pc:sldMkLst>
        <pc:spChg chg="del">
          <ac:chgData name="Leônidas Müller de Oliveira" userId="5af9566427f0cd7a" providerId="LiveId" clId="{D49B06D2-AB48-4160-B09E-8709E4BBF467}" dt="2021-01-27T17:46:17.220" v="1302" actId="478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D49B06D2-AB48-4160-B09E-8709E4BBF467}" dt="2021-01-27T17:45:55.381" v="1301" actId="20577"/>
          <ac:spMkLst>
            <pc:docMk/>
            <pc:sldMk cId="0" sldId="274"/>
            <ac:spMk id="251" creationId="{00000000-0000-0000-0000-000000000000}"/>
          </ac:spMkLst>
        </pc:spChg>
      </pc:sldChg>
      <pc:sldChg chg="delSp modSp mod">
        <pc:chgData name="Leônidas Müller de Oliveira" userId="5af9566427f0cd7a" providerId="LiveId" clId="{D49B06D2-AB48-4160-B09E-8709E4BBF467}" dt="2021-01-27T17:28:22.390" v="1168" actId="20577"/>
        <pc:sldMkLst>
          <pc:docMk/>
          <pc:sldMk cId="0" sldId="281"/>
        </pc:sldMkLst>
        <pc:spChg chg="del">
          <ac:chgData name="Leônidas Müller de Oliveira" userId="5af9566427f0cd7a" providerId="LiveId" clId="{D49B06D2-AB48-4160-B09E-8709E4BBF467}" dt="2021-01-27T17:27:14.353" v="1070" actId="478"/>
          <ac:spMkLst>
            <pc:docMk/>
            <pc:sldMk cId="0" sldId="281"/>
            <ac:spMk id="6" creationId="{E13DB553-13BB-41C1-8D73-D4CF2AC42EA7}"/>
          </ac:spMkLst>
        </pc:spChg>
        <pc:spChg chg="del">
          <ac:chgData name="Leônidas Müller de Oliveira" userId="5af9566427f0cd7a" providerId="LiveId" clId="{D49B06D2-AB48-4160-B09E-8709E4BBF467}" dt="2021-01-27T17:27:13.123" v="1069" actId="478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D49B06D2-AB48-4160-B09E-8709E4BBF467}" dt="2021-01-27T17:28:22.390" v="1168" actId="20577"/>
          <ac:spMkLst>
            <pc:docMk/>
            <pc:sldMk cId="0" sldId="281"/>
            <ac:spMk id="337" creationId="{00000000-0000-0000-0000-000000000000}"/>
          </ac:spMkLst>
        </pc:spChg>
        <pc:spChg chg="del mod">
          <ac:chgData name="Leônidas Müller de Oliveira" userId="5af9566427f0cd7a" providerId="LiveId" clId="{D49B06D2-AB48-4160-B09E-8709E4BBF467}" dt="2021-01-27T17:27:49.521" v="1100" actId="478"/>
          <ac:spMkLst>
            <pc:docMk/>
            <pc:sldMk cId="0" sldId="281"/>
            <ac:spMk id="338" creationId="{00000000-0000-0000-0000-000000000000}"/>
          </ac:spMkLst>
        </pc:spChg>
        <pc:picChg chg="del">
          <ac:chgData name="Leônidas Müller de Oliveira" userId="5af9566427f0cd7a" providerId="LiveId" clId="{D49B06D2-AB48-4160-B09E-8709E4BBF467}" dt="2021-01-27T17:26:53.526" v="1052" actId="478"/>
          <ac:picMkLst>
            <pc:docMk/>
            <pc:sldMk cId="0" sldId="281"/>
            <ac:picMk id="5" creationId="{B5D4AE09-62A7-4F55-8392-1C90A5E86B25}"/>
          </ac:picMkLst>
        </pc:picChg>
      </pc:sldChg>
      <pc:sldChg chg="delSp del mod">
        <pc:chgData name="Leônidas Müller de Oliveira" userId="5af9566427f0cd7a" providerId="LiveId" clId="{D49B06D2-AB48-4160-B09E-8709E4BBF467}" dt="2021-01-27T17:28:35.660" v="1169" actId="47"/>
        <pc:sldMkLst>
          <pc:docMk/>
          <pc:sldMk cId="569711459" sldId="283"/>
        </pc:sldMkLst>
        <pc:spChg chg="del">
          <ac:chgData name="Leônidas Müller de Oliveira" userId="5af9566427f0cd7a" providerId="LiveId" clId="{D49B06D2-AB48-4160-B09E-8709E4BBF467}" dt="2021-01-27T15:36:44.721" v="55" actId="478"/>
          <ac:spMkLst>
            <pc:docMk/>
            <pc:sldMk cId="569711459" sldId="283"/>
            <ac:spMk id="6" creationId="{8773F3A6-AB81-492A-9E25-5D2FE5C24475}"/>
          </ac:spMkLst>
        </pc:spChg>
      </pc:sldChg>
      <pc:sldChg chg="del">
        <pc:chgData name="Leônidas Müller de Oliveira" userId="5af9566427f0cd7a" providerId="LiveId" clId="{D49B06D2-AB48-4160-B09E-8709E4BBF467}" dt="2021-01-27T17:20:53.278" v="1046" actId="47"/>
        <pc:sldMkLst>
          <pc:docMk/>
          <pc:sldMk cId="1437011287" sldId="284"/>
        </pc:sldMkLst>
      </pc:sldChg>
      <pc:sldChg chg="del">
        <pc:chgData name="Leônidas Müller de Oliveira" userId="5af9566427f0cd7a" providerId="LiveId" clId="{D49B06D2-AB48-4160-B09E-8709E4BBF467}" dt="2021-01-27T17:20:54.903" v="1047" actId="47"/>
        <pc:sldMkLst>
          <pc:docMk/>
          <pc:sldMk cId="2813838532" sldId="285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946061715" sldId="28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4038552212" sldId="28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908053148" sldId="290"/>
        </pc:sldMkLst>
      </pc:sldChg>
      <pc:sldChg chg="del">
        <pc:chgData name="Leônidas Müller de Oliveira" userId="5af9566427f0cd7a" providerId="LiveId" clId="{D49B06D2-AB48-4160-B09E-8709E4BBF467}" dt="2021-01-27T15:32:49.346" v="0" actId="47"/>
        <pc:sldMkLst>
          <pc:docMk/>
          <pc:sldMk cId="2491790395" sldId="29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768986171" sldId="292"/>
        </pc:sldMkLst>
      </pc:sldChg>
      <pc:sldChg chg="del">
        <pc:chgData name="Leônidas Müller de Oliveira" userId="5af9566427f0cd7a" providerId="LiveId" clId="{D49B06D2-AB48-4160-B09E-8709E4BBF467}" dt="2021-01-27T17:25:58.237" v="1048" actId="47"/>
        <pc:sldMkLst>
          <pc:docMk/>
          <pc:sldMk cId="1542352846" sldId="297"/>
        </pc:sldMkLst>
      </pc:sldChg>
      <pc:sldChg chg="del">
        <pc:chgData name="Leônidas Müller de Oliveira" userId="5af9566427f0cd7a" providerId="LiveId" clId="{D49B06D2-AB48-4160-B09E-8709E4BBF467}" dt="2021-01-27T17:26:15.220" v="1049" actId="47"/>
        <pc:sldMkLst>
          <pc:docMk/>
          <pc:sldMk cId="126974504" sldId="29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452318423" sldId="29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580050991" sldId="300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1031171993" sldId="301"/>
        </pc:sldMkLst>
      </pc:sldChg>
      <pc:sldMasterChg chg="delSldLayout">
        <pc:chgData name="Leônidas Müller de Oliveira" userId="5af9566427f0cd7a" providerId="LiveId" clId="{D49B06D2-AB48-4160-B09E-8709E4BBF467}" dt="2021-01-27T17:46:21.983" v="1303" actId="47"/>
        <pc:sldMasterMkLst>
          <pc:docMk/>
          <pc:sldMasterMk cId="0" sldId="2147483648"/>
        </pc:sldMasterMkLst>
        <pc:sldLayoutChg chg="del">
          <pc:chgData name="Leônidas Müller de Oliveira" userId="5af9566427f0cd7a" providerId="LiveId" clId="{D49B06D2-AB48-4160-B09E-8709E4BBF467}" dt="2021-01-27T17:26:49.890" v="1051" actId="47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ônidas Müller de Oliveira" userId="5af9566427f0cd7a" providerId="LiveId" clId="{D49B06D2-AB48-4160-B09E-8709E4BBF467}" dt="2021-01-27T17:46:21.983" v="1303" actId="47"/>
          <pc:sldLayoutMkLst>
            <pc:docMk/>
            <pc:sldMasterMk cId="0" sldId="2147483648"/>
            <pc:sldLayoutMk cId="2743432905" sldId="2147483660"/>
          </pc:sldLayoutMkLst>
        </pc:sldLayoutChg>
      </pc:sldMasterChg>
    </pc:docChg>
  </pc:docChgLst>
  <pc:docChgLst>
    <pc:chgData name="Leônidas Müller de Oliveira" userId="5af9566427f0cd7a" providerId="LiveId" clId="{A80AA9EE-3710-4EE1-8CCF-9C58DF61A99A}"/>
    <pc:docChg chg="undo custSel addSld delSld modSld sldOrd">
      <pc:chgData name="Leônidas Müller de Oliveira" userId="5af9566427f0cd7a" providerId="LiveId" clId="{A80AA9EE-3710-4EE1-8CCF-9C58DF61A99A}" dt="2025-05-23T13:57:32.529" v="2830" actId="20577"/>
      <pc:docMkLst>
        <pc:docMk/>
      </pc:docMkLst>
      <pc:sldChg chg="delSp modSp mod">
        <pc:chgData name="Leônidas Müller de Oliveira" userId="5af9566427f0cd7a" providerId="LiveId" clId="{A80AA9EE-3710-4EE1-8CCF-9C58DF61A99A}" dt="2025-05-22T13:28:29.170" v="312" actId="478"/>
        <pc:sldMkLst>
          <pc:docMk/>
          <pc:sldMk cId="0" sldId="257"/>
        </pc:sldMkLst>
        <pc:spChg chg="mod">
          <ac:chgData name="Leônidas Müller de Oliveira" userId="5af9566427f0cd7a" providerId="LiveId" clId="{A80AA9EE-3710-4EE1-8CCF-9C58DF61A99A}" dt="2025-05-18T22:48:08.416" v="19" actId="20577"/>
          <ac:spMkLst>
            <pc:docMk/>
            <pc:sldMk cId="0" sldId="257"/>
            <ac:spMk id="66" creationId="{00000000-0000-0000-0000-000000000000}"/>
          </ac:spMkLst>
        </pc:spChg>
        <pc:spChg chg="del mod">
          <ac:chgData name="Leônidas Müller de Oliveira" userId="5af9566427f0cd7a" providerId="LiveId" clId="{A80AA9EE-3710-4EE1-8CCF-9C58DF61A99A}" dt="2025-05-22T13:28:29.170" v="312" actId="478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 ord">
        <pc:chgData name="Leônidas Müller de Oliveira" userId="5af9566427f0cd7a" providerId="LiveId" clId="{A80AA9EE-3710-4EE1-8CCF-9C58DF61A99A}" dt="2025-05-23T13:26:00.811" v="2584"/>
        <pc:sldMkLst>
          <pc:docMk/>
          <pc:sldMk cId="0" sldId="262"/>
        </pc:sldMkLst>
        <pc:spChg chg="add mod">
          <ac:chgData name="Leônidas Müller de Oliveira" userId="5af9566427f0cd7a" providerId="LiveId" clId="{A80AA9EE-3710-4EE1-8CCF-9C58DF61A99A}" dt="2025-05-22T19:45:28.428" v="2367" actId="20577"/>
          <ac:spMkLst>
            <pc:docMk/>
            <pc:sldMk cId="0" sldId="262"/>
            <ac:spMk id="2" creationId="{9D0A2DFE-1C84-0760-9A85-57738A763B74}"/>
          </ac:spMkLst>
        </pc:spChg>
        <pc:spChg chg="mod">
          <ac:chgData name="Leônidas Müller de Oliveira" userId="5af9566427f0cd7a" providerId="LiveId" clId="{A80AA9EE-3710-4EE1-8CCF-9C58DF61A99A}" dt="2025-05-22T18:32:36.994" v="1719" actId="20577"/>
          <ac:spMkLst>
            <pc:docMk/>
            <pc:sldMk cId="0" sldId="262"/>
            <ac:spMk id="141" creationId="{00000000-0000-0000-0000-000000000000}"/>
          </ac:spMkLst>
        </pc:spChg>
        <pc:spChg chg="del">
          <ac:chgData name="Leônidas Müller de Oliveira" userId="5af9566427f0cd7a" providerId="LiveId" clId="{A80AA9EE-3710-4EE1-8CCF-9C58DF61A99A}" dt="2025-05-18T22:49:30.879" v="81" actId="478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9:45:22.964" v="2358" actId="14100"/>
          <ac:spMkLst>
            <pc:docMk/>
            <pc:sldMk cId="0" sldId="262"/>
            <ac:spMk id="143" creationId="{00000000-0000-0000-0000-000000000000}"/>
          </ac:spMkLst>
        </pc:spChg>
      </pc:sldChg>
      <pc:sldChg chg="delSp modSp mod">
        <pc:chgData name="Leônidas Müller de Oliveira" userId="5af9566427f0cd7a" providerId="LiveId" clId="{A80AA9EE-3710-4EE1-8CCF-9C58DF61A99A}" dt="2025-05-22T18:23:47.640" v="1708" actId="5793"/>
        <pc:sldMkLst>
          <pc:docMk/>
          <pc:sldMk cId="3187776213" sldId="282"/>
        </pc:sldMkLst>
        <pc:spChg chg="mod">
          <ac:chgData name="Leônidas Müller de Oliveira" userId="5af9566427f0cd7a" providerId="LiveId" clId="{A80AA9EE-3710-4EE1-8CCF-9C58DF61A99A}" dt="2025-05-22T18:22:27.432" v="1690" actId="20577"/>
          <ac:spMkLst>
            <pc:docMk/>
            <pc:sldMk cId="3187776213" sldId="282"/>
            <ac:spMk id="7" creationId="{FD65234F-CE76-4586-9D67-44EDBAE0C0F0}"/>
          </ac:spMkLst>
        </pc:spChg>
        <pc:spChg chg="del">
          <ac:chgData name="Leônidas Müller de Oliveira" userId="5af9566427f0cd7a" providerId="LiveId" clId="{A80AA9EE-3710-4EE1-8CCF-9C58DF61A99A}" dt="2025-05-18T22:48:41.967" v="73" actId="478"/>
          <ac:spMkLst>
            <pc:docMk/>
            <pc:sldMk cId="3187776213" sldId="282"/>
            <ac:spMk id="8" creationId="{62CAAAAD-2D0D-416A-A598-DBBFD5C0667F}"/>
          </ac:spMkLst>
        </pc:spChg>
        <pc:spChg chg="del">
          <ac:chgData name="Leônidas Müller de Oliveira" userId="5af9566427f0cd7a" providerId="LiveId" clId="{A80AA9EE-3710-4EE1-8CCF-9C58DF61A99A}" dt="2025-05-18T22:48:43.180" v="74" actId="478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A80AA9EE-3710-4EE1-8CCF-9C58DF61A99A}" dt="2025-05-22T18:22:10.065" v="1670" actId="404"/>
          <ac:spMkLst>
            <pc:docMk/>
            <pc:sldMk cId="3187776213" sldId="282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8:23:47.640" v="1708" actId="5793"/>
          <ac:spMkLst>
            <pc:docMk/>
            <pc:sldMk cId="3187776213" sldId="282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2T15:02:42.096" v="470" actId="6549"/>
        <pc:sldMkLst>
          <pc:docMk/>
          <pc:sldMk cId="3283063515" sldId="283"/>
        </pc:sldMkLst>
        <pc:spChg chg="mod">
          <ac:chgData name="Leônidas Müller de Oliveira" userId="5af9566427f0cd7a" providerId="LiveId" clId="{A80AA9EE-3710-4EE1-8CCF-9C58DF61A99A}" dt="2025-05-22T15:01:26.532" v="319" actId="20577"/>
          <ac:spMkLst>
            <pc:docMk/>
            <pc:sldMk cId="3283063515" sldId="283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5:01:57.037" v="403" actId="20577"/>
          <ac:spMkLst>
            <pc:docMk/>
            <pc:sldMk cId="3283063515" sldId="283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5:02:42.096" v="470" actId="6549"/>
          <ac:spMkLst>
            <pc:docMk/>
            <pc:sldMk cId="3283063515" sldId="283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3T13:57:32.529" v="2830" actId="20577"/>
        <pc:sldMkLst>
          <pc:docMk/>
          <pc:sldMk cId="1223144774" sldId="284"/>
        </pc:sldMkLst>
        <pc:spChg chg="mod">
          <ac:chgData name="Leônidas Müller de Oliveira" userId="5af9566427f0cd7a" providerId="LiveId" clId="{A80AA9EE-3710-4EE1-8CCF-9C58DF61A99A}" dt="2025-05-22T15:02:54.999" v="473" actId="6549"/>
          <ac:spMkLst>
            <pc:docMk/>
            <pc:sldMk cId="1223144774" sldId="284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5:03:06.213" v="511" actId="20577"/>
          <ac:spMkLst>
            <pc:docMk/>
            <pc:sldMk cId="1223144774" sldId="284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3T13:57:32.529" v="2830" actId="20577"/>
          <ac:spMkLst>
            <pc:docMk/>
            <pc:sldMk cId="1223144774" sldId="284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2T17:27:56.790" v="1180" actId="20577"/>
        <pc:sldMkLst>
          <pc:docMk/>
          <pc:sldMk cId="3454911189" sldId="285"/>
        </pc:sldMkLst>
        <pc:spChg chg="mod">
          <ac:chgData name="Leônidas Müller de Oliveira" userId="5af9566427f0cd7a" providerId="LiveId" clId="{A80AA9EE-3710-4EE1-8CCF-9C58DF61A99A}" dt="2025-05-22T16:57:15.189" v="783" actId="6549"/>
          <ac:spMkLst>
            <pc:docMk/>
            <pc:sldMk cId="3454911189" sldId="285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6:57:39.225" v="785" actId="313"/>
          <ac:spMkLst>
            <pc:docMk/>
            <pc:sldMk cId="3454911189" sldId="285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27:56.790" v="1180" actId="20577"/>
          <ac:spMkLst>
            <pc:docMk/>
            <pc:sldMk cId="3454911189" sldId="285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2T17:34:34.275" v="1414" actId="20577"/>
        <pc:sldMkLst>
          <pc:docMk/>
          <pc:sldMk cId="858716699" sldId="286"/>
        </pc:sldMkLst>
        <pc:spChg chg="mod">
          <ac:chgData name="Leônidas Müller de Oliveira" userId="5af9566427f0cd7a" providerId="LiveId" clId="{A80AA9EE-3710-4EE1-8CCF-9C58DF61A99A}" dt="2025-05-22T17:18:11.115" v="804" actId="6549"/>
          <ac:spMkLst>
            <pc:docMk/>
            <pc:sldMk cId="858716699" sldId="286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30:57.713" v="1258" actId="6549"/>
          <ac:spMkLst>
            <pc:docMk/>
            <pc:sldMk cId="858716699" sldId="286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34:34.275" v="1414" actId="20577"/>
          <ac:spMkLst>
            <pc:docMk/>
            <pc:sldMk cId="858716699" sldId="286"/>
            <ac:spMk id="143" creationId="{00000000-0000-0000-0000-000000000000}"/>
          </ac:spMkLst>
        </pc:spChg>
      </pc:sldChg>
      <pc:sldChg chg="modSp add del mod">
        <pc:chgData name="Leônidas Müller de Oliveira" userId="5af9566427f0cd7a" providerId="LiveId" clId="{A80AA9EE-3710-4EE1-8CCF-9C58DF61A99A}" dt="2025-05-22T17:27:59.849" v="1181" actId="47"/>
        <pc:sldMkLst>
          <pc:docMk/>
          <pc:sldMk cId="768941103" sldId="287"/>
        </pc:sldMkLst>
        <pc:spChg chg="mod">
          <ac:chgData name="Leônidas Müller de Oliveira" userId="5af9566427f0cd7a" providerId="LiveId" clId="{A80AA9EE-3710-4EE1-8CCF-9C58DF61A99A}" dt="2025-05-22T17:20:55.011" v="876" actId="6549"/>
          <ac:spMkLst>
            <pc:docMk/>
            <pc:sldMk cId="768941103" sldId="287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2T17:43:01.303" v="1643" actId="313"/>
        <pc:sldMkLst>
          <pc:docMk/>
          <pc:sldMk cId="2449695710" sldId="288"/>
        </pc:sldMkLst>
        <pc:spChg chg="mod">
          <ac:chgData name="Leônidas Müller de Oliveira" userId="5af9566427f0cd7a" providerId="LiveId" clId="{A80AA9EE-3710-4EE1-8CCF-9C58DF61A99A}" dt="2025-05-22T17:18:21.968" v="813" actId="6549"/>
          <ac:spMkLst>
            <pc:docMk/>
            <pc:sldMk cId="2449695710" sldId="288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38:57.083" v="1446" actId="20577"/>
          <ac:spMkLst>
            <pc:docMk/>
            <pc:sldMk cId="2449695710" sldId="288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43:01.303" v="1643" actId="313"/>
          <ac:spMkLst>
            <pc:docMk/>
            <pc:sldMk cId="2449695710" sldId="288"/>
            <ac:spMk id="143" creationId="{00000000-0000-0000-0000-000000000000}"/>
          </ac:spMkLst>
        </pc:spChg>
      </pc:sldChg>
      <pc:sldChg chg="modSp add mod ord">
        <pc:chgData name="Leônidas Müller de Oliveira" userId="5af9566427f0cd7a" providerId="LiveId" clId="{A80AA9EE-3710-4EE1-8CCF-9C58DF61A99A}" dt="2025-05-23T13:25:19.006" v="2582" actId="5793"/>
        <pc:sldMkLst>
          <pc:docMk/>
          <pc:sldMk cId="3380683963" sldId="289"/>
        </pc:sldMkLst>
        <pc:spChg chg="mod">
          <ac:chgData name="Leônidas Müller de Oliveira" userId="5af9566427f0cd7a" providerId="LiveId" clId="{A80AA9EE-3710-4EE1-8CCF-9C58DF61A99A}" dt="2025-05-23T13:25:19.006" v="2582" actId="5793"/>
          <ac:spMkLst>
            <pc:docMk/>
            <pc:sldMk cId="3380683963" sldId="289"/>
            <ac:spMk id="143" creationId="{00000000-0000-0000-0000-000000000000}"/>
          </ac:spMkLst>
        </pc:spChg>
      </pc:sldChg>
      <pc:sldChg chg="add del">
        <pc:chgData name="Leônidas Müller de Oliveira" userId="5af9566427f0cd7a" providerId="LiveId" clId="{A80AA9EE-3710-4EE1-8CCF-9C58DF61A99A}" dt="2025-05-22T19:10:46.782" v="2154" actId="47"/>
        <pc:sldMkLst>
          <pc:docMk/>
          <pc:sldMk cId="2666968473" sldId="290"/>
        </pc:sldMkLst>
      </pc:sldChg>
      <pc:sldChg chg="modSp add mod ord">
        <pc:chgData name="Leônidas Müller de Oliveira" userId="5af9566427f0cd7a" providerId="LiveId" clId="{A80AA9EE-3710-4EE1-8CCF-9C58DF61A99A}" dt="2025-05-22T19:11:41.512" v="2260" actId="20577"/>
        <pc:sldMkLst>
          <pc:docMk/>
          <pc:sldMk cId="1162287814" sldId="291"/>
        </pc:sldMkLst>
        <pc:spChg chg="mod">
          <ac:chgData name="Leônidas Müller de Oliveira" userId="5af9566427f0cd7a" providerId="LiveId" clId="{A80AA9EE-3710-4EE1-8CCF-9C58DF61A99A}" dt="2025-05-22T19:10:57.569" v="2184" actId="20577"/>
          <ac:spMkLst>
            <pc:docMk/>
            <pc:sldMk cId="1162287814" sldId="291"/>
            <ac:spMk id="2" creationId="{9D0A2DFE-1C84-0760-9A85-57738A763B74}"/>
          </ac:spMkLst>
        </pc:spChg>
        <pc:spChg chg="mod">
          <ac:chgData name="Leônidas Müller de Oliveira" userId="5af9566427f0cd7a" providerId="LiveId" clId="{A80AA9EE-3710-4EE1-8CCF-9C58DF61A99A}" dt="2025-05-22T19:11:41.512" v="2260" actId="20577"/>
          <ac:spMkLst>
            <pc:docMk/>
            <pc:sldMk cId="1162287814" sldId="291"/>
            <ac:spMk id="143" creationId="{00000000-0000-0000-0000-000000000000}"/>
          </ac:spMkLst>
        </pc:spChg>
      </pc:sldChg>
      <pc:sldChg chg="delSp modSp add mod">
        <pc:chgData name="Leônidas Müller de Oliveira" userId="5af9566427f0cd7a" providerId="LiveId" clId="{A80AA9EE-3710-4EE1-8CCF-9C58DF61A99A}" dt="2025-05-22T19:54:03.330" v="2546" actId="6549"/>
        <pc:sldMkLst>
          <pc:docMk/>
          <pc:sldMk cId="4250600602" sldId="292"/>
        </pc:sldMkLst>
        <pc:spChg chg="del">
          <ac:chgData name="Leônidas Müller de Oliveira" userId="5af9566427f0cd7a" providerId="LiveId" clId="{A80AA9EE-3710-4EE1-8CCF-9C58DF61A99A}" dt="2025-05-22T19:51:50.117" v="2380" actId="478"/>
          <ac:spMkLst>
            <pc:docMk/>
            <pc:sldMk cId="4250600602" sldId="292"/>
            <ac:spMk id="7" creationId="{FD65234F-CE76-4586-9D67-44EDBAE0C0F0}"/>
          </ac:spMkLst>
        </pc:spChg>
        <pc:spChg chg="mod">
          <ac:chgData name="Leônidas Müller de Oliveira" userId="5af9566427f0cd7a" providerId="LiveId" clId="{A80AA9EE-3710-4EE1-8CCF-9C58DF61A99A}" dt="2025-05-22T19:52:14.229" v="2396" actId="14100"/>
          <ac:spMkLst>
            <pc:docMk/>
            <pc:sldMk cId="4250600602" sldId="292"/>
            <ac:spMk id="140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9:46:04.534" v="2376" actId="20577"/>
          <ac:spMkLst>
            <pc:docMk/>
            <pc:sldMk cId="4250600602" sldId="292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9:54:03.330" v="2546" actId="6549"/>
          <ac:spMkLst>
            <pc:docMk/>
            <pc:sldMk cId="4250600602" sldId="292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3T13:27:44.475" v="2786" actId="20577"/>
        <pc:sldMkLst>
          <pc:docMk/>
          <pc:sldMk cId="630394464" sldId="293"/>
        </pc:sldMkLst>
        <pc:spChg chg="mod">
          <ac:chgData name="Leônidas Müller de Oliveira" userId="5af9566427f0cd7a" providerId="LiveId" clId="{A80AA9EE-3710-4EE1-8CCF-9C58DF61A99A}" dt="2025-05-23T13:27:44.475" v="2786" actId="20577"/>
          <ac:spMkLst>
            <pc:docMk/>
            <pc:sldMk cId="630394464" sldId="293"/>
            <ac:spMk id="2" creationId="{9D0A2DFE-1C84-0760-9A85-57738A763B74}"/>
          </ac:spMkLst>
        </pc:spChg>
        <pc:spChg chg="mod">
          <ac:chgData name="Leônidas Müller de Oliveira" userId="5af9566427f0cd7a" providerId="LiveId" clId="{A80AA9EE-3710-4EE1-8CCF-9C58DF61A99A}" dt="2025-05-23T13:27:34.053" v="2763" actId="20577"/>
          <ac:spMkLst>
            <pc:docMk/>
            <pc:sldMk cId="630394464" sldId="293"/>
            <ac:spMk id="143" creationId="{00000000-0000-0000-0000-000000000000}"/>
          </ac:spMkLst>
        </pc:spChg>
      </pc:sldChg>
    </pc:docChg>
  </pc:docChgLst>
  <pc:docChgLst>
    <pc:chgData name="Leônidas Müller de Oliveira" userId="5af9566427f0cd7a" providerId="LiveId" clId="{9E488363-6EA8-4366-ABDC-C6012E38EB9B}"/>
    <pc:docChg chg="undo custSel addSld delSld modSld">
      <pc:chgData name="Leônidas Müller de Oliveira" userId="5af9566427f0cd7a" providerId="LiveId" clId="{9E488363-6EA8-4366-ABDC-C6012E38EB9B}" dt="2025-05-30T22:02:09.176" v="32" actId="2696"/>
      <pc:docMkLst>
        <pc:docMk/>
      </pc:docMkLst>
      <pc:sldChg chg="addSp delSp modSp add del mod setBg">
        <pc:chgData name="Leônidas Müller de Oliveira" userId="5af9566427f0cd7a" providerId="LiveId" clId="{9E488363-6EA8-4366-ABDC-C6012E38EB9B}" dt="2025-05-30T22:02:09.176" v="32" actId="2696"/>
        <pc:sldMkLst>
          <pc:docMk/>
          <pc:sldMk cId="3184825286" sldId="321"/>
        </pc:sldMkLst>
        <pc:spChg chg="del">
          <ac:chgData name="Leônidas Müller de Oliveira" userId="5af9566427f0cd7a" providerId="LiveId" clId="{9E488363-6EA8-4366-ABDC-C6012E38EB9B}" dt="2025-05-30T19:17:53.610" v="1" actId="478"/>
          <ac:spMkLst>
            <pc:docMk/>
            <pc:sldMk cId="3184825286" sldId="321"/>
            <ac:spMk id="337" creationId="{00000000-0000-0000-0000-000000000000}"/>
          </ac:spMkLst>
        </pc:spChg>
        <pc:grpChg chg="del mod">
          <ac:chgData name="Leônidas Müller de Oliveira" userId="5af9566427f0cd7a" providerId="LiveId" clId="{9E488363-6EA8-4366-ABDC-C6012E38EB9B}" dt="2025-05-30T19:19:54.490" v="19"/>
          <ac:grpSpMkLst>
            <pc:docMk/>
            <pc:sldMk cId="3184825286" sldId="321"/>
            <ac:grpSpMk id="13" creationId="{AE8D3AF5-1237-9CD3-C6A2-80D4C23AE337}"/>
          </ac:grpSpMkLst>
        </pc:grpChg>
        <pc:grpChg chg="mod">
          <ac:chgData name="Leônidas Müller de Oliveira" userId="5af9566427f0cd7a" providerId="LiveId" clId="{9E488363-6EA8-4366-ABDC-C6012E38EB9B}" dt="2025-05-30T19:19:54.490" v="19"/>
          <ac:grpSpMkLst>
            <pc:docMk/>
            <pc:sldMk cId="3184825286" sldId="321"/>
            <ac:grpSpMk id="15" creationId="{E0EDC9AB-8FFB-0BD4-9FF9-7C282EE3B0D6}"/>
          </ac:grpSpMkLst>
        </pc:grpChg>
        <pc:grpChg chg="mod">
          <ac:chgData name="Leônidas Müller de Oliveira" userId="5af9566427f0cd7a" providerId="LiveId" clId="{9E488363-6EA8-4366-ABDC-C6012E38EB9B}" dt="2025-05-30T19:20:20.913" v="24"/>
          <ac:grpSpMkLst>
            <pc:docMk/>
            <pc:sldMk cId="3184825286" sldId="321"/>
            <ac:grpSpMk id="20" creationId="{7E56A6F2-F991-5BF5-E033-AF5134C4E3CD}"/>
          </ac:grpSpMkLst>
        </pc:grpChg>
        <pc:grpChg chg="mod">
          <ac:chgData name="Leônidas Müller de Oliveira" userId="5af9566427f0cd7a" providerId="LiveId" clId="{9E488363-6EA8-4366-ABDC-C6012E38EB9B}" dt="2025-05-30T19:20:34.075" v="31"/>
          <ac:grpSpMkLst>
            <pc:docMk/>
            <pc:sldMk cId="3184825286" sldId="321"/>
            <ac:grpSpMk id="27" creationId="{F481F1BD-ED4B-3887-18E2-1448EE395108}"/>
          </ac:grpSpMkLst>
        </pc:grpChg>
        <pc:picChg chg="add mod">
          <ac:chgData name="Leônidas Müller de Oliveira" userId="5af9566427f0cd7a" providerId="LiveId" clId="{9E488363-6EA8-4366-ABDC-C6012E38EB9B}" dt="2025-05-30T19:18:39.780" v="6" actId="1076"/>
          <ac:picMkLst>
            <pc:docMk/>
            <pc:sldMk cId="3184825286" sldId="321"/>
            <ac:picMk id="3" creationId="{2C7599F6-0B7F-BCF2-C9B9-4E6CF9581B72}"/>
          </ac:picMkLst>
        </pc:picChg>
        <pc:inkChg chg="add">
          <ac:chgData name="Leônidas Müller de Oliveira" userId="5af9566427f0cd7a" providerId="LiveId" clId="{9E488363-6EA8-4366-ABDC-C6012E38EB9B}" dt="2025-05-30T19:18:49.233" v="7" actId="9405"/>
          <ac:inkMkLst>
            <pc:docMk/>
            <pc:sldMk cId="3184825286" sldId="321"/>
            <ac:inkMk id="4" creationId="{92BD85E8-75E1-2CFE-73AC-B68AB63A6AA7}"/>
          </ac:inkMkLst>
        </pc:inkChg>
        <pc:inkChg chg="add">
          <ac:chgData name="Leônidas Müller de Oliveira" userId="5af9566427f0cd7a" providerId="LiveId" clId="{9E488363-6EA8-4366-ABDC-C6012E38EB9B}" dt="2025-05-30T19:18:59.356" v="8" actId="9405"/>
          <ac:inkMkLst>
            <pc:docMk/>
            <pc:sldMk cId="3184825286" sldId="321"/>
            <ac:inkMk id="5" creationId="{14F44E26-38F8-6175-2CCE-1C9237EF8898}"/>
          </ac:inkMkLst>
        </pc:inkChg>
        <pc:inkChg chg="add del">
          <ac:chgData name="Leônidas Müller de Oliveira" userId="5af9566427f0cd7a" providerId="LiveId" clId="{9E488363-6EA8-4366-ABDC-C6012E38EB9B}" dt="2025-05-30T19:19:12.681" v="10" actId="9405"/>
          <ac:inkMkLst>
            <pc:docMk/>
            <pc:sldMk cId="3184825286" sldId="321"/>
            <ac:inkMk id="6" creationId="{8862C167-EF2C-22C3-F4AE-BEB3C3B09407}"/>
          </ac:inkMkLst>
        </pc:inkChg>
        <pc:inkChg chg="add">
          <ac:chgData name="Leônidas Müller de Oliveira" userId="5af9566427f0cd7a" providerId="LiveId" clId="{9E488363-6EA8-4366-ABDC-C6012E38EB9B}" dt="2025-05-30T19:19:19.328" v="11" actId="9405"/>
          <ac:inkMkLst>
            <pc:docMk/>
            <pc:sldMk cId="3184825286" sldId="321"/>
            <ac:inkMk id="7" creationId="{12DE8F5A-CBA0-D4C7-564E-D87A54FE7074}"/>
          </ac:inkMkLst>
        </pc:inkChg>
        <pc:inkChg chg="add mod">
          <ac:chgData name="Leônidas Müller de Oliveira" userId="5af9566427f0cd7a" providerId="LiveId" clId="{9E488363-6EA8-4366-ABDC-C6012E38EB9B}" dt="2025-05-30T19:19:54.490" v="19"/>
          <ac:inkMkLst>
            <pc:docMk/>
            <pc:sldMk cId="3184825286" sldId="321"/>
            <ac:inkMk id="8" creationId="{C456713A-5510-E967-1EF3-401B5C16506C}"/>
          </ac:inkMkLst>
        </pc:inkChg>
        <pc:inkChg chg="add mod">
          <ac:chgData name="Leônidas Müller de Oliveira" userId="5af9566427f0cd7a" providerId="LiveId" clId="{9E488363-6EA8-4366-ABDC-C6012E38EB9B}" dt="2025-05-30T19:19:54.490" v="19"/>
          <ac:inkMkLst>
            <pc:docMk/>
            <pc:sldMk cId="3184825286" sldId="321"/>
            <ac:inkMk id="9" creationId="{DA707310-A964-8D31-D892-0D6C72D0D90C}"/>
          </ac:inkMkLst>
        </pc:inkChg>
        <pc:inkChg chg="add mod">
          <ac:chgData name="Leônidas Müller de Oliveira" userId="5af9566427f0cd7a" providerId="LiveId" clId="{9E488363-6EA8-4366-ABDC-C6012E38EB9B}" dt="2025-05-30T19:19:54.490" v="19"/>
          <ac:inkMkLst>
            <pc:docMk/>
            <pc:sldMk cId="3184825286" sldId="321"/>
            <ac:inkMk id="10" creationId="{2FE96B03-52CE-E713-DC94-93C6841B2A99}"/>
          </ac:inkMkLst>
        </pc:inkChg>
        <pc:inkChg chg="add mod">
          <ac:chgData name="Leônidas Müller de Oliveira" userId="5af9566427f0cd7a" providerId="LiveId" clId="{9E488363-6EA8-4366-ABDC-C6012E38EB9B}" dt="2025-05-30T19:19:54.490" v="19"/>
          <ac:inkMkLst>
            <pc:docMk/>
            <pc:sldMk cId="3184825286" sldId="321"/>
            <ac:inkMk id="11" creationId="{94F04FAC-0B74-8DEE-406F-56ED7A25B843}"/>
          </ac:inkMkLst>
        </pc:inkChg>
        <pc:inkChg chg="add mod">
          <ac:chgData name="Leônidas Müller de Oliveira" userId="5af9566427f0cd7a" providerId="LiveId" clId="{9E488363-6EA8-4366-ABDC-C6012E38EB9B}" dt="2025-05-30T19:19:54.490" v="19"/>
          <ac:inkMkLst>
            <pc:docMk/>
            <pc:sldMk cId="3184825286" sldId="321"/>
            <ac:inkMk id="12" creationId="{4CFE43C4-315A-816A-E4BA-D44DF87B9F79}"/>
          </ac:inkMkLst>
        </pc:inkChg>
        <pc:inkChg chg="add mod">
          <ac:chgData name="Leônidas Müller de Oliveira" userId="5af9566427f0cd7a" providerId="LiveId" clId="{9E488363-6EA8-4366-ABDC-C6012E38EB9B}" dt="2025-05-30T19:19:54.490" v="19"/>
          <ac:inkMkLst>
            <pc:docMk/>
            <pc:sldMk cId="3184825286" sldId="321"/>
            <ac:inkMk id="14" creationId="{E3456E1F-5BAD-314A-F242-6E2E13107DB5}"/>
          </ac:inkMkLst>
        </pc:inkChg>
        <pc:inkChg chg="add mod">
          <ac:chgData name="Leônidas Müller de Oliveira" userId="5af9566427f0cd7a" providerId="LiveId" clId="{9E488363-6EA8-4366-ABDC-C6012E38EB9B}" dt="2025-05-30T19:20:20.913" v="24"/>
          <ac:inkMkLst>
            <pc:docMk/>
            <pc:sldMk cId="3184825286" sldId="321"/>
            <ac:inkMk id="16" creationId="{AFEF04CB-E223-BE0C-BC41-DF22E4750956}"/>
          </ac:inkMkLst>
        </pc:inkChg>
        <pc:inkChg chg="add mod">
          <ac:chgData name="Leônidas Müller de Oliveira" userId="5af9566427f0cd7a" providerId="LiveId" clId="{9E488363-6EA8-4366-ABDC-C6012E38EB9B}" dt="2025-05-30T19:20:20.913" v="24"/>
          <ac:inkMkLst>
            <pc:docMk/>
            <pc:sldMk cId="3184825286" sldId="321"/>
            <ac:inkMk id="17" creationId="{04DDF183-F825-BAE4-DCEB-EF278D81FE30}"/>
          </ac:inkMkLst>
        </pc:inkChg>
        <pc:inkChg chg="add mod">
          <ac:chgData name="Leônidas Müller de Oliveira" userId="5af9566427f0cd7a" providerId="LiveId" clId="{9E488363-6EA8-4366-ABDC-C6012E38EB9B}" dt="2025-05-30T19:20:20.913" v="24"/>
          <ac:inkMkLst>
            <pc:docMk/>
            <pc:sldMk cId="3184825286" sldId="321"/>
            <ac:inkMk id="18" creationId="{1A5D3A35-F169-A9CD-13A1-75E936FCE29E}"/>
          </ac:inkMkLst>
        </pc:inkChg>
        <pc:inkChg chg="add mod">
          <ac:chgData name="Leônidas Müller de Oliveira" userId="5af9566427f0cd7a" providerId="LiveId" clId="{9E488363-6EA8-4366-ABDC-C6012E38EB9B}" dt="2025-05-30T19:20:20.913" v="24"/>
          <ac:inkMkLst>
            <pc:docMk/>
            <pc:sldMk cId="3184825286" sldId="321"/>
            <ac:inkMk id="19" creationId="{98A4B465-FFFA-131F-8F17-397FE56D301D}"/>
          </ac:inkMkLst>
        </pc:inkChg>
        <pc:inkChg chg="add mod">
          <ac:chgData name="Leônidas Müller de Oliveira" userId="5af9566427f0cd7a" providerId="LiveId" clId="{9E488363-6EA8-4366-ABDC-C6012E38EB9B}" dt="2025-05-30T19:20:34.075" v="31"/>
          <ac:inkMkLst>
            <pc:docMk/>
            <pc:sldMk cId="3184825286" sldId="321"/>
            <ac:inkMk id="21" creationId="{F76F0ADB-E40D-24DA-7A09-DEC718FFA640}"/>
          </ac:inkMkLst>
        </pc:inkChg>
        <pc:inkChg chg="add mod">
          <ac:chgData name="Leônidas Müller de Oliveira" userId="5af9566427f0cd7a" providerId="LiveId" clId="{9E488363-6EA8-4366-ABDC-C6012E38EB9B}" dt="2025-05-30T19:20:34.075" v="31"/>
          <ac:inkMkLst>
            <pc:docMk/>
            <pc:sldMk cId="3184825286" sldId="321"/>
            <ac:inkMk id="22" creationId="{F487EDA0-FDD1-EA2D-A96D-3E2A15AEBE33}"/>
          </ac:inkMkLst>
        </pc:inkChg>
        <pc:inkChg chg="add mod">
          <ac:chgData name="Leônidas Müller de Oliveira" userId="5af9566427f0cd7a" providerId="LiveId" clId="{9E488363-6EA8-4366-ABDC-C6012E38EB9B}" dt="2025-05-30T19:20:34.075" v="31"/>
          <ac:inkMkLst>
            <pc:docMk/>
            <pc:sldMk cId="3184825286" sldId="321"/>
            <ac:inkMk id="23" creationId="{7B0F54A7-C6DA-9A71-C0A5-5844222FB722}"/>
          </ac:inkMkLst>
        </pc:inkChg>
        <pc:inkChg chg="add mod">
          <ac:chgData name="Leônidas Müller de Oliveira" userId="5af9566427f0cd7a" providerId="LiveId" clId="{9E488363-6EA8-4366-ABDC-C6012E38EB9B}" dt="2025-05-30T19:20:34.075" v="31"/>
          <ac:inkMkLst>
            <pc:docMk/>
            <pc:sldMk cId="3184825286" sldId="321"/>
            <ac:inkMk id="24" creationId="{E679004C-1E82-9618-A9E6-C1583FCDEEEA}"/>
          </ac:inkMkLst>
        </pc:inkChg>
        <pc:inkChg chg="add mod">
          <ac:chgData name="Leônidas Müller de Oliveira" userId="5af9566427f0cd7a" providerId="LiveId" clId="{9E488363-6EA8-4366-ABDC-C6012E38EB9B}" dt="2025-05-30T19:20:34.075" v="31"/>
          <ac:inkMkLst>
            <pc:docMk/>
            <pc:sldMk cId="3184825286" sldId="321"/>
            <ac:inkMk id="25" creationId="{7AEE02B3-28D8-4798-14F3-E5D465EF8C63}"/>
          </ac:inkMkLst>
        </pc:inkChg>
        <pc:inkChg chg="add mod">
          <ac:chgData name="Leônidas Müller de Oliveira" userId="5af9566427f0cd7a" providerId="LiveId" clId="{9E488363-6EA8-4366-ABDC-C6012E38EB9B}" dt="2025-05-30T19:20:34.075" v="31"/>
          <ac:inkMkLst>
            <pc:docMk/>
            <pc:sldMk cId="3184825286" sldId="321"/>
            <ac:inkMk id="26" creationId="{C41EA138-B394-DEA2-29C4-F073129BF9FF}"/>
          </ac:inkMkLst>
        </pc:inkChg>
      </pc:sldChg>
    </pc:docChg>
  </pc:docChgLst>
  <pc:docChgLst>
    <pc:chgData name="Leônidas Müller de Oliveira" userId="5af9566427f0cd7a" providerId="LiveId" clId="{9019649D-9316-4696-B8B1-7A6B341347C0}"/>
    <pc:docChg chg="undo custSel addSld delSld modSld">
      <pc:chgData name="Leônidas Müller de Oliveira" userId="5af9566427f0cd7a" providerId="LiveId" clId="{9019649D-9316-4696-B8B1-7A6B341347C0}" dt="2021-01-24T01:17:13.452" v="4386" actId="20577"/>
      <pc:docMkLst>
        <pc:docMk/>
      </pc:docMkLst>
      <pc:sldChg chg="modSp mod">
        <pc:chgData name="Leônidas Müller de Oliveira" userId="5af9566427f0cd7a" providerId="LiveId" clId="{9019649D-9316-4696-B8B1-7A6B341347C0}" dt="2021-01-15T16:08:29.159" v="42" actId="20577"/>
        <pc:sldMkLst>
          <pc:docMk/>
          <pc:sldMk cId="0" sldId="257"/>
        </pc:sldMkLst>
        <pc:spChg chg="mod">
          <ac:chgData name="Leônidas Müller de Oliveira" userId="5af9566427f0cd7a" providerId="LiveId" clId="{9019649D-9316-4696-B8B1-7A6B341347C0}" dt="2021-01-15T16:08:29.159" v="42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0:25.821" v="4306" actId="1076"/>
        <pc:sldMkLst>
          <pc:docMk/>
          <pc:sldMk cId="0" sldId="262"/>
        </pc:sldMkLst>
        <pc:spChg chg="mod">
          <ac:chgData name="Leônidas Müller de Oliveira" userId="5af9566427f0cd7a" providerId="LiveId" clId="{9019649D-9316-4696-B8B1-7A6B341347C0}" dt="2021-01-16T00:20:17.434" v="4303" actId="1076"/>
          <ac:spMkLst>
            <pc:docMk/>
            <pc:sldMk cId="0" sldId="262"/>
            <ac:spMk id="140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5.821" v="4306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2.912" v="4305" actId="1076"/>
          <ac:spMkLst>
            <pc:docMk/>
            <pc:sldMk cId="0" sldId="262"/>
            <ac:spMk id="142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25:11.550" v="1379" actId="14100"/>
        <pc:sldMkLst>
          <pc:docMk/>
          <pc:sldMk cId="0" sldId="263"/>
        </pc:sldMkLst>
        <pc:spChg chg="mod">
          <ac:chgData name="Leônidas Müller de Oliveira" userId="5af9566427f0cd7a" providerId="LiveId" clId="{9019649D-9316-4696-B8B1-7A6B341347C0}" dt="2021-01-15T16:15:13.162" v="325" actId="20577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5:11.550" v="1379" actId="14100"/>
          <ac:spMkLst>
            <pc:docMk/>
            <pc:sldMk cId="0" sldId="263"/>
            <ac:spMk id="150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0:12.667" v="175" actId="20577"/>
        <pc:sldMkLst>
          <pc:docMk/>
          <pc:sldMk cId="0" sldId="264"/>
        </pc:sldMkLst>
        <pc:spChg chg="mod">
          <ac:chgData name="Leônidas Müller de Oliveira" userId="5af9566427f0cd7a" providerId="LiveId" clId="{9019649D-9316-4696-B8B1-7A6B341347C0}" dt="2021-01-15T16:08:36.948" v="48" actId="20577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0:12.667" v="175" actId="20577"/>
          <ac:spMkLst>
            <pc:docMk/>
            <pc:sldMk cId="0" sldId="264"/>
            <ac:spMk id="158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5T16:49:05.707" v="1445"/>
        <pc:sldMkLst>
          <pc:docMk/>
          <pc:sldMk cId="0" sldId="266"/>
        </pc:sldMkLst>
        <pc:spChg chg="mod">
          <ac:chgData name="Leônidas Müller de Oliveira" userId="5af9566427f0cd7a" providerId="LiveId" clId="{9019649D-9316-4696-B8B1-7A6B341347C0}" dt="2021-01-15T16:48:43.600" v="1426" actId="1076"/>
          <ac:spMkLst>
            <pc:docMk/>
            <pc:sldMk cId="0" sldId="266"/>
            <ac:spMk id="17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42:36.268" v="1413" actId="478"/>
          <ac:picMkLst>
            <pc:docMk/>
            <pc:sldMk cId="0" sldId="266"/>
            <ac:picMk id="3" creationId="{D49D602C-14D4-4255-96F6-879127A2D5F7}"/>
          </ac:picMkLst>
        </pc:picChg>
        <pc:picChg chg="add mod ord modCrop">
          <ac:chgData name="Leônidas Müller de Oliveira" userId="5af9566427f0cd7a" providerId="LiveId" clId="{9019649D-9316-4696-B8B1-7A6B341347C0}" dt="2021-01-15T16:49:05.707" v="1445"/>
          <ac:picMkLst>
            <pc:docMk/>
            <pc:sldMk cId="0" sldId="266"/>
            <ac:picMk id="4" creationId="{03E2685C-B3D9-4AC2-A687-440EA3EE13E0}"/>
          </ac:picMkLst>
        </pc:picChg>
      </pc:sldChg>
      <pc:sldChg chg="delSp modSp mod">
        <pc:chgData name="Leônidas Müller de Oliveira" userId="5af9566427f0cd7a" providerId="LiveId" clId="{9019649D-9316-4696-B8B1-7A6B341347C0}" dt="2021-01-15T16:26:35.798" v="1384" actId="1076"/>
        <pc:sldMkLst>
          <pc:docMk/>
          <pc:sldMk cId="0" sldId="267"/>
        </pc:sldMkLst>
        <pc:spChg chg="mod">
          <ac:chgData name="Leônidas Müller de Oliveira" userId="5af9566427f0cd7a" providerId="LiveId" clId="{9019649D-9316-4696-B8B1-7A6B341347C0}" dt="2021-01-15T16:21:48.674" v="1064" actId="313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6:35.798" v="1384" actId="1076"/>
          <ac:spMkLst>
            <pc:docMk/>
            <pc:sldMk cId="0" sldId="267"/>
            <ac:spMk id="18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20:00.862" v="1062" actId="478"/>
          <ac:picMkLst>
            <pc:docMk/>
            <pc:sldMk cId="0" sldId="267"/>
            <ac:picMk id="3" creationId="{A3581759-E91F-498F-8593-5AB5BE2A7D7F}"/>
          </ac:picMkLst>
        </pc:picChg>
        <pc:picChg chg="del">
          <ac:chgData name="Leônidas Müller de Oliveira" userId="5af9566427f0cd7a" providerId="LiveId" clId="{9019649D-9316-4696-B8B1-7A6B341347C0}" dt="2021-01-15T16:20:00.439" v="1061" actId="478"/>
          <ac:picMkLst>
            <pc:docMk/>
            <pc:sldMk cId="0" sldId="267"/>
            <ac:picMk id="5" creationId="{BCAE28CB-178C-4B12-AD6E-43FE3D206AB9}"/>
          </ac:picMkLst>
        </pc:picChg>
      </pc:sldChg>
      <pc:sldChg chg="del">
        <pc:chgData name="Leônidas Müller de Oliveira" userId="5af9566427f0cd7a" providerId="LiveId" clId="{9019649D-9316-4696-B8B1-7A6B341347C0}" dt="2021-01-15T21:28:40.764" v="3991" actId="47"/>
        <pc:sldMkLst>
          <pc:docMk/>
          <pc:sldMk cId="0" sldId="268"/>
        </pc:sldMkLst>
      </pc:sldChg>
      <pc:sldChg chg="addSp delSp modSp mod">
        <pc:chgData name="Leônidas Müller de Oliveira" userId="5af9566427f0cd7a" providerId="LiveId" clId="{9019649D-9316-4696-B8B1-7A6B341347C0}" dt="2021-01-16T01:02:12.143" v="4364" actId="1076"/>
        <pc:sldMkLst>
          <pc:docMk/>
          <pc:sldMk cId="0" sldId="271"/>
        </pc:sldMkLst>
        <pc:spChg chg="mod">
          <ac:chgData name="Leônidas Müller de Oliveira" userId="5af9566427f0cd7a" providerId="LiveId" clId="{9019649D-9316-4696-B8B1-7A6B341347C0}" dt="2021-01-15T21:35:58.382" v="4291" actId="20577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9019649D-9316-4696-B8B1-7A6B341347C0}" dt="2021-01-16T01:02:12.143" v="4364" actId="1076"/>
          <ac:picMkLst>
            <pc:docMk/>
            <pc:sldMk cId="0" sldId="271"/>
            <ac:picMk id="3" creationId="{89047C8D-79DF-4279-92A0-7ED57F210BDD}"/>
          </ac:picMkLst>
        </pc:picChg>
        <pc:picChg chg="del">
          <ac:chgData name="Leônidas Müller de Oliveira" userId="5af9566427f0cd7a" providerId="LiveId" clId="{9019649D-9316-4696-B8B1-7A6B341347C0}" dt="2021-01-15T21:35:18.358" v="4180" actId="478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019649D-9316-4696-B8B1-7A6B341347C0}" dt="2021-01-16T01:06:23.265" v="4380" actId="20577"/>
        <pc:sldMkLst>
          <pc:docMk/>
          <pc:sldMk cId="0" sldId="272"/>
        </pc:sldMkLst>
        <pc:spChg chg="mod">
          <ac:chgData name="Leônidas Müller de Oliveira" userId="5af9566427f0cd7a" providerId="LiveId" clId="{9019649D-9316-4696-B8B1-7A6B341347C0}" dt="2021-01-16T01:06:23.265" v="4380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21:31:01.363" v="4179" actId="20577"/>
        <pc:sldMkLst>
          <pc:docMk/>
          <pc:sldMk cId="0" sldId="274"/>
        </pc:sldMkLst>
        <pc:spChg chg="mod">
          <ac:chgData name="Leônidas Müller de Oliveira" userId="5af9566427f0cd7a" providerId="LiveId" clId="{9019649D-9316-4696-B8B1-7A6B341347C0}" dt="2021-01-15T21:31:01.363" v="4179" actId="20577"/>
          <ac:spMkLst>
            <pc:docMk/>
            <pc:sldMk cId="0" sldId="274"/>
            <ac:spMk id="251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2:58.598" v="315" actId="12"/>
        <pc:sldMkLst>
          <pc:docMk/>
          <pc:sldMk cId="569711459" sldId="283"/>
        </pc:sldMkLst>
        <pc:spChg chg="mod">
          <ac:chgData name="Leônidas Müller de Oliveira" userId="5af9566427f0cd7a" providerId="LiveId" clId="{9019649D-9316-4696-B8B1-7A6B341347C0}" dt="2021-01-15T16:12:11.791" v="218" actId="14100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2:58.598" v="315" actId="12"/>
          <ac:spMkLst>
            <pc:docMk/>
            <pc:sldMk cId="569711459" sldId="283"/>
            <ac:spMk id="158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2:47.655" v="4311" actId="1076"/>
        <pc:sldMkLst>
          <pc:docMk/>
          <pc:sldMk cId="1437011287" sldId="284"/>
        </pc:sldMkLst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2" creationId="{B5FAAC12-83B7-4468-968E-BD39CFBF23F8}"/>
          </ac:spMkLst>
        </pc:spChg>
        <pc:spChg chg="mod">
          <ac:chgData name="Leônidas Müller de Oliveira" userId="5af9566427f0cd7a" providerId="LiveId" clId="{9019649D-9316-4696-B8B1-7A6B341347C0}" dt="2021-01-16T00:22:47.655" v="4311" actId="1076"/>
          <ac:spMkLst>
            <pc:docMk/>
            <pc:sldMk cId="1437011287" sldId="284"/>
            <ac:spMk id="3" creationId="{5A9CA915-CCB3-442A-9489-70F111D48946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5" creationId="{694E9661-0DA9-4439-A260-5A55C84F518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7" creationId="{A4DD453D-BBF4-4D35-BEA3-93C8AFDFAD2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9" creationId="{C42EB859-19E8-4973-97DF-EF93B5B2D845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0" creationId="{D85E2755-D8D3-49BC-BE27-FFE170CCCC2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50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6T00:02:48.371" v="4302" actId="732"/>
        <pc:sldMkLst>
          <pc:docMk/>
          <pc:sldMk cId="2491790395" sldId="291"/>
        </pc:sldMkLst>
        <pc:picChg chg="del">
          <ac:chgData name="Leônidas Müller de Oliveira" userId="5af9566427f0cd7a" providerId="LiveId" clId="{9019649D-9316-4696-B8B1-7A6B341347C0}" dt="2021-01-16T00:02:31.938" v="4295" actId="478"/>
          <ac:picMkLst>
            <pc:docMk/>
            <pc:sldMk cId="2491790395" sldId="291"/>
            <ac:picMk id="3" creationId="{658F5653-86D8-46D9-A4A1-46BDFF7889AA}"/>
          </ac:picMkLst>
        </pc:picChg>
        <pc:picChg chg="add mod modCrop">
          <ac:chgData name="Leônidas Müller de Oliveira" userId="5af9566427f0cd7a" providerId="LiveId" clId="{9019649D-9316-4696-B8B1-7A6B341347C0}" dt="2021-01-16T00:02:48.371" v="4302" actId="732"/>
          <ac:picMkLst>
            <pc:docMk/>
            <pc:sldMk cId="2491790395" sldId="291"/>
            <ac:picMk id="4" creationId="{72A81FC7-272A-4F5D-884E-4C8B71D21CE8}"/>
          </ac:picMkLst>
        </pc:picChg>
      </pc:sldChg>
      <pc:sldChg chg="addSp delSp modSp mod">
        <pc:chgData name="Leônidas Müller de Oliveira" userId="5af9566427f0cd7a" providerId="LiveId" clId="{9019649D-9316-4696-B8B1-7A6B341347C0}" dt="2021-01-16T00:38:53.669" v="4351" actId="20577"/>
        <pc:sldMkLst>
          <pc:docMk/>
          <pc:sldMk cId="2768986171" sldId="292"/>
        </pc:sldMkLst>
        <pc:spChg chg="add mod">
          <ac:chgData name="Leônidas Müller de Oliveira" userId="5af9566427f0cd7a" providerId="LiveId" clId="{9019649D-9316-4696-B8B1-7A6B341347C0}" dt="2021-01-16T00:38:53.669" v="4351" actId="20577"/>
          <ac:spMkLst>
            <pc:docMk/>
            <pc:sldMk cId="2768986171" sldId="292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16:52:57.548" v="1497" actId="20577"/>
          <ac:spMkLst>
            <pc:docMk/>
            <pc:sldMk cId="2768986171" sldId="292"/>
            <ac:spMk id="149" creationId="{00000000-0000-0000-0000-000000000000}"/>
          </ac:spMkLst>
        </pc:spChg>
        <pc:spChg chg="del mod">
          <ac:chgData name="Leônidas Müller de Oliveira" userId="5af9566427f0cd7a" providerId="LiveId" clId="{9019649D-9316-4696-B8B1-7A6B341347C0}" dt="2021-01-15T16:55:49.787" v="1499" actId="478"/>
          <ac:spMkLst>
            <pc:docMk/>
            <pc:sldMk cId="2768986171" sldId="292"/>
            <ac:spMk id="150" creationId="{00000000-0000-0000-0000-000000000000}"/>
          </ac:spMkLst>
        </pc:spChg>
      </pc:sldChg>
      <pc:sldChg chg="del">
        <pc:chgData name="Leônidas Müller de Oliveira" userId="5af9566427f0cd7a" providerId="LiveId" clId="{9019649D-9316-4696-B8B1-7A6B341347C0}" dt="2021-01-15T20:35:28.025" v="3137" actId="47"/>
        <pc:sldMkLst>
          <pc:docMk/>
          <pc:sldMk cId="641020710" sldId="293"/>
        </pc:sldMkLst>
      </pc:sldChg>
      <pc:sldChg chg="del">
        <pc:chgData name="Leônidas Müller de Oliveira" userId="5af9566427f0cd7a" providerId="LiveId" clId="{9019649D-9316-4696-B8B1-7A6B341347C0}" dt="2021-01-15T20:35:29.103" v="3138" actId="47"/>
        <pc:sldMkLst>
          <pc:docMk/>
          <pc:sldMk cId="2522898300" sldId="294"/>
        </pc:sldMkLst>
      </pc:sldChg>
      <pc:sldChg chg="del">
        <pc:chgData name="Leônidas Müller de Oliveira" userId="5af9566427f0cd7a" providerId="LiveId" clId="{9019649D-9316-4696-B8B1-7A6B341347C0}" dt="2021-01-15T16:31:14.585" v="1385" actId="47"/>
        <pc:sldMkLst>
          <pc:docMk/>
          <pc:sldMk cId="1695839730" sldId="295"/>
        </pc:sldMkLst>
      </pc:sldChg>
      <pc:sldChg chg="del">
        <pc:chgData name="Leônidas Müller de Oliveira" userId="5af9566427f0cd7a" providerId="LiveId" clId="{9019649D-9316-4696-B8B1-7A6B341347C0}" dt="2021-01-15T21:28:42.107" v="3992" actId="47"/>
        <pc:sldMkLst>
          <pc:docMk/>
          <pc:sldMk cId="743515703" sldId="296"/>
        </pc:sldMkLst>
      </pc:sldChg>
      <pc:sldChg chg="modSp mod">
        <pc:chgData name="Leônidas Müller de Oliveira" userId="5af9566427f0cd7a" providerId="LiveId" clId="{9019649D-9316-4696-B8B1-7A6B341347C0}" dt="2021-01-16T00:26:33.767" v="4319" actId="20577"/>
        <pc:sldMkLst>
          <pc:docMk/>
          <pc:sldMk cId="1542352846" sldId="297"/>
        </pc:sldMkLst>
        <pc:spChg chg="mod">
          <ac:chgData name="Leônidas Müller de Oliveira" userId="5af9566427f0cd7a" providerId="LiveId" clId="{9019649D-9316-4696-B8B1-7A6B341347C0}" dt="2021-01-16T00:26:33.767" v="4319" actId="20577"/>
          <ac:spMkLst>
            <pc:docMk/>
            <pc:sldMk cId="1542352846" sldId="297"/>
            <ac:spMk id="249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019649D-9316-4696-B8B1-7A6B341347C0}" dt="2021-01-15T16:40:50.790" v="1405"/>
        <pc:sldMkLst>
          <pc:docMk/>
          <pc:sldMk cId="126974504" sldId="298"/>
        </pc:sldMkLst>
        <pc:spChg chg="add mod">
          <ac:chgData name="Leônidas Müller de Oliveira" userId="5af9566427f0cd7a" providerId="LiveId" clId="{9019649D-9316-4696-B8B1-7A6B341347C0}" dt="2021-01-15T16:40:50.790" v="1405"/>
          <ac:spMkLst>
            <pc:docMk/>
            <pc:sldMk cId="126974504" sldId="298"/>
            <ac:spMk id="5" creationId="{7226F076-0204-4AE0-BF41-ED22F82C1B26}"/>
          </ac:spMkLst>
        </pc:spChg>
        <pc:spChg chg="del">
          <ac:chgData name="Leônidas Müller de Oliveira" userId="5af9566427f0cd7a" providerId="LiveId" clId="{9019649D-9316-4696-B8B1-7A6B341347C0}" dt="2021-01-15T16:40:50.495" v="1404" actId="478"/>
          <ac:spMkLst>
            <pc:docMk/>
            <pc:sldMk cId="126974504" sldId="298"/>
            <ac:spMk id="249" creationId="{00000000-0000-0000-0000-000000000000}"/>
          </ac:spMkLst>
        </pc:spChg>
      </pc:sldChg>
      <pc:sldChg chg="modSp add mod">
        <pc:chgData name="Leônidas Müller de Oliveira" userId="5af9566427f0cd7a" providerId="LiveId" clId="{9019649D-9316-4696-B8B1-7A6B341347C0}" dt="2021-01-24T01:17:13.452" v="4386" actId="20577"/>
        <pc:sldMkLst>
          <pc:docMk/>
          <pc:sldMk cId="2452318423" sldId="299"/>
        </pc:sldMkLst>
        <pc:spChg chg="mod">
          <ac:chgData name="Leônidas Müller de Oliveira" userId="5af9566427f0cd7a" providerId="LiveId" clId="{9019649D-9316-4696-B8B1-7A6B341347C0}" dt="2021-01-24T01:17:13.452" v="4386" actId="20577"/>
          <ac:spMkLst>
            <pc:docMk/>
            <pc:sldMk cId="2452318423" sldId="299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05:39.248" v="2067" actId="20577"/>
          <ac:spMkLst>
            <pc:docMk/>
            <pc:sldMk cId="2452318423" sldId="299"/>
            <ac:spMk id="149" creationId="{00000000-0000-0000-0000-000000000000}"/>
          </ac:spMkLst>
        </pc:spChg>
      </pc:sldChg>
      <pc:sldChg chg="addSp modSp add mod">
        <pc:chgData name="Leônidas Müller de Oliveira" userId="5af9566427f0cd7a" providerId="LiveId" clId="{9019649D-9316-4696-B8B1-7A6B341347C0}" dt="2021-01-16T00:51:26.417" v="4352" actId="20577"/>
        <pc:sldMkLst>
          <pc:docMk/>
          <pc:sldMk cId="580050991" sldId="300"/>
        </pc:sldMkLst>
        <pc:spChg chg="mod">
          <ac:chgData name="Leônidas Müller de Oliveira" userId="5af9566427f0cd7a" providerId="LiveId" clId="{9019649D-9316-4696-B8B1-7A6B341347C0}" dt="2021-01-16T00:51:26.417" v="4352" actId="20577"/>
          <ac:spMkLst>
            <pc:docMk/>
            <pc:sldMk cId="580050991" sldId="300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26:10.043" v="3124" actId="404"/>
          <ac:spMkLst>
            <pc:docMk/>
            <pc:sldMk cId="580050991" sldId="300"/>
            <ac:spMk id="149" creationId="{00000000-0000-0000-0000-000000000000}"/>
          </ac:spMkLst>
        </pc:spChg>
        <pc:picChg chg="add mod ord">
          <ac:chgData name="Leônidas Müller de Oliveira" userId="5af9566427f0cd7a" providerId="LiveId" clId="{9019649D-9316-4696-B8B1-7A6B341347C0}" dt="2021-01-15T20:25:59.587" v="3121" actId="14100"/>
          <ac:picMkLst>
            <pc:docMk/>
            <pc:sldMk cId="580050991" sldId="300"/>
            <ac:picMk id="7" creationId="{F3EEF685-A009-4E74-A44F-A040B3F69CCD}"/>
          </ac:picMkLst>
        </pc:picChg>
      </pc:sldChg>
      <pc:sldChg chg="modSp add mod">
        <pc:chgData name="Leônidas Müller de Oliveira" userId="5af9566427f0cd7a" providerId="LiveId" clId="{9019649D-9316-4696-B8B1-7A6B341347C0}" dt="2021-01-16T00:56:18.245" v="4363" actId="20577"/>
        <pc:sldMkLst>
          <pc:docMk/>
          <pc:sldMk cId="1031171993" sldId="301"/>
        </pc:sldMkLst>
        <pc:spChg chg="mod">
          <ac:chgData name="Leônidas Müller de Oliveira" userId="5af9566427f0cd7a" providerId="LiveId" clId="{9019649D-9316-4696-B8B1-7A6B341347C0}" dt="2021-01-16T00:56:18.245" v="4363" actId="20577"/>
          <ac:spMkLst>
            <pc:docMk/>
            <pc:sldMk cId="1031171993" sldId="301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36:45.567" v="3193" actId="20577"/>
          <ac:spMkLst>
            <pc:docMk/>
            <pc:sldMk cId="1031171993" sldId="301"/>
            <ac:spMk id="14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0725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8410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9248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0263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67999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1144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9134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2420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95029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84855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15910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1887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84644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71247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6876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/>
        </p:nvSpPr>
        <p:spPr>
          <a:xfrm>
            <a:off x="2602348" y="972425"/>
            <a:ext cx="39393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BEM VINDO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835375" y="1779572"/>
            <a:ext cx="7473245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ESTRUTURAS METÁLICAS</a:t>
            </a:r>
            <a:endParaRPr sz="2400" b="1" i="0" u="none" strike="noStrike" cap="none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Como Aplicar as Forças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7869" y="958704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As ações atuantes em coberturas são transmitidas pelas telhas para as tesouras, pilares e descarregadas nos apoios (base).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Transmissão das Ações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EFFEBF7-8F3E-C311-CFF7-2BFFA2BD6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464" y="2001776"/>
            <a:ext cx="3736336" cy="289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776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Como Aplicar as Forças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Transmissão das Ações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EFFEBF7-8F3E-C311-CFF7-2BFFA2BD6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989" y="1029827"/>
            <a:ext cx="4989465" cy="386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779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Como Aplicar as Forças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7869" y="958704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Conforme Catálogo do Fabricante, a telha simples trapezoidal 0,43 mm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Valor: 0,04kN/m² ou 4,0 kgf/m² 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PP - Telha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E0D4A99-5572-AD4F-E054-0FA079447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276" y="2213767"/>
            <a:ext cx="3960380" cy="256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461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Como Aplicar as Forças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7869" y="958704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Conforme a 6120 deve-se utilizar uma sobrecarga uniformemente variável devido a possíveis instalações: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Valor = 0,25kN/m² ou 25 kgf/m²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SC - Característica</a:t>
            </a:r>
          </a:p>
        </p:txBody>
      </p:sp>
    </p:spTree>
    <p:extLst>
      <p:ext uri="{BB962C8B-B14F-4D97-AF65-F5344CB8AC3E}">
        <p14:creationId xmlns:p14="http://schemas.microsoft.com/office/powerpoint/2010/main" val="3254404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Como Aplicar as Forças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7869" y="958703"/>
            <a:ext cx="4697525" cy="3093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Conforme a NBR 6123 para coberturas de 2 águas aplicar Vento V0 e V90.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Velocidade Básica V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(conforme a região)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Determinar Fatores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,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e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Vk =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.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. S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. V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q = 0,613 * V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² 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Exemplo: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q = 425 N/m² ou 0,43 kN/m² ou 43 kgf/m²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VT – Vento</a:t>
            </a:r>
          </a:p>
        </p:txBody>
      </p:sp>
    </p:spTree>
    <p:extLst>
      <p:ext uri="{BB962C8B-B14F-4D97-AF65-F5344CB8AC3E}">
        <p14:creationId xmlns:p14="http://schemas.microsoft.com/office/powerpoint/2010/main" val="25686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Como Aplicar as Forças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7868" y="991143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Então para obtermos o valor de força aplicado por metro linear, realizamos a seguinte equação: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Ação . Distância (kN/m)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Coeficiente Forma . Ação . Distância (kN/m)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381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Distancia da Terças</a:t>
            </a:r>
          </a:p>
          <a:p>
            <a:pPr marL="4381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Distância entre Pilares</a:t>
            </a:r>
          </a:p>
          <a:p>
            <a:pPr marL="4381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Distância entre Vigas</a:t>
            </a:r>
          </a:p>
          <a:p>
            <a:pPr marL="4381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Coeficiente Externo Telhado</a:t>
            </a:r>
          </a:p>
          <a:p>
            <a:pPr marL="4381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Coeficiente Externo Parede</a:t>
            </a:r>
          </a:p>
          <a:p>
            <a:pPr marL="4381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Coeficiente Interno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54250" y="33019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Força Aplicada</a:t>
            </a:r>
          </a:p>
        </p:txBody>
      </p:sp>
    </p:spTree>
    <p:extLst>
      <p:ext uri="{BB962C8B-B14F-4D97-AF65-F5344CB8AC3E}">
        <p14:creationId xmlns:p14="http://schemas.microsoft.com/office/powerpoint/2010/main" val="571473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Como Aplicar as Forças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7868" y="991143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Exemplo:</a:t>
            </a:r>
            <a:b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Ação . Distância (kN/m)</a:t>
            </a:r>
            <a:b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0,04 kN/m² . 1,256 m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0,05 kN/m ou 5,00 kgf/m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54250" y="33019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PP - Telha</a:t>
            </a:r>
          </a:p>
        </p:txBody>
      </p:sp>
    </p:spTree>
    <p:extLst>
      <p:ext uri="{BB962C8B-B14F-4D97-AF65-F5344CB8AC3E}">
        <p14:creationId xmlns:p14="http://schemas.microsoft.com/office/powerpoint/2010/main" val="1623665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Como Aplicar as Forças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7868" y="991143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Exemplo:</a:t>
            </a:r>
            <a:b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Ação . Distância (kN/m)</a:t>
            </a:r>
            <a:b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0,25 kN/m² . 1,256 m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0,314 kN/m ou 31,4 kgf/m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54250" y="33019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SC - Sobrecarga</a:t>
            </a:r>
          </a:p>
        </p:txBody>
      </p:sp>
    </p:spTree>
    <p:extLst>
      <p:ext uri="{BB962C8B-B14F-4D97-AF65-F5344CB8AC3E}">
        <p14:creationId xmlns:p14="http://schemas.microsoft.com/office/powerpoint/2010/main" val="622757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Como Aplicar as Forças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7868" y="849576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Exemplo:</a:t>
            </a: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Ação . Distância . (Ce – Ci)  (kN/m)</a:t>
            </a: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0,50 kN/m² . 5,0 m . (-0,8 – 0,0)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-2,00 kN/m ou -200,0 kgf/m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54251" y="330194"/>
            <a:ext cx="5289750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VT 0 – Pilares Laterais (AB)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192613-7DC2-60D9-85B9-E91CCBCFCF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95"/>
          <a:stretch/>
        </p:blipFill>
        <p:spPr>
          <a:xfrm>
            <a:off x="4010005" y="2314146"/>
            <a:ext cx="3379765" cy="104746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18D5BBB-3418-D9B7-47DC-E677A7AF9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0005" y="4702155"/>
            <a:ext cx="4567275" cy="22230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CCFA560-CCA4-36CA-35C8-4DBD0C93FE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0005" y="3422700"/>
            <a:ext cx="2440660" cy="121836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1F640D2-FFFB-4F54-88AE-B4D47E2A1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157" y="3508149"/>
            <a:ext cx="1505523" cy="104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56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Como Aplicar as Forças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7868" y="849576"/>
            <a:ext cx="4697525" cy="148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Exemplo:</a:t>
            </a: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Ação . Distância . (Ce – Ci)  (kN/m)</a:t>
            </a: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0,50 kN/m² . 5,0 m . (0,7 – 0,0)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1,75 kN/m ou 175,0 kgf/m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54251" y="330194"/>
            <a:ext cx="5289750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VT 0 – Pilares Frontais (C)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192613-7DC2-60D9-85B9-E91CCBCFCF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95"/>
          <a:stretch/>
        </p:blipFill>
        <p:spPr>
          <a:xfrm>
            <a:off x="4010005" y="2314146"/>
            <a:ext cx="3379765" cy="104746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18D5BBB-3418-D9B7-47DC-E677A7AF9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0005" y="4702155"/>
            <a:ext cx="4567275" cy="22230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CCFA560-CCA4-36CA-35C8-4DBD0C93FE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0005" y="3422700"/>
            <a:ext cx="2440660" cy="121836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1F640D2-FFFB-4F54-88AE-B4D47E2A1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157" y="3508149"/>
            <a:ext cx="1505523" cy="104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1088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Como Aplicar as Forças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7868" y="849576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Exemplo:</a:t>
            </a: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Ação . Distância . (Ce – Ci)  (kN/m)</a:t>
            </a: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0,50 kN/m² . 5,0 m . (0,7 – 0,0)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1,75 kN/m ou 175,0 kgf/m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54251" y="330194"/>
            <a:ext cx="5289750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VT 90 – Pilares (A)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192613-7DC2-60D9-85B9-E91CCBCFCF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95"/>
          <a:stretch/>
        </p:blipFill>
        <p:spPr>
          <a:xfrm>
            <a:off x="4010005" y="2314146"/>
            <a:ext cx="3379765" cy="104746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18D5BBB-3418-D9B7-47DC-E677A7AF9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0005" y="4702155"/>
            <a:ext cx="4567275" cy="22230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CCFA560-CCA4-36CA-35C8-4DBD0C93FE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0005" y="3422700"/>
            <a:ext cx="2440660" cy="121836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16F1FFF5-4DDE-4EB0-8186-F5D9ECA0D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943" y="3530801"/>
            <a:ext cx="1617450" cy="1013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9913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Como Aplicar as Forças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7868" y="849576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Exemplo:</a:t>
            </a: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Ação . Distância . (Ce – Ci)  (kN/m)</a:t>
            </a: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0,50 kN/m² . 5,0 m . (-0,4  – 0,0)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-1,0 kN/m ou -100,0 kgf/m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54251" y="330194"/>
            <a:ext cx="5289750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VT 90 – Pilares (B)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192613-7DC2-60D9-85B9-E91CCBCFCF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95"/>
          <a:stretch/>
        </p:blipFill>
        <p:spPr>
          <a:xfrm>
            <a:off x="4010005" y="2314146"/>
            <a:ext cx="3379765" cy="104746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18D5BBB-3418-D9B7-47DC-E677A7AF9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0005" y="4702155"/>
            <a:ext cx="4567275" cy="22230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CCFA560-CCA4-36CA-35C8-4DBD0C93FE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0005" y="3422700"/>
            <a:ext cx="2440660" cy="121836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16F1FFF5-4DDE-4EB0-8186-F5D9ECA0D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887" y="3527415"/>
            <a:ext cx="1610506" cy="100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003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Como Aplicar as Forças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7868" y="849576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Exemplo:</a:t>
            </a: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Ação . Distância . (Ce – Ci)  (kN/m)</a:t>
            </a: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0,50 kN/m² . 1,256 m . (-0,8 – 0,0)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-0,502 kN/m ou -50,2 kgf/m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54251" y="330194"/>
            <a:ext cx="5289750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VT 0 – Cobertura (EG)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18D5BBB-3418-D9B7-47DC-E677A7AF9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764" y="4702155"/>
            <a:ext cx="4567275" cy="22230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39C5095-15AF-10E1-642A-38E7D8DF3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4251" y="2440918"/>
            <a:ext cx="2940655" cy="109903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678C478-3E87-4498-41C1-E18F5C8283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4" y="3733271"/>
            <a:ext cx="2789089" cy="80946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1F640D2-FFFB-4F54-88AE-B4D47E2A1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957" y="2506711"/>
            <a:ext cx="1485077" cy="1033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7707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Como Aplicar as Forças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7868" y="849576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Exemplo:</a:t>
            </a: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Ação . Distância . (Ce – Ci)  (kN/m)</a:t>
            </a: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0,50 kN/m² . 1,256 m . (-0,9 – 0,0)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-0,565 kN/m ou -56,5 kgf/m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54251" y="330194"/>
            <a:ext cx="5289750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VT 90 – Cobertura (EFI)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18D5BBB-3418-D9B7-47DC-E677A7AF9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764" y="4702155"/>
            <a:ext cx="4567275" cy="22230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39C5095-15AF-10E1-642A-38E7D8DF3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4251" y="2440918"/>
            <a:ext cx="2940655" cy="109903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678C478-3E87-4498-41C1-E18F5C8283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4" y="3733271"/>
            <a:ext cx="2789089" cy="80946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A223EE92-567B-F756-DA72-2B7B7ED2E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287" y="2531016"/>
            <a:ext cx="1610506" cy="100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3503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Como Aplicar as Forças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707868" y="849576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Exemplo:</a:t>
            </a: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Ação . Distância . (Ce – Ci)  (kN/m)</a:t>
            </a: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0,50 kN/m² . 1,256 m . (-0,4 – 0,0)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2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2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-0,251 kN/m ou -25,51 kgf/m</a:t>
            </a: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54251" y="330194"/>
            <a:ext cx="5289750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VT 90 – Cobertura (GHJ)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18D5BBB-3418-D9B7-47DC-E677A7AF9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764" y="4702155"/>
            <a:ext cx="4567275" cy="22230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39C5095-15AF-10E1-642A-38E7D8DF3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4251" y="2440918"/>
            <a:ext cx="2940655" cy="109903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678C478-3E87-4498-41C1-E18F5C8283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4" y="3733271"/>
            <a:ext cx="2789089" cy="80946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A223EE92-567B-F756-DA72-2B7B7ED2E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287" y="2531016"/>
            <a:ext cx="1610506" cy="100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4717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"/>
          <p:cNvSpPr txBox="1"/>
          <p:nvPr/>
        </p:nvSpPr>
        <p:spPr>
          <a:xfrm>
            <a:off x="1628979" y="1519246"/>
            <a:ext cx="5886042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É isso aí muito obrigado e te vejo na próxima aula!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2312</TotalTime>
  <Words>856</Words>
  <Application>Microsoft Office PowerPoint</Application>
  <PresentationFormat>Apresentação na tela (16:9)</PresentationFormat>
  <Paragraphs>109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Roboto Black</vt:lpstr>
      <vt:lpstr>Roboto</vt:lpstr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Leônidas Müller de Oliveira</cp:lastModifiedBy>
  <cp:revision>1</cp:revision>
  <dcterms:modified xsi:type="dcterms:W3CDTF">2025-05-30T22:02:20Z</dcterms:modified>
</cp:coreProperties>
</file>