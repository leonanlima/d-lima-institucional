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82" r:id="rId3"/>
    <p:sldId id="345" r:id="rId4"/>
    <p:sldId id="346" r:id="rId5"/>
    <p:sldId id="336" r:id="rId6"/>
    <p:sldId id="337" r:id="rId7"/>
    <p:sldId id="338" r:id="rId8"/>
    <p:sldId id="339" r:id="rId9"/>
    <p:sldId id="340" r:id="rId10"/>
    <p:sldId id="341" r:id="rId11"/>
    <p:sldId id="327" r:id="rId12"/>
    <p:sldId id="342" r:id="rId13"/>
    <p:sldId id="343" r:id="rId14"/>
    <p:sldId id="347" r:id="rId15"/>
    <p:sldId id="281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Black" panose="02000000000000000000" pitchFamily="2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B097D-25F3-4527-9EFD-ACB2A68473FA}" v="235" dt="2025-05-27T01:23:28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6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E0CB9F73-0316-4C7A-9939-728BD819529A}"/>
    <pc:docChg chg="undo custSel addSld delSld modSld sldOrd">
      <pc:chgData name="Leônidas Müller de Oliveira" userId="5af9566427f0cd7a" providerId="LiveId" clId="{E0CB9F73-0316-4C7A-9939-728BD819529A}" dt="2025-05-25T18:31:53.987" v="730" actId="47"/>
      <pc:docMkLst>
        <pc:docMk/>
      </pc:docMkLst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0" sldId="262"/>
        </pc:sldMkLst>
      </pc:sldChg>
      <pc:sldChg chg="delSp modSp mod">
        <pc:chgData name="Leônidas Müller de Oliveira" userId="5af9566427f0cd7a" providerId="LiveId" clId="{E0CB9F73-0316-4C7A-9939-728BD819529A}" dt="2025-05-25T18:23:08.723" v="724" actId="20577"/>
        <pc:sldMkLst>
          <pc:docMk/>
          <pc:sldMk cId="3187776213" sldId="282"/>
        </pc:sldMkLst>
        <pc:spChg chg="mod">
          <ac:chgData name="Leônidas Müller de Oliveira" userId="5af9566427f0cd7a" providerId="LiveId" clId="{E0CB9F73-0316-4C7A-9939-728BD819529A}" dt="2025-05-25T18:23:08.723" v="724" actId="20577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4T21:52:51.155" v="0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E0CB9F73-0316-4C7A-9939-728BD819529A}" dt="2025-05-24T21:53:48.852" v="13" actId="1076"/>
          <ac:spMkLst>
            <pc:docMk/>
            <pc:sldMk cId="3187776213" sldId="282"/>
            <ac:spMk id="143" creationId="{00000000-0000-0000-0000-000000000000}"/>
          </ac:spMkLst>
        </pc:spChg>
        <pc:picChg chg="del">
          <ac:chgData name="Leônidas Müller de Oliveira" userId="5af9566427f0cd7a" providerId="LiveId" clId="{E0CB9F73-0316-4C7A-9939-728BD819529A}" dt="2025-05-24T21:53:33.546" v="2" actId="478"/>
          <ac:picMkLst>
            <pc:docMk/>
            <pc:sldMk cId="3187776213" sldId="282"/>
            <ac:picMk id="2" creationId="{1EFFEBF7-8F3E-C311-CFF7-2BFFA2BD60D4}"/>
          </ac:picMkLst>
        </pc:picChg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3283063515" sldId="283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1223144774" sldId="284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3454911189" sldId="285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858716699" sldId="286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2449695710" sldId="288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3380683963" sldId="289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1162287814" sldId="291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4250600602" sldId="292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630394464" sldId="293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253044051" sldId="295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1222361712" sldId="296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3708159361" sldId="297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1068881733" sldId="298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441636794" sldId="299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536045490" sldId="300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962331060" sldId="301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2800828381" sldId="302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2519461963" sldId="303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699166848" sldId="304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782874864" sldId="305"/>
        </pc:sldMkLst>
      </pc:sldChg>
      <pc:sldChg chg="addSp delSp modSp add mod">
        <pc:chgData name="Leônidas Müller de Oliveira" userId="5af9566427f0cd7a" providerId="LiveId" clId="{E0CB9F73-0316-4C7A-9939-728BD819529A}" dt="2025-05-25T18:23:35.605" v="729" actId="1076"/>
        <pc:sldMkLst>
          <pc:docMk/>
          <pc:sldMk cId="1607192202" sldId="306"/>
        </pc:sldMkLst>
        <pc:spChg chg="add mod">
          <ac:chgData name="Leônidas Müller de Oliveira" userId="5af9566427f0cd7a" providerId="LiveId" clId="{E0CB9F73-0316-4C7A-9939-728BD819529A}" dt="2025-05-25T18:23:28.316" v="727"/>
          <ac:spMkLst>
            <pc:docMk/>
            <pc:sldMk cId="1607192202" sldId="306"/>
            <ac:spMk id="2" creationId="{4096D34C-A6D6-31E8-AE7F-35F9B17FFA67}"/>
          </ac:spMkLst>
        </pc:spChg>
        <pc:spChg chg="del mod">
          <ac:chgData name="Leônidas Müller de Oliveira" userId="5af9566427f0cd7a" providerId="LiveId" clId="{E0CB9F73-0316-4C7A-9939-728BD819529A}" dt="2025-05-25T18:23:28.028" v="726" actId="478"/>
          <ac:spMkLst>
            <pc:docMk/>
            <pc:sldMk cId="1607192202" sldId="306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8:23:35.605" v="729" actId="1076"/>
          <ac:spMkLst>
            <pc:docMk/>
            <pc:sldMk cId="1607192202" sldId="306"/>
            <ac:spMk id="143" creationId="{00000000-0000-0000-0000-000000000000}"/>
          </ac:spMkLst>
        </pc:spChg>
      </pc:sldChg>
      <pc:sldChg chg="addSp delSp modSp add del mod">
        <pc:chgData name="Leônidas Müller de Oliveira" userId="5af9566427f0cd7a" providerId="LiveId" clId="{E0CB9F73-0316-4C7A-9939-728BD819529A}" dt="2025-05-25T18:31:53.987" v="730" actId="47"/>
        <pc:sldMkLst>
          <pc:docMk/>
          <pc:sldMk cId="1873590892" sldId="307"/>
        </pc:sldMkLst>
        <pc:spChg chg="add del mod">
          <ac:chgData name="Leônidas Müller de Oliveira" userId="5af9566427f0cd7a" providerId="LiveId" clId="{E0CB9F73-0316-4C7A-9939-728BD819529A}" dt="2025-05-24T22:34:56.722" v="92"/>
          <ac:spMkLst>
            <pc:docMk/>
            <pc:sldMk cId="1873590892" sldId="307"/>
            <ac:spMk id="3" creationId="{763D8848-E6C5-5A4E-80DA-68D749E8C50E}"/>
          </ac:spMkLst>
        </pc:spChg>
        <pc:spChg chg="add del mod">
          <ac:chgData name="Leônidas Müller de Oliveira" userId="5af9566427f0cd7a" providerId="LiveId" clId="{E0CB9F73-0316-4C7A-9939-728BD819529A}" dt="2025-05-24T22:35:39.007" v="106"/>
          <ac:spMkLst>
            <pc:docMk/>
            <pc:sldMk cId="1873590892" sldId="307"/>
            <ac:spMk id="5" creationId="{8FE97EE0-35CA-F809-BC62-44E640490358}"/>
          </ac:spMkLst>
        </pc:spChg>
        <pc:spChg chg="mod">
          <ac:chgData name="Leônidas Müller de Oliveira" userId="5af9566427f0cd7a" providerId="LiveId" clId="{E0CB9F73-0316-4C7A-9939-728BD819529A}" dt="2025-05-24T22:35:45.914" v="109" actId="14100"/>
          <ac:spMkLst>
            <pc:docMk/>
            <pc:sldMk cId="1873590892" sldId="307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E0CB9F73-0316-4C7A-9939-728BD819529A}" dt="2025-05-24T22:34:56.722" v="92"/>
          <ac:graphicFrameMkLst>
            <pc:docMk/>
            <pc:sldMk cId="1873590892" sldId="307"/>
            <ac:graphicFrameMk id="2" creationId="{81457E02-3371-3CE8-CBD0-609C9FEC6BA5}"/>
          </ac:graphicFrameMkLst>
        </pc:graphicFrameChg>
        <pc:graphicFrameChg chg="add del mod">
          <ac:chgData name="Leônidas Müller de Oliveira" userId="5af9566427f0cd7a" providerId="LiveId" clId="{E0CB9F73-0316-4C7A-9939-728BD819529A}" dt="2025-05-24T22:35:39.007" v="106"/>
          <ac:graphicFrameMkLst>
            <pc:docMk/>
            <pc:sldMk cId="1873590892" sldId="307"/>
            <ac:graphicFrameMk id="4" creationId="{44F1AA1A-5434-1415-10DE-88C11A0041B7}"/>
          </ac:graphicFrameMkLst>
        </pc:graphicFrameChg>
      </pc:sldChg>
      <pc:sldChg chg="modSp add del mod">
        <pc:chgData name="Leônidas Müller de Oliveira" userId="5af9566427f0cd7a" providerId="LiveId" clId="{E0CB9F73-0316-4C7A-9939-728BD819529A}" dt="2025-05-25T18:31:53.987" v="730" actId="47"/>
        <pc:sldMkLst>
          <pc:docMk/>
          <pc:sldMk cId="2969837939" sldId="308"/>
        </pc:sldMkLst>
        <pc:spChg chg="mod">
          <ac:chgData name="Leônidas Müller de Oliveira" userId="5af9566427f0cd7a" providerId="LiveId" clId="{E0CB9F73-0316-4C7A-9939-728BD819529A}" dt="2025-05-24T22:36:04.352" v="112"/>
          <ac:spMkLst>
            <pc:docMk/>
            <pc:sldMk cId="2969837939" sldId="308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E0CB9F73-0316-4C7A-9939-728BD819529A}" dt="2025-05-25T18:31:53.987" v="730" actId="47"/>
        <pc:sldMkLst>
          <pc:docMk/>
          <pc:sldMk cId="2366000490" sldId="309"/>
        </pc:sldMkLst>
        <pc:spChg chg="mod">
          <ac:chgData name="Leônidas Müller de Oliveira" userId="5af9566427f0cd7a" providerId="LiveId" clId="{E0CB9F73-0316-4C7A-9939-728BD819529A}" dt="2025-05-24T22:37:30.598" v="128" actId="6549"/>
          <ac:spMkLst>
            <pc:docMk/>
            <pc:sldMk cId="2366000490" sldId="309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E0CB9F73-0316-4C7A-9939-728BD819529A}" dt="2025-05-24T22:49:18.544" v="273" actId="108"/>
        <pc:sldMkLst>
          <pc:docMk/>
          <pc:sldMk cId="479345343" sldId="310"/>
        </pc:sldMkLst>
        <pc:spChg chg="mod">
          <ac:chgData name="Leônidas Müller de Oliveira" userId="5af9566427f0cd7a" providerId="LiveId" clId="{E0CB9F73-0316-4C7A-9939-728BD819529A}" dt="2025-05-24T22:37:51.051" v="130"/>
          <ac:spMkLst>
            <pc:docMk/>
            <pc:sldMk cId="479345343" sldId="310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4T22:49:18.544" v="273" actId="108"/>
          <ac:spMkLst>
            <pc:docMk/>
            <pc:sldMk cId="479345343" sldId="310"/>
            <ac:spMk id="143" creationId="{00000000-0000-0000-0000-000000000000}"/>
          </ac:spMkLst>
        </pc:spChg>
      </pc:sldChg>
      <pc:sldChg chg="addSp modSp add mod">
        <pc:chgData name="Leônidas Müller de Oliveira" userId="5af9566427f0cd7a" providerId="LiveId" clId="{E0CB9F73-0316-4C7A-9939-728BD819529A}" dt="2025-05-24T22:46:10.156" v="239" actId="20577"/>
        <pc:sldMkLst>
          <pc:docMk/>
          <pc:sldMk cId="649029431" sldId="311"/>
        </pc:sldMkLst>
        <pc:spChg chg="mod">
          <ac:chgData name="Leônidas Müller de Oliveira" userId="5af9566427f0cd7a" providerId="LiveId" clId="{E0CB9F73-0316-4C7A-9939-728BD819529A}" dt="2025-05-24T22:40:47.677" v="187"/>
          <ac:spMkLst>
            <pc:docMk/>
            <pc:sldMk cId="649029431" sldId="311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4T22:46:10.156" v="239" actId="20577"/>
          <ac:spMkLst>
            <pc:docMk/>
            <pc:sldMk cId="649029431" sldId="311"/>
            <ac:spMk id="143" creationId="{00000000-0000-0000-0000-000000000000}"/>
          </ac:spMkLst>
        </pc:spChg>
        <pc:picChg chg="add mod">
          <ac:chgData name="Leônidas Müller de Oliveira" userId="5af9566427f0cd7a" providerId="LiveId" clId="{E0CB9F73-0316-4C7A-9939-728BD819529A}" dt="2025-05-24T22:43:02.760" v="203" actId="1076"/>
          <ac:picMkLst>
            <pc:docMk/>
            <pc:sldMk cId="649029431" sldId="311"/>
            <ac:picMk id="3" creationId="{04A4459B-5559-2A61-B0F8-9358DA54CA09}"/>
          </ac:picMkLst>
        </pc:picChg>
      </pc:sldChg>
      <pc:sldChg chg="delSp modSp add mod">
        <pc:chgData name="Leônidas Müller de Oliveira" userId="5af9566427f0cd7a" providerId="LiveId" clId="{E0CB9F73-0316-4C7A-9939-728BD819529A}" dt="2025-05-24T22:48:49.635" v="271" actId="122"/>
        <pc:sldMkLst>
          <pc:docMk/>
          <pc:sldMk cId="827965788" sldId="312"/>
        </pc:sldMkLst>
        <pc:spChg chg="mod">
          <ac:chgData name="Leônidas Müller de Oliveira" userId="5af9566427f0cd7a" providerId="LiveId" clId="{E0CB9F73-0316-4C7A-9939-728BD819529A}" dt="2025-05-24T22:48:49.635" v="271" actId="122"/>
          <ac:spMkLst>
            <pc:docMk/>
            <pc:sldMk cId="827965788" sldId="312"/>
            <ac:spMk id="143" creationId="{00000000-0000-0000-0000-000000000000}"/>
          </ac:spMkLst>
        </pc:spChg>
        <pc:picChg chg="del">
          <ac:chgData name="Leônidas Müller de Oliveira" userId="5af9566427f0cd7a" providerId="LiveId" clId="{E0CB9F73-0316-4C7A-9939-728BD819529A}" dt="2025-05-24T22:44:21.326" v="206" actId="478"/>
          <ac:picMkLst>
            <pc:docMk/>
            <pc:sldMk cId="827965788" sldId="312"/>
            <ac:picMk id="3" creationId="{04A4459B-5559-2A61-B0F8-9358DA54CA09}"/>
          </ac:picMkLst>
        </pc:picChg>
      </pc:sldChg>
      <pc:sldChg chg="addSp delSp modSp add mod">
        <pc:chgData name="Leônidas Müller de Oliveira" userId="5af9566427f0cd7a" providerId="LiveId" clId="{E0CB9F73-0316-4C7A-9939-728BD819529A}" dt="2025-05-25T18:09:09.479" v="605" actId="20577"/>
        <pc:sldMkLst>
          <pc:docMk/>
          <pc:sldMk cId="1537670932" sldId="313"/>
        </pc:sldMkLst>
        <pc:spChg chg="add del mod">
          <ac:chgData name="Leônidas Müller de Oliveira" userId="5af9566427f0cd7a" providerId="LiveId" clId="{E0CB9F73-0316-4C7A-9939-728BD819529A}" dt="2025-05-25T17:19:34.043" v="294"/>
          <ac:spMkLst>
            <pc:docMk/>
            <pc:sldMk cId="1537670932" sldId="313"/>
            <ac:spMk id="3" creationId="{B316A783-10B6-52FA-B999-70B59ABC5CF0}"/>
          </ac:spMkLst>
        </pc:spChg>
        <pc:spChg chg="mod">
          <ac:chgData name="Leônidas Müller de Oliveira" userId="5af9566427f0cd7a" providerId="LiveId" clId="{E0CB9F73-0316-4C7A-9939-728BD819529A}" dt="2025-05-25T18:09:09.479" v="605" actId="20577"/>
          <ac:spMkLst>
            <pc:docMk/>
            <pc:sldMk cId="1537670932" sldId="313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32:15.094" v="367" actId="20577"/>
          <ac:spMkLst>
            <pc:docMk/>
            <pc:sldMk cId="1537670932" sldId="313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E0CB9F73-0316-4C7A-9939-728BD819529A}" dt="2025-05-25T17:19:34.043" v="294"/>
          <ac:graphicFrameMkLst>
            <pc:docMk/>
            <pc:sldMk cId="1537670932" sldId="313"/>
            <ac:graphicFrameMk id="2" creationId="{4C3791AC-4C4F-E909-1E17-B61B45078631}"/>
          </ac:graphicFrameMkLst>
        </pc:graphicFrameChg>
      </pc:sldChg>
      <pc:sldChg chg="addSp modSp add del mod">
        <pc:chgData name="Leônidas Müller de Oliveira" userId="5af9566427f0cd7a" providerId="LiveId" clId="{E0CB9F73-0316-4C7A-9939-728BD819529A}" dt="2025-05-25T17:50:38.187" v="455" actId="47"/>
        <pc:sldMkLst>
          <pc:docMk/>
          <pc:sldMk cId="754950932" sldId="314"/>
        </pc:sldMkLst>
        <pc:spChg chg="mod">
          <ac:chgData name="Leônidas Müller de Oliveira" userId="5af9566427f0cd7a" providerId="LiveId" clId="{E0CB9F73-0316-4C7A-9939-728BD819529A}" dt="2025-05-25T17:32:31.445" v="375" actId="14100"/>
          <ac:spMkLst>
            <pc:docMk/>
            <pc:sldMk cId="754950932" sldId="314"/>
            <ac:spMk id="143" creationId="{00000000-0000-0000-0000-000000000000}"/>
          </ac:spMkLst>
        </pc:spChg>
        <pc:picChg chg="add mod">
          <ac:chgData name="Leônidas Müller de Oliveira" userId="5af9566427f0cd7a" providerId="LiveId" clId="{E0CB9F73-0316-4C7A-9939-728BD819529A}" dt="2025-05-25T17:32:35.579" v="376" actId="1076"/>
          <ac:picMkLst>
            <pc:docMk/>
            <pc:sldMk cId="754950932" sldId="314"/>
            <ac:picMk id="3" creationId="{C680C7AB-1742-8519-99DA-102A9720365C}"/>
          </ac:picMkLst>
        </pc:picChg>
      </pc:sldChg>
      <pc:sldChg chg="addSp delSp modSp add del mod">
        <pc:chgData name="Leônidas Müller de Oliveira" userId="5af9566427f0cd7a" providerId="LiveId" clId="{E0CB9F73-0316-4C7A-9939-728BD819529A}" dt="2025-05-25T17:50:39.413" v="456" actId="47"/>
        <pc:sldMkLst>
          <pc:docMk/>
          <pc:sldMk cId="2902500566" sldId="315"/>
        </pc:sldMkLst>
        <pc:spChg chg="mod">
          <ac:chgData name="Leônidas Müller de Oliveira" userId="5af9566427f0cd7a" providerId="LiveId" clId="{E0CB9F73-0316-4C7A-9939-728BD819529A}" dt="2025-05-25T17:32:43.094" v="385" actId="20577"/>
          <ac:spMkLst>
            <pc:docMk/>
            <pc:sldMk cId="2902500566" sldId="315"/>
            <ac:spMk id="143" creationId="{00000000-0000-0000-0000-000000000000}"/>
          </ac:spMkLst>
        </pc:spChg>
        <pc:picChg chg="del">
          <ac:chgData name="Leônidas Müller de Oliveira" userId="5af9566427f0cd7a" providerId="LiveId" clId="{E0CB9F73-0316-4C7A-9939-728BD819529A}" dt="2025-05-25T17:32:47.436" v="386" actId="478"/>
          <ac:picMkLst>
            <pc:docMk/>
            <pc:sldMk cId="2902500566" sldId="315"/>
            <ac:picMk id="3" creationId="{C680C7AB-1742-8519-99DA-102A9720365C}"/>
          </ac:picMkLst>
        </pc:picChg>
        <pc:picChg chg="add mod">
          <ac:chgData name="Leônidas Müller de Oliveira" userId="5af9566427f0cd7a" providerId="LiveId" clId="{E0CB9F73-0316-4C7A-9939-728BD819529A}" dt="2025-05-25T17:32:54.905" v="391" actId="1076"/>
          <ac:picMkLst>
            <pc:docMk/>
            <pc:sldMk cId="2902500566" sldId="315"/>
            <ac:picMk id="4" creationId="{DDF04223-6020-B4CF-940E-0B176304F9D0}"/>
          </ac:picMkLst>
        </pc:picChg>
      </pc:sldChg>
      <pc:sldChg chg="modSp add mod">
        <pc:chgData name="Leônidas Müller de Oliveira" userId="5af9566427f0cd7a" providerId="LiveId" clId="{E0CB9F73-0316-4C7A-9939-728BD819529A}" dt="2025-05-25T18:09:05.665" v="602" actId="20577"/>
        <pc:sldMkLst>
          <pc:docMk/>
          <pc:sldMk cId="1741338408" sldId="316"/>
        </pc:sldMkLst>
        <pc:spChg chg="mod">
          <ac:chgData name="Leônidas Müller de Oliveira" userId="5af9566427f0cd7a" providerId="LiveId" clId="{E0CB9F73-0316-4C7A-9939-728BD819529A}" dt="2025-05-25T18:09:05.665" v="602" actId="20577"/>
          <ac:spMkLst>
            <pc:docMk/>
            <pc:sldMk cId="1741338408" sldId="316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37:21.963" v="406" actId="108"/>
          <ac:spMkLst>
            <pc:docMk/>
            <pc:sldMk cId="1741338408" sldId="316"/>
            <ac:spMk id="143" creationId="{00000000-0000-0000-0000-000000000000}"/>
          </ac:spMkLst>
        </pc:spChg>
      </pc:sldChg>
      <pc:sldChg chg="addSp modSp add mod">
        <pc:chgData name="Leônidas Müller de Oliveira" userId="5af9566427f0cd7a" providerId="LiveId" clId="{E0CB9F73-0316-4C7A-9939-728BD819529A}" dt="2025-05-25T18:09:01.778" v="599" actId="20577"/>
        <pc:sldMkLst>
          <pc:docMk/>
          <pc:sldMk cId="3613589037" sldId="317"/>
        </pc:sldMkLst>
        <pc:spChg chg="mod">
          <ac:chgData name="Leônidas Müller de Oliveira" userId="5af9566427f0cd7a" providerId="LiveId" clId="{E0CB9F73-0316-4C7A-9939-728BD819529A}" dt="2025-05-25T18:09:01.778" v="599" actId="20577"/>
          <ac:spMkLst>
            <pc:docMk/>
            <pc:sldMk cId="3613589037" sldId="317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50:28.485" v="452" actId="14100"/>
          <ac:spMkLst>
            <pc:docMk/>
            <pc:sldMk cId="3613589037" sldId="317"/>
            <ac:spMk id="143" creationId="{00000000-0000-0000-0000-000000000000}"/>
          </ac:spMkLst>
        </pc:spChg>
        <pc:picChg chg="add mod">
          <ac:chgData name="Leônidas Müller de Oliveira" userId="5af9566427f0cd7a" providerId="LiveId" clId="{E0CB9F73-0316-4C7A-9939-728BD819529A}" dt="2025-05-25T18:04:09.871" v="554" actId="1076"/>
          <ac:picMkLst>
            <pc:docMk/>
            <pc:sldMk cId="3613589037" sldId="317"/>
            <ac:picMk id="2" creationId="{C15B73A4-65E8-D186-BC80-BB399B5EE855}"/>
          </ac:picMkLst>
        </pc:picChg>
        <pc:picChg chg="add mod">
          <ac:chgData name="Leônidas Müller de Oliveira" userId="5af9566427f0cd7a" providerId="LiveId" clId="{E0CB9F73-0316-4C7A-9939-728BD819529A}" dt="2025-05-25T18:04:27.116" v="559" actId="1076"/>
          <ac:picMkLst>
            <pc:docMk/>
            <pc:sldMk cId="3613589037" sldId="317"/>
            <ac:picMk id="3" creationId="{88E60B34-22BF-DBD1-CFF3-E13D8850BBB1}"/>
          </ac:picMkLst>
        </pc:picChg>
        <pc:picChg chg="add mod">
          <ac:chgData name="Leônidas Müller de Oliveira" userId="5af9566427f0cd7a" providerId="LiveId" clId="{E0CB9F73-0316-4C7A-9939-728BD819529A}" dt="2025-05-25T18:04:33.469" v="561" actId="14100"/>
          <ac:picMkLst>
            <pc:docMk/>
            <pc:sldMk cId="3613589037" sldId="317"/>
            <ac:picMk id="5" creationId="{1EBCD0A4-42AD-BE55-0F0D-44EE92D230CC}"/>
          </ac:picMkLst>
        </pc:picChg>
      </pc:sldChg>
      <pc:sldChg chg="add del">
        <pc:chgData name="Leônidas Müller de Oliveira" userId="5af9566427f0cd7a" providerId="LiveId" clId="{E0CB9F73-0316-4C7A-9939-728BD819529A}" dt="2025-05-25T17:51:14.989" v="460" actId="47"/>
        <pc:sldMkLst>
          <pc:docMk/>
          <pc:sldMk cId="807816460" sldId="318"/>
        </pc:sldMkLst>
      </pc:sldChg>
      <pc:sldChg chg="modSp add mod ord">
        <pc:chgData name="Leônidas Müller de Oliveira" userId="5af9566427f0cd7a" providerId="LiveId" clId="{E0CB9F73-0316-4C7A-9939-728BD819529A}" dt="2025-05-25T18:08:58.200" v="596" actId="20577"/>
        <pc:sldMkLst>
          <pc:docMk/>
          <pc:sldMk cId="93400512" sldId="319"/>
        </pc:sldMkLst>
        <pc:spChg chg="mod">
          <ac:chgData name="Leônidas Müller de Oliveira" userId="5af9566427f0cd7a" providerId="LiveId" clId="{E0CB9F73-0316-4C7A-9939-728BD819529A}" dt="2025-05-25T18:08:58.200" v="596" actId="20577"/>
          <ac:spMkLst>
            <pc:docMk/>
            <pc:sldMk cId="93400512" sldId="319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51:40.427" v="467" actId="11"/>
          <ac:spMkLst>
            <pc:docMk/>
            <pc:sldMk cId="93400512" sldId="319"/>
            <ac:spMk id="143" creationId="{00000000-0000-0000-0000-000000000000}"/>
          </ac:spMkLst>
        </pc:spChg>
      </pc:sldChg>
      <pc:sldChg chg="modSp add mod ord">
        <pc:chgData name="Leônidas Müller de Oliveira" userId="5af9566427f0cd7a" providerId="LiveId" clId="{E0CB9F73-0316-4C7A-9939-728BD819529A}" dt="2025-05-25T18:08:53.480" v="593" actId="20577"/>
        <pc:sldMkLst>
          <pc:docMk/>
          <pc:sldMk cId="884693581" sldId="320"/>
        </pc:sldMkLst>
        <pc:spChg chg="mod">
          <ac:chgData name="Leônidas Müller de Oliveira" userId="5af9566427f0cd7a" providerId="LiveId" clId="{E0CB9F73-0316-4C7A-9939-728BD819529A}" dt="2025-05-25T18:08:53.480" v="593" actId="20577"/>
          <ac:spMkLst>
            <pc:docMk/>
            <pc:sldMk cId="884693581" sldId="320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59:44.596" v="517" actId="1076"/>
          <ac:spMkLst>
            <pc:docMk/>
            <pc:sldMk cId="884693581" sldId="320"/>
            <ac:spMk id="143" creationId="{00000000-0000-0000-0000-000000000000}"/>
          </ac:spMkLst>
        </pc:spChg>
      </pc:sldChg>
      <pc:sldChg chg="addSp modSp add mod">
        <pc:chgData name="Leônidas Müller de Oliveira" userId="5af9566427f0cd7a" providerId="LiveId" clId="{E0CB9F73-0316-4C7A-9939-728BD819529A}" dt="2025-05-25T18:08:49.253" v="590" actId="20577"/>
        <pc:sldMkLst>
          <pc:docMk/>
          <pc:sldMk cId="2677890863" sldId="321"/>
        </pc:sldMkLst>
        <pc:spChg chg="mod">
          <ac:chgData name="Leônidas Müller de Oliveira" userId="5af9566427f0cd7a" providerId="LiveId" clId="{E0CB9F73-0316-4C7A-9939-728BD819529A}" dt="2025-05-25T18:08:49.253" v="590" actId="20577"/>
          <ac:spMkLst>
            <pc:docMk/>
            <pc:sldMk cId="2677890863" sldId="321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57:18.874" v="497" actId="20577"/>
          <ac:spMkLst>
            <pc:docMk/>
            <pc:sldMk cId="2677890863" sldId="321"/>
            <ac:spMk id="143" creationId="{00000000-0000-0000-0000-000000000000}"/>
          </ac:spMkLst>
        </pc:spChg>
        <pc:graphicFrameChg chg="add mod modGraphic">
          <ac:chgData name="Leônidas Müller de Oliveira" userId="5af9566427f0cd7a" providerId="LiveId" clId="{E0CB9F73-0316-4C7A-9939-728BD819529A}" dt="2025-05-25T17:58:24.131" v="512" actId="20577"/>
          <ac:graphicFrameMkLst>
            <pc:docMk/>
            <pc:sldMk cId="2677890863" sldId="321"/>
            <ac:graphicFrameMk id="2" creationId="{5EF24E49-0002-FC7B-2DE5-536A08B2C8C6}"/>
          </ac:graphicFrameMkLst>
        </pc:graphicFrameChg>
      </pc:sldChg>
      <pc:sldChg chg="addSp delSp modSp add mod">
        <pc:chgData name="Leônidas Müller de Oliveira" userId="5af9566427f0cd7a" providerId="LiveId" clId="{E0CB9F73-0316-4C7A-9939-728BD819529A}" dt="2025-05-25T18:01:37.305" v="532" actId="20577"/>
        <pc:sldMkLst>
          <pc:docMk/>
          <pc:sldMk cId="46754441" sldId="322"/>
        </pc:sldMkLst>
        <pc:spChg chg="mod">
          <ac:chgData name="Leônidas Müller de Oliveira" userId="5af9566427f0cd7a" providerId="LiveId" clId="{E0CB9F73-0316-4C7A-9939-728BD819529A}" dt="2025-05-25T17:59:48.211" v="518" actId="6549"/>
          <ac:spMkLst>
            <pc:docMk/>
            <pc:sldMk cId="46754441" sldId="322"/>
            <ac:spMk id="7" creationId="{FD65234F-CE76-4586-9D67-44EDBAE0C0F0}"/>
          </ac:spMkLst>
        </pc:spChg>
        <pc:graphicFrameChg chg="del">
          <ac:chgData name="Leônidas Müller de Oliveira" userId="5af9566427f0cd7a" providerId="LiveId" clId="{E0CB9F73-0316-4C7A-9939-728BD819529A}" dt="2025-05-25T18:00:05.986" v="519" actId="478"/>
          <ac:graphicFrameMkLst>
            <pc:docMk/>
            <pc:sldMk cId="46754441" sldId="322"/>
            <ac:graphicFrameMk id="2" creationId="{5EF24E49-0002-FC7B-2DE5-536A08B2C8C6}"/>
          </ac:graphicFrameMkLst>
        </pc:graphicFrameChg>
        <pc:graphicFrameChg chg="add mod modGraphic">
          <ac:chgData name="Leônidas Müller de Oliveira" userId="5af9566427f0cd7a" providerId="LiveId" clId="{E0CB9F73-0316-4C7A-9939-728BD819529A}" dt="2025-05-25T18:01:37.305" v="532" actId="20577"/>
          <ac:graphicFrameMkLst>
            <pc:docMk/>
            <pc:sldMk cId="46754441" sldId="322"/>
            <ac:graphicFrameMk id="3" creationId="{F571C233-3A8A-0562-DCC1-B8D9863128F3}"/>
          </ac:graphicFrameMkLst>
        </pc:graphicFrameChg>
      </pc:sldChg>
      <pc:sldChg chg="delSp modSp add mod">
        <pc:chgData name="Leônidas Müller de Oliveira" userId="5af9566427f0cd7a" providerId="LiveId" clId="{E0CB9F73-0316-4C7A-9939-728BD819529A}" dt="2025-05-25T18:12:19.699" v="641" actId="404"/>
        <pc:sldMkLst>
          <pc:docMk/>
          <pc:sldMk cId="2302489053" sldId="323"/>
        </pc:sldMkLst>
        <pc:spChg chg="mod">
          <ac:chgData name="Leônidas Müller de Oliveira" userId="5af9566427f0cd7a" providerId="LiveId" clId="{E0CB9F73-0316-4C7A-9939-728BD819529A}" dt="2025-05-25T18:08:42.750" v="587" actId="20577"/>
          <ac:spMkLst>
            <pc:docMk/>
            <pc:sldMk cId="2302489053" sldId="323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8:12:19.699" v="641" actId="404"/>
          <ac:spMkLst>
            <pc:docMk/>
            <pc:sldMk cId="2302489053" sldId="323"/>
            <ac:spMk id="143" creationId="{00000000-0000-0000-0000-000000000000}"/>
          </ac:spMkLst>
        </pc:spChg>
        <pc:graphicFrameChg chg="del">
          <ac:chgData name="Leônidas Müller de Oliveira" userId="5af9566427f0cd7a" providerId="LiveId" clId="{E0CB9F73-0316-4C7A-9939-728BD819529A}" dt="2025-05-25T18:10:06.842" v="606" actId="478"/>
          <ac:graphicFrameMkLst>
            <pc:docMk/>
            <pc:sldMk cId="2302489053" sldId="323"/>
            <ac:graphicFrameMk id="3" creationId="{F571C233-3A8A-0562-DCC1-B8D9863128F3}"/>
          </ac:graphicFrameMkLst>
        </pc:graphicFrameChg>
      </pc:sldChg>
      <pc:sldChg chg="addSp modSp add mod">
        <pc:chgData name="Leônidas Müller de Oliveira" userId="5af9566427f0cd7a" providerId="LiveId" clId="{E0CB9F73-0316-4C7A-9939-728BD819529A}" dt="2025-05-25T18:14:23.941" v="660" actId="14100"/>
        <pc:sldMkLst>
          <pc:docMk/>
          <pc:sldMk cId="2697965537" sldId="324"/>
        </pc:sldMkLst>
        <pc:spChg chg="mod">
          <ac:chgData name="Leônidas Müller de Oliveira" userId="5af9566427f0cd7a" providerId="LiveId" clId="{E0CB9F73-0316-4C7A-9939-728BD819529A}" dt="2025-05-25T18:14:23.941" v="660" actId="14100"/>
          <ac:spMkLst>
            <pc:docMk/>
            <pc:sldMk cId="2697965537" sldId="324"/>
            <ac:spMk id="143" creationId="{00000000-0000-0000-0000-000000000000}"/>
          </ac:spMkLst>
        </pc:spChg>
        <pc:picChg chg="add mod">
          <ac:chgData name="Leônidas Müller de Oliveira" userId="5af9566427f0cd7a" providerId="LiveId" clId="{E0CB9F73-0316-4C7A-9939-728BD819529A}" dt="2025-05-25T18:14:20.708" v="659" actId="1076"/>
          <ac:picMkLst>
            <pc:docMk/>
            <pc:sldMk cId="2697965537" sldId="324"/>
            <ac:picMk id="3" creationId="{C37B6645-6DDD-862C-02AB-C05612C068D3}"/>
          </ac:picMkLst>
        </pc:picChg>
      </pc:sldChg>
      <pc:sldChg chg="add ord">
        <pc:chgData name="Leônidas Müller de Oliveira" userId="5af9566427f0cd7a" providerId="LiveId" clId="{E0CB9F73-0316-4C7A-9939-728BD819529A}" dt="2025-05-25T18:14:43.805" v="663"/>
        <pc:sldMkLst>
          <pc:docMk/>
          <pc:sldMk cId="1518185224" sldId="325"/>
        </pc:sldMkLst>
      </pc:sldChg>
      <pc:sldChg chg="addSp delSp modSp add mod">
        <pc:chgData name="Leônidas Müller de Oliveira" userId="5af9566427f0cd7a" providerId="LiveId" clId="{E0CB9F73-0316-4C7A-9939-728BD819529A}" dt="2025-05-25T18:20:12.710" v="700" actId="1076"/>
        <pc:sldMkLst>
          <pc:docMk/>
          <pc:sldMk cId="1563064094" sldId="326"/>
        </pc:sldMkLst>
        <pc:spChg chg="mod">
          <ac:chgData name="Leônidas Müller de Oliveira" userId="5af9566427f0cd7a" providerId="LiveId" clId="{E0CB9F73-0316-4C7A-9939-728BD819529A}" dt="2025-05-25T18:15:08.541" v="691" actId="20577"/>
          <ac:spMkLst>
            <pc:docMk/>
            <pc:sldMk cId="1563064094" sldId="326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8:15:43.909" v="696" actId="20577"/>
          <ac:spMkLst>
            <pc:docMk/>
            <pc:sldMk cId="1563064094" sldId="326"/>
            <ac:spMk id="143" creationId="{00000000-0000-0000-0000-000000000000}"/>
          </ac:spMkLst>
        </pc:spChg>
        <pc:graphicFrameChg chg="add mod modGraphic">
          <ac:chgData name="Leônidas Müller de Oliveira" userId="5af9566427f0cd7a" providerId="LiveId" clId="{E0CB9F73-0316-4C7A-9939-728BD819529A}" dt="2025-05-25T18:20:12.710" v="700" actId="1076"/>
          <ac:graphicFrameMkLst>
            <pc:docMk/>
            <pc:sldMk cId="1563064094" sldId="326"/>
            <ac:graphicFrameMk id="2" creationId="{B250C4B7-0364-C514-21B0-68ABA7CB8DF7}"/>
          </ac:graphicFrameMkLst>
        </pc:graphicFrameChg>
        <pc:picChg chg="del">
          <ac:chgData name="Leônidas Müller de Oliveira" userId="5af9566427f0cd7a" providerId="LiveId" clId="{E0CB9F73-0316-4C7A-9939-728BD819529A}" dt="2025-05-25T18:20:05.076" v="697" actId="478"/>
          <ac:picMkLst>
            <pc:docMk/>
            <pc:sldMk cId="1563064094" sldId="326"/>
            <ac:picMk id="3" creationId="{C37B6645-6DDD-862C-02AB-C05612C068D3}"/>
          </ac:picMkLst>
        </pc:pic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8562935F-B298-47A6-964D-F7E0BBDE29AD}"/>
    <pc:docChg chg="undo custSel addSld delSld modSld sldOrd">
      <pc:chgData name="Leônidas Müller de Oliveira" userId="5af9566427f0cd7a" providerId="LiveId" clId="{8562935F-B298-47A6-964D-F7E0BBDE29AD}" dt="2025-05-24T21:44:09.343" v="389" actId="20577"/>
      <pc:docMkLst>
        <pc:docMk/>
      </pc:docMkLst>
      <pc:sldChg chg="modSp mod ord">
        <pc:chgData name="Leônidas Müller de Oliveira" userId="5af9566427f0cd7a" providerId="LiveId" clId="{8562935F-B298-47A6-964D-F7E0BBDE29AD}" dt="2025-05-24T21:30:00.487" v="66" actId="1076"/>
        <pc:sldMkLst>
          <pc:docMk/>
          <pc:sldMk cId="3187776213" sldId="282"/>
        </pc:sldMkLst>
        <pc:spChg chg="mod">
          <ac:chgData name="Leônidas Müller de Oliveira" userId="5af9566427f0cd7a" providerId="LiveId" clId="{8562935F-B298-47A6-964D-F7E0BBDE29AD}" dt="2025-05-24T21:29:48.500" v="46" actId="20577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4T21:29:55.909" v="65" actId="6549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8562935F-B298-47A6-964D-F7E0BBDE29AD}" dt="2025-05-24T21:30:00.487" v="66" actId="1076"/>
          <ac:spMkLst>
            <pc:docMk/>
            <pc:sldMk cId="3187776213" sldId="282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8562935F-B298-47A6-964D-F7E0BBDE29AD}" dt="2025-05-24T21:33:25.355" v="112" actId="20577"/>
        <pc:sldMkLst>
          <pc:docMk/>
          <pc:sldMk cId="2519461963" sldId="303"/>
        </pc:sldMkLst>
        <pc:spChg chg="mod">
          <ac:chgData name="Leônidas Müller de Oliveira" userId="5af9566427f0cd7a" providerId="LiveId" clId="{8562935F-B298-47A6-964D-F7E0BBDE29AD}" dt="2025-05-24T21:33:25.355" v="112" actId="20577"/>
          <ac:spMkLst>
            <pc:docMk/>
            <pc:sldMk cId="2519461963" sldId="303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4T21:31:40.035" v="100" actId="20577"/>
          <ac:spMkLst>
            <pc:docMk/>
            <pc:sldMk cId="2519461963" sldId="303"/>
            <ac:spMk id="143" creationId="{00000000-0000-0000-0000-000000000000}"/>
          </ac:spMkLst>
        </pc:spChg>
        <pc:picChg chg="del">
          <ac:chgData name="Leônidas Müller de Oliveira" userId="5af9566427f0cd7a" providerId="LiveId" clId="{8562935F-B298-47A6-964D-F7E0BBDE29AD}" dt="2025-05-24T21:31:42.883" v="101" actId="478"/>
          <ac:picMkLst>
            <pc:docMk/>
            <pc:sldMk cId="2519461963" sldId="303"/>
            <ac:picMk id="2" creationId="{1EFFEBF7-8F3E-C311-CFF7-2BFFA2BD60D4}"/>
          </ac:picMkLst>
        </pc:picChg>
        <pc:picChg chg="add mod">
          <ac:chgData name="Leônidas Müller de Oliveira" userId="5af9566427f0cd7a" providerId="LiveId" clId="{8562935F-B298-47A6-964D-F7E0BBDE29AD}" dt="2025-05-24T21:31:53.515" v="105" actId="1076"/>
          <ac:picMkLst>
            <pc:docMk/>
            <pc:sldMk cId="2519461963" sldId="303"/>
            <ac:picMk id="3" creationId="{7E0D4A99-5572-AD4F-E054-0FA07944761A}"/>
          </ac:picMkLst>
        </pc:picChg>
      </pc:sldChg>
      <pc:sldChg chg="addSp delSp modSp add mod">
        <pc:chgData name="Leônidas Müller de Oliveira" userId="5af9566427f0cd7a" providerId="LiveId" clId="{8562935F-B298-47A6-964D-F7E0BBDE29AD}" dt="2025-05-24T21:44:09.343" v="389" actId="20577"/>
        <pc:sldMkLst>
          <pc:docMk/>
          <pc:sldMk cId="699166848" sldId="304"/>
        </pc:sldMkLst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2" creationId="{513814B8-131B-FA6D-CCB2-CB512EE7D143}"/>
          </ac:spMkLst>
        </pc:spChg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4" creationId="{19CAF257-5B93-0D3E-7081-CB3E4F3E7CC4}"/>
          </ac:spMkLst>
        </pc:spChg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5" creationId="{E203EE44-098B-20C4-F962-DD9E44F3A6F2}"/>
          </ac:spMkLst>
        </pc:spChg>
        <pc:spChg chg="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4T21:44:09.343" v="389" actId="20577"/>
          <ac:spMkLst>
            <pc:docMk/>
            <pc:sldMk cId="699166848" sldId="304"/>
            <ac:spMk id="143" creationId="{00000000-0000-0000-0000-000000000000}"/>
          </ac:spMkLst>
        </pc:spChg>
        <pc:picChg chg="del">
          <ac:chgData name="Leônidas Müller de Oliveira" userId="5af9566427f0cd7a" providerId="LiveId" clId="{8562935F-B298-47A6-964D-F7E0BBDE29AD}" dt="2025-05-24T21:33:18.357" v="107" actId="478"/>
          <ac:picMkLst>
            <pc:docMk/>
            <pc:sldMk cId="699166848" sldId="304"/>
            <ac:picMk id="3" creationId="{7E0D4A99-5572-AD4F-E054-0FA07944761A}"/>
          </ac:picMkLst>
        </pc:picChg>
      </pc:sldChg>
      <pc:sldChg chg="modSp add del mod">
        <pc:chgData name="Leônidas Müller de Oliveira" userId="5af9566427f0cd7a" providerId="LiveId" clId="{8562935F-B298-47A6-964D-F7E0BBDE29AD}" dt="2025-05-24T21:41:21.165" v="320" actId="47"/>
        <pc:sldMkLst>
          <pc:docMk/>
          <pc:sldMk cId="536172879" sldId="305"/>
        </pc:sldMkLst>
        <pc:spChg chg="mod">
          <ac:chgData name="Leônidas Müller de Oliveira" userId="5af9566427f0cd7a" providerId="LiveId" clId="{8562935F-B298-47A6-964D-F7E0BBDE29AD}" dt="2025-05-24T21:37:36.619" v="268" actId="20577"/>
          <ac:spMkLst>
            <pc:docMk/>
            <pc:sldMk cId="536172879" sldId="305"/>
            <ac:spMk id="7" creationId="{FD65234F-CE76-4586-9D67-44EDBAE0C0F0}"/>
          </ac:spMkLst>
        </pc:spChg>
      </pc:sldChg>
      <pc:sldChg chg="modSp add mod ord">
        <pc:chgData name="Leônidas Müller de Oliveira" userId="5af9566427f0cd7a" providerId="LiveId" clId="{8562935F-B298-47A6-964D-F7E0BBDE29AD}" dt="2025-05-24T21:42:43.388" v="330" actId="20577"/>
        <pc:sldMkLst>
          <pc:docMk/>
          <pc:sldMk cId="782874864" sldId="305"/>
        </pc:sldMkLst>
        <pc:spChg chg="mod">
          <ac:chgData name="Leônidas Müller de Oliveira" userId="5af9566427f0cd7a" providerId="LiveId" clId="{8562935F-B298-47A6-964D-F7E0BBDE29AD}" dt="2025-05-24T21:42:43.388" v="330" actId="20577"/>
          <ac:spMkLst>
            <pc:docMk/>
            <pc:sldMk cId="782874864" sldId="305"/>
            <ac:spMk id="7" creationId="{FD65234F-CE76-4586-9D67-44EDBAE0C0F0}"/>
          </ac:spMkLst>
        </pc:sp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86AB097D-25F3-4527-9EFD-ACB2A68473FA}"/>
    <pc:docChg chg="undo custSel addSld delSld modSld sldOrd">
      <pc:chgData name="Leônidas Müller de Oliveira" userId="5af9566427f0cd7a" providerId="LiveId" clId="{86AB097D-25F3-4527-9EFD-ACB2A68473FA}" dt="2025-05-27T01:23:50.641" v="1766" actId="478"/>
      <pc:docMkLst>
        <pc:docMk/>
      </pc:docMkLst>
      <pc:sldChg chg="modSp mod ord">
        <pc:chgData name="Leônidas Müller de Oliveira" userId="5af9566427f0cd7a" providerId="LiveId" clId="{86AB097D-25F3-4527-9EFD-ACB2A68473FA}" dt="2025-05-26T13:48:47.842" v="398" actId="20577"/>
        <pc:sldMkLst>
          <pc:docMk/>
          <pc:sldMk cId="3187776213" sldId="282"/>
        </pc:sldMkLst>
        <pc:spChg chg="mod">
          <ac:chgData name="Leônidas Müller de Oliveira" userId="5af9566427f0cd7a" providerId="LiveId" clId="{86AB097D-25F3-4527-9EFD-ACB2A68473FA}" dt="2025-05-25T23:20:54.398" v="143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86AB097D-25F3-4527-9EFD-ACB2A68473FA}" dt="2025-05-25T23:04:43.971" v="26" actId="404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86AB097D-25F3-4527-9EFD-ACB2A68473FA}" dt="2025-05-26T13:48:47.842" v="398" actId="20577"/>
          <ac:spMkLst>
            <pc:docMk/>
            <pc:sldMk cId="3187776213" sldId="28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1607192202" sldId="306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479345343" sldId="310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649029431" sldId="311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827965788" sldId="312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1537670932" sldId="313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1741338408" sldId="316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3613589037" sldId="317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93400512" sldId="319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884693581" sldId="320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2677890863" sldId="321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46754441" sldId="322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2302489053" sldId="323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2697965537" sldId="324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1518185224" sldId="325"/>
        </pc:sldMkLst>
      </pc:sldChg>
      <pc:sldChg chg="del">
        <pc:chgData name="Leônidas Müller de Oliveira" userId="5af9566427f0cd7a" providerId="LiveId" clId="{86AB097D-25F3-4527-9EFD-ACB2A68473FA}" dt="2025-05-26T13:47:40.445" v="388" actId="47"/>
        <pc:sldMkLst>
          <pc:docMk/>
          <pc:sldMk cId="1563064094" sldId="326"/>
        </pc:sldMkLst>
      </pc:sldChg>
      <pc:sldChg chg="addSp delSp modSp add mod">
        <pc:chgData name="Leônidas Müller de Oliveira" userId="5af9566427f0cd7a" providerId="LiveId" clId="{86AB097D-25F3-4527-9EFD-ACB2A68473FA}" dt="2025-05-27T01:23:44.518" v="1765" actId="478"/>
        <pc:sldMkLst>
          <pc:docMk/>
          <pc:sldMk cId="2364839686" sldId="327"/>
        </pc:sldMkLst>
        <pc:spChg chg="add mod">
          <ac:chgData name="Leônidas Müller de Oliveira" userId="5af9566427f0cd7a" providerId="LiveId" clId="{86AB097D-25F3-4527-9EFD-ACB2A68473FA}" dt="2025-05-26T13:21:16" v="262"/>
          <ac:spMkLst>
            <pc:docMk/>
            <pc:sldMk cId="2364839686" sldId="327"/>
            <ac:spMk id="2" creationId="{6477191B-9835-10D6-38B3-424A8C4EA1B7}"/>
          </ac:spMkLst>
        </pc:spChg>
        <pc:spChg chg="mod">
          <ac:chgData name="Leônidas Müller de Oliveira" userId="5af9566427f0cd7a" providerId="LiveId" clId="{86AB097D-25F3-4527-9EFD-ACB2A68473FA}" dt="2025-05-26T13:21:19.485" v="263" actId="1076"/>
          <ac:spMkLst>
            <pc:docMk/>
            <pc:sldMk cId="2364839686" sldId="327"/>
            <ac:spMk id="7" creationId="{FD65234F-CE76-4586-9D67-44EDBAE0C0F0}"/>
          </ac:spMkLst>
        </pc:spChg>
        <pc:spChg chg="del">
          <ac:chgData name="Leônidas Müller de Oliveira" userId="5af9566427f0cd7a" providerId="LiveId" clId="{86AB097D-25F3-4527-9EFD-ACB2A68473FA}" dt="2025-05-25T23:09:34.683" v="59" actId="478"/>
          <ac:spMkLst>
            <pc:docMk/>
            <pc:sldMk cId="2364839686" sldId="327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7T01:23:44.518" v="1765" actId="478"/>
          <ac:grpSpMkLst>
            <pc:docMk/>
            <pc:sldMk cId="2364839686" sldId="327"/>
            <ac:grpSpMk id="10" creationId="{9AAD8530-D567-87FD-D87E-BBCE9F1E7C4B}"/>
          </ac:grpSpMkLst>
        </pc:grpChg>
        <pc:grpChg chg="del mod">
          <ac:chgData name="Leônidas Müller de Oliveira" userId="5af9566427f0cd7a" providerId="LiveId" clId="{86AB097D-25F3-4527-9EFD-ACB2A68473FA}" dt="2025-05-27T01:23:44.518" v="1765" actId="478"/>
          <ac:grpSpMkLst>
            <pc:docMk/>
            <pc:sldMk cId="2364839686" sldId="327"/>
            <ac:grpSpMk id="13" creationId="{01F1D761-7A79-6C8E-7924-E851B642FE37}"/>
          </ac:grpSpMkLst>
        </pc:grpChg>
        <pc:picChg chg="add mod">
          <ac:chgData name="Leônidas Müller de Oliveira" userId="5af9566427f0cd7a" providerId="LiveId" clId="{86AB097D-25F3-4527-9EFD-ACB2A68473FA}" dt="2025-05-26T13:21:25.927" v="266" actId="1076"/>
          <ac:picMkLst>
            <pc:docMk/>
            <pc:sldMk cId="2364839686" sldId="327"/>
            <ac:picMk id="3" creationId="{BCD6A9FF-54A4-2F70-9410-B92A9D6F5DC8}"/>
          </ac:picMkLst>
        </pc:picChg>
        <pc:inkChg chg="add del">
          <ac:chgData name="Leônidas Müller de Oliveira" userId="5af9566427f0cd7a" providerId="LiveId" clId="{86AB097D-25F3-4527-9EFD-ACB2A68473FA}" dt="2025-05-27T01:18:30.999" v="1709" actId="478"/>
          <ac:inkMkLst>
            <pc:docMk/>
            <pc:sldMk cId="2364839686" sldId="327"/>
            <ac:inkMk id="4" creationId="{79D594AA-4718-D461-F7F5-9CD62CE2447D}"/>
          </ac:inkMkLst>
        </pc:inkChg>
        <pc:inkChg chg="add del">
          <ac:chgData name="Leônidas Müller de Oliveira" userId="5af9566427f0cd7a" providerId="LiveId" clId="{86AB097D-25F3-4527-9EFD-ACB2A68473FA}" dt="2025-05-27T01:18:30.999" v="1709" actId="478"/>
          <ac:inkMkLst>
            <pc:docMk/>
            <pc:sldMk cId="2364839686" sldId="327"/>
            <ac:inkMk id="5" creationId="{A700C41E-2036-60B4-B497-ADCAFDBC1B99}"/>
          </ac:inkMkLst>
        </pc:inkChg>
        <pc:inkChg chg="add del">
          <ac:chgData name="Leônidas Müller de Oliveira" userId="5af9566427f0cd7a" providerId="LiveId" clId="{86AB097D-25F3-4527-9EFD-ACB2A68473FA}" dt="2025-05-27T01:18:30.999" v="1709" actId="478"/>
          <ac:inkMkLst>
            <pc:docMk/>
            <pc:sldMk cId="2364839686" sldId="327"/>
            <ac:inkMk id="6" creationId="{E9CE6DFA-A54D-F711-2A08-FE33F9F02C34}"/>
          </ac:inkMkLst>
        </pc:inkChg>
        <pc:inkChg chg="add del mod topLvl">
          <ac:chgData name="Leônidas Müller de Oliveira" userId="5af9566427f0cd7a" providerId="LiveId" clId="{86AB097D-25F3-4527-9EFD-ACB2A68473FA}" dt="2025-05-27T01:23:44.518" v="1765" actId="478"/>
          <ac:inkMkLst>
            <pc:docMk/>
            <pc:sldMk cId="2364839686" sldId="327"/>
            <ac:inkMk id="8" creationId="{E3747E2C-613F-8587-11D0-C6A702C4DEB8}"/>
          </ac:inkMkLst>
        </pc:inkChg>
        <pc:inkChg chg="add del mod topLvl">
          <ac:chgData name="Leônidas Müller de Oliveira" userId="5af9566427f0cd7a" providerId="LiveId" clId="{86AB097D-25F3-4527-9EFD-ACB2A68473FA}" dt="2025-05-27T01:23:44.518" v="1765" actId="478"/>
          <ac:inkMkLst>
            <pc:docMk/>
            <pc:sldMk cId="2364839686" sldId="327"/>
            <ac:inkMk id="9" creationId="{F182D765-2077-0465-B858-8C4F0917EAC2}"/>
          </ac:inkMkLst>
        </pc:inkChg>
        <pc:inkChg chg="add del mod topLvl">
          <ac:chgData name="Leônidas Müller de Oliveira" userId="5af9566427f0cd7a" providerId="LiveId" clId="{86AB097D-25F3-4527-9EFD-ACB2A68473FA}" dt="2025-05-27T01:23:44.518" v="1765" actId="478"/>
          <ac:inkMkLst>
            <pc:docMk/>
            <pc:sldMk cId="2364839686" sldId="327"/>
            <ac:inkMk id="11" creationId="{A59B599F-EB39-71AB-C2C4-854DE782BEF6}"/>
          </ac:inkMkLst>
        </pc:inkChg>
        <pc:inkChg chg="add del mod topLvl">
          <ac:chgData name="Leônidas Müller de Oliveira" userId="5af9566427f0cd7a" providerId="LiveId" clId="{86AB097D-25F3-4527-9EFD-ACB2A68473FA}" dt="2025-05-27T01:23:44.518" v="1765" actId="478"/>
          <ac:inkMkLst>
            <pc:docMk/>
            <pc:sldMk cId="2364839686" sldId="327"/>
            <ac:inkMk id="12" creationId="{BEDC2C29-BCD0-0FC5-A162-0100E87CEC8D}"/>
          </ac:inkMkLst>
        </pc:inkChg>
      </pc:sldChg>
      <pc:sldChg chg="addSp delSp modSp add del mod">
        <pc:chgData name="Leônidas Müller de Oliveira" userId="5af9566427f0cd7a" providerId="LiveId" clId="{86AB097D-25F3-4527-9EFD-ACB2A68473FA}" dt="2025-05-26T13:47:40.445" v="388" actId="47"/>
        <pc:sldMkLst>
          <pc:docMk/>
          <pc:sldMk cId="413963354" sldId="328"/>
        </pc:sldMkLst>
        <pc:picChg chg="del">
          <ac:chgData name="Leônidas Müller de Oliveira" userId="5af9566427f0cd7a" providerId="LiveId" clId="{86AB097D-25F3-4527-9EFD-ACB2A68473FA}" dt="2025-05-25T23:11:20.926" v="72" actId="478"/>
          <ac:picMkLst>
            <pc:docMk/>
            <pc:sldMk cId="413963354" sldId="328"/>
            <ac:picMk id="3" creationId="{BCD6A9FF-54A4-2F70-9410-B92A9D6F5DC8}"/>
          </ac:picMkLst>
        </pc:picChg>
        <pc:picChg chg="add mod">
          <ac:chgData name="Leônidas Müller de Oliveira" userId="5af9566427f0cd7a" providerId="LiveId" clId="{86AB097D-25F3-4527-9EFD-ACB2A68473FA}" dt="2025-05-25T23:11:30.909" v="79" actId="1076"/>
          <ac:picMkLst>
            <pc:docMk/>
            <pc:sldMk cId="413963354" sldId="328"/>
            <ac:picMk id="4" creationId="{D5132E4F-4F95-4AD2-BCDE-90AF9845B007}"/>
          </ac:picMkLst>
        </pc:picChg>
      </pc:sldChg>
      <pc:sldChg chg="addSp delSp modSp add del mod">
        <pc:chgData name="Leônidas Müller de Oliveira" userId="5af9566427f0cd7a" providerId="LiveId" clId="{86AB097D-25F3-4527-9EFD-ACB2A68473FA}" dt="2025-05-26T13:47:40.445" v="388" actId="47"/>
        <pc:sldMkLst>
          <pc:docMk/>
          <pc:sldMk cId="4200416680" sldId="329"/>
        </pc:sldMkLst>
        <pc:spChg chg="mod">
          <ac:chgData name="Leônidas Müller de Oliveira" userId="5af9566427f0cd7a" providerId="LiveId" clId="{86AB097D-25F3-4527-9EFD-ACB2A68473FA}" dt="2025-05-25T23:12:05.269" v="83" actId="20577"/>
          <ac:spMkLst>
            <pc:docMk/>
            <pc:sldMk cId="4200416680" sldId="329"/>
            <ac:spMk id="7" creationId="{FD65234F-CE76-4586-9D67-44EDBAE0C0F0}"/>
          </ac:spMkLst>
        </pc:spChg>
        <pc:picChg chg="add mod">
          <ac:chgData name="Leônidas Müller de Oliveira" userId="5af9566427f0cd7a" providerId="LiveId" clId="{86AB097D-25F3-4527-9EFD-ACB2A68473FA}" dt="2025-05-25T23:12:55.219" v="92" actId="1076"/>
          <ac:picMkLst>
            <pc:docMk/>
            <pc:sldMk cId="4200416680" sldId="329"/>
            <ac:picMk id="3" creationId="{AE8C42A8-3C2D-1A92-5750-5ED778B4E942}"/>
          </ac:picMkLst>
        </pc:picChg>
        <pc:picChg chg="del">
          <ac:chgData name="Leônidas Müller de Oliveira" userId="5af9566427f0cd7a" providerId="LiveId" clId="{86AB097D-25F3-4527-9EFD-ACB2A68473FA}" dt="2025-05-25T23:12:20.837" v="84" actId="478"/>
          <ac:picMkLst>
            <pc:docMk/>
            <pc:sldMk cId="4200416680" sldId="329"/>
            <ac:picMk id="4" creationId="{D5132E4F-4F95-4AD2-BCDE-90AF9845B007}"/>
          </ac:picMkLst>
        </pc:picChg>
        <pc:picChg chg="add mod">
          <ac:chgData name="Leônidas Müller de Oliveira" userId="5af9566427f0cd7a" providerId="LiveId" clId="{86AB097D-25F3-4527-9EFD-ACB2A68473FA}" dt="2025-05-25T23:13:03.418" v="94" actId="14100"/>
          <ac:picMkLst>
            <pc:docMk/>
            <pc:sldMk cId="4200416680" sldId="329"/>
            <ac:picMk id="6" creationId="{14E4106C-833B-F261-AFD1-CC480CFAFD68}"/>
          </ac:picMkLst>
        </pc:picChg>
      </pc:sldChg>
      <pc:sldChg chg="addSp delSp modSp add del mod">
        <pc:chgData name="Leônidas Müller de Oliveira" userId="5af9566427f0cd7a" providerId="LiveId" clId="{86AB097D-25F3-4527-9EFD-ACB2A68473FA}" dt="2025-05-26T13:47:40.445" v="388" actId="47"/>
        <pc:sldMkLst>
          <pc:docMk/>
          <pc:sldMk cId="888251656" sldId="330"/>
        </pc:sldMkLst>
        <pc:spChg chg="mod">
          <ac:chgData name="Leônidas Müller de Oliveira" userId="5af9566427f0cd7a" providerId="LiveId" clId="{86AB097D-25F3-4527-9EFD-ACB2A68473FA}" dt="2025-05-25T23:13:30.822" v="99" actId="14100"/>
          <ac:spMkLst>
            <pc:docMk/>
            <pc:sldMk cId="888251656" sldId="330"/>
            <ac:spMk id="7" creationId="{FD65234F-CE76-4586-9D67-44EDBAE0C0F0}"/>
          </ac:spMkLst>
        </pc:spChg>
        <pc:picChg chg="del">
          <ac:chgData name="Leônidas Müller de Oliveira" userId="5af9566427f0cd7a" providerId="LiveId" clId="{86AB097D-25F3-4527-9EFD-ACB2A68473FA}" dt="2025-05-25T23:13:32.148" v="100" actId="478"/>
          <ac:picMkLst>
            <pc:docMk/>
            <pc:sldMk cId="888251656" sldId="330"/>
            <ac:picMk id="3" creationId="{AE8C42A8-3C2D-1A92-5750-5ED778B4E942}"/>
          </ac:picMkLst>
        </pc:picChg>
        <pc:picChg chg="add mod">
          <ac:chgData name="Leônidas Müller de Oliveira" userId="5af9566427f0cd7a" providerId="LiveId" clId="{86AB097D-25F3-4527-9EFD-ACB2A68473FA}" dt="2025-05-25T23:14:03.725" v="105" actId="1076"/>
          <ac:picMkLst>
            <pc:docMk/>
            <pc:sldMk cId="888251656" sldId="330"/>
            <ac:picMk id="4" creationId="{03DA3DC0-B53C-4288-5F05-A83FEEADAD2E}"/>
          </ac:picMkLst>
        </pc:picChg>
        <pc:picChg chg="del">
          <ac:chgData name="Leônidas Müller de Oliveira" userId="5af9566427f0cd7a" providerId="LiveId" clId="{86AB097D-25F3-4527-9EFD-ACB2A68473FA}" dt="2025-05-25T23:13:43.648" v="101" actId="478"/>
          <ac:picMkLst>
            <pc:docMk/>
            <pc:sldMk cId="888251656" sldId="330"/>
            <ac:picMk id="6" creationId="{14E4106C-833B-F261-AFD1-CC480CFAFD68}"/>
          </ac:picMkLst>
        </pc:picChg>
      </pc:sldChg>
      <pc:sldChg chg="addSp delSp modSp add del mod">
        <pc:chgData name="Leônidas Müller de Oliveira" userId="5af9566427f0cd7a" providerId="LiveId" clId="{86AB097D-25F3-4527-9EFD-ACB2A68473FA}" dt="2025-05-26T13:47:40.445" v="388" actId="47"/>
        <pc:sldMkLst>
          <pc:docMk/>
          <pc:sldMk cId="2788659301" sldId="331"/>
        </pc:sldMkLst>
        <pc:picChg chg="add mod">
          <ac:chgData name="Leônidas Müller de Oliveira" userId="5af9566427f0cd7a" providerId="LiveId" clId="{86AB097D-25F3-4527-9EFD-ACB2A68473FA}" dt="2025-05-25T23:14:31.740" v="111" actId="1076"/>
          <ac:picMkLst>
            <pc:docMk/>
            <pc:sldMk cId="2788659301" sldId="331"/>
            <ac:picMk id="3" creationId="{CE4355A4-2D85-2B2C-622A-A5C0AEA7271C}"/>
          </ac:picMkLst>
        </pc:picChg>
        <pc:picChg chg="del">
          <ac:chgData name="Leônidas Müller de Oliveira" userId="5af9566427f0cd7a" providerId="LiveId" clId="{86AB097D-25F3-4527-9EFD-ACB2A68473FA}" dt="2025-05-25T23:14:13.547" v="107" actId="478"/>
          <ac:picMkLst>
            <pc:docMk/>
            <pc:sldMk cId="2788659301" sldId="331"/>
            <ac:picMk id="4" creationId="{03DA3DC0-B53C-4288-5F05-A83FEEADAD2E}"/>
          </ac:picMkLst>
        </pc:picChg>
      </pc:sldChg>
      <pc:sldChg chg="addSp delSp modSp add del mod">
        <pc:chgData name="Leônidas Müller de Oliveira" userId="5af9566427f0cd7a" providerId="LiveId" clId="{86AB097D-25F3-4527-9EFD-ACB2A68473FA}" dt="2025-05-26T13:47:40.445" v="388" actId="47"/>
        <pc:sldMkLst>
          <pc:docMk/>
          <pc:sldMk cId="3389317657" sldId="332"/>
        </pc:sldMkLst>
        <pc:spChg chg="mod">
          <ac:chgData name="Leônidas Müller de Oliveira" userId="5af9566427f0cd7a" providerId="LiveId" clId="{86AB097D-25F3-4527-9EFD-ACB2A68473FA}" dt="2025-05-25T23:15:06.325" v="117" actId="20577"/>
          <ac:spMkLst>
            <pc:docMk/>
            <pc:sldMk cId="3389317657" sldId="332"/>
            <ac:spMk id="7" creationId="{FD65234F-CE76-4586-9D67-44EDBAE0C0F0}"/>
          </ac:spMkLst>
        </pc:spChg>
        <pc:picChg chg="del">
          <ac:chgData name="Leônidas Müller de Oliveira" userId="5af9566427f0cd7a" providerId="LiveId" clId="{86AB097D-25F3-4527-9EFD-ACB2A68473FA}" dt="2025-05-25T23:15:16.172" v="118" actId="478"/>
          <ac:picMkLst>
            <pc:docMk/>
            <pc:sldMk cId="3389317657" sldId="332"/>
            <ac:picMk id="3" creationId="{CE4355A4-2D85-2B2C-622A-A5C0AEA7271C}"/>
          </ac:picMkLst>
        </pc:picChg>
        <pc:picChg chg="add mod">
          <ac:chgData name="Leônidas Müller de Oliveira" userId="5af9566427f0cd7a" providerId="LiveId" clId="{86AB097D-25F3-4527-9EFD-ACB2A68473FA}" dt="2025-05-25T23:15:37.377" v="122" actId="14100"/>
          <ac:picMkLst>
            <pc:docMk/>
            <pc:sldMk cId="3389317657" sldId="332"/>
            <ac:picMk id="4" creationId="{27A36640-3FBA-A77C-497B-FA72C8F366C1}"/>
          </ac:picMkLst>
        </pc:picChg>
      </pc:sldChg>
      <pc:sldChg chg="addSp delSp modSp add del mod">
        <pc:chgData name="Leônidas Müller de Oliveira" userId="5af9566427f0cd7a" providerId="LiveId" clId="{86AB097D-25F3-4527-9EFD-ACB2A68473FA}" dt="2025-05-26T13:47:40.445" v="388" actId="47"/>
        <pc:sldMkLst>
          <pc:docMk/>
          <pc:sldMk cId="684141292" sldId="333"/>
        </pc:sldMkLst>
        <pc:picChg chg="add mod">
          <ac:chgData name="Leônidas Müller de Oliveira" userId="5af9566427f0cd7a" providerId="LiveId" clId="{86AB097D-25F3-4527-9EFD-ACB2A68473FA}" dt="2025-05-25T23:16:04.675" v="128" actId="14100"/>
          <ac:picMkLst>
            <pc:docMk/>
            <pc:sldMk cId="684141292" sldId="333"/>
            <ac:picMk id="3" creationId="{19355B35-3D4B-ECE0-55CB-1DFDC910ACDB}"/>
          </ac:picMkLst>
        </pc:picChg>
        <pc:picChg chg="del">
          <ac:chgData name="Leônidas Müller de Oliveira" userId="5af9566427f0cd7a" providerId="LiveId" clId="{86AB097D-25F3-4527-9EFD-ACB2A68473FA}" dt="2025-05-25T23:15:57.182" v="124" actId="478"/>
          <ac:picMkLst>
            <pc:docMk/>
            <pc:sldMk cId="684141292" sldId="333"/>
            <ac:picMk id="4" creationId="{27A36640-3FBA-A77C-497B-FA72C8F366C1}"/>
          </ac:picMkLst>
        </pc:picChg>
      </pc:sldChg>
      <pc:sldChg chg="addSp delSp modSp add del mod">
        <pc:chgData name="Leônidas Müller de Oliveira" userId="5af9566427f0cd7a" providerId="LiveId" clId="{86AB097D-25F3-4527-9EFD-ACB2A68473FA}" dt="2025-05-26T13:47:40.445" v="388" actId="47"/>
        <pc:sldMkLst>
          <pc:docMk/>
          <pc:sldMk cId="4033839822" sldId="334"/>
        </pc:sldMkLst>
        <pc:spChg chg="mod">
          <ac:chgData name="Leônidas Müller de Oliveira" userId="5af9566427f0cd7a" providerId="LiveId" clId="{86AB097D-25F3-4527-9EFD-ACB2A68473FA}" dt="2025-05-25T23:16:50.124" v="133" actId="20577"/>
          <ac:spMkLst>
            <pc:docMk/>
            <pc:sldMk cId="4033839822" sldId="334"/>
            <ac:spMk id="7" creationId="{FD65234F-CE76-4586-9D67-44EDBAE0C0F0}"/>
          </ac:spMkLst>
        </pc:spChg>
        <pc:picChg chg="del">
          <ac:chgData name="Leônidas Müller de Oliveira" userId="5af9566427f0cd7a" providerId="LiveId" clId="{86AB097D-25F3-4527-9EFD-ACB2A68473FA}" dt="2025-05-25T23:17:30.787" v="134" actId="478"/>
          <ac:picMkLst>
            <pc:docMk/>
            <pc:sldMk cId="4033839822" sldId="334"/>
            <ac:picMk id="3" creationId="{19355B35-3D4B-ECE0-55CB-1DFDC910ACDB}"/>
          </ac:picMkLst>
        </pc:picChg>
        <pc:picChg chg="add mod">
          <ac:chgData name="Leônidas Müller de Oliveira" userId="5af9566427f0cd7a" providerId="LiveId" clId="{86AB097D-25F3-4527-9EFD-ACB2A68473FA}" dt="2025-05-25T23:17:35.986" v="137" actId="1076"/>
          <ac:picMkLst>
            <pc:docMk/>
            <pc:sldMk cId="4033839822" sldId="334"/>
            <ac:picMk id="4" creationId="{D7223B86-AF31-7C12-E014-780EC14E5827}"/>
          </ac:picMkLst>
        </pc:picChg>
      </pc:sldChg>
      <pc:sldChg chg="addSp delSp modSp add del mod">
        <pc:chgData name="Leônidas Müller de Oliveira" userId="5af9566427f0cd7a" providerId="LiveId" clId="{86AB097D-25F3-4527-9EFD-ACB2A68473FA}" dt="2025-05-26T13:47:40.445" v="388" actId="47"/>
        <pc:sldMkLst>
          <pc:docMk/>
          <pc:sldMk cId="304856718" sldId="335"/>
        </pc:sldMkLst>
        <pc:picChg chg="add mod">
          <ac:chgData name="Leônidas Müller de Oliveira" userId="5af9566427f0cd7a" providerId="LiveId" clId="{86AB097D-25F3-4527-9EFD-ACB2A68473FA}" dt="2025-05-25T23:17:59.558" v="142" actId="1076"/>
          <ac:picMkLst>
            <pc:docMk/>
            <pc:sldMk cId="304856718" sldId="335"/>
            <ac:picMk id="3" creationId="{1D80F132-B070-AB82-D786-E5E0CF04C0AE}"/>
          </ac:picMkLst>
        </pc:picChg>
        <pc:picChg chg="del">
          <ac:chgData name="Leônidas Müller de Oliveira" userId="5af9566427f0cd7a" providerId="LiveId" clId="{86AB097D-25F3-4527-9EFD-ACB2A68473FA}" dt="2025-05-25T23:17:54.403" v="139" actId="478"/>
          <ac:picMkLst>
            <pc:docMk/>
            <pc:sldMk cId="304856718" sldId="335"/>
            <ac:picMk id="4" creationId="{D7223B86-AF31-7C12-E014-780EC14E5827}"/>
          </ac:picMkLst>
        </pc:picChg>
      </pc:sldChg>
      <pc:sldChg chg="addSp delSp modSp add mod">
        <pc:chgData name="Leônidas Müller de Oliveira" userId="5af9566427f0cd7a" providerId="LiveId" clId="{86AB097D-25F3-4527-9EFD-ACB2A68473FA}" dt="2025-05-27T00:44:16.448" v="1249" actId="478"/>
        <pc:sldMkLst>
          <pc:docMk/>
          <pc:sldMk cId="232982242" sldId="336"/>
        </pc:sldMkLst>
        <pc:spChg chg="mod">
          <ac:chgData name="Leônidas Müller de Oliveira" userId="5af9566427f0cd7a" providerId="LiveId" clId="{86AB097D-25F3-4527-9EFD-ACB2A68473FA}" dt="2025-05-26T14:59:44.446" v="579" actId="20577"/>
          <ac:spMkLst>
            <pc:docMk/>
            <pc:sldMk cId="232982242" sldId="336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6T14:58:53.932" v="559"/>
          <ac:grpSpMkLst>
            <pc:docMk/>
            <pc:sldMk cId="232982242" sldId="336"/>
            <ac:grpSpMk id="17" creationId="{5CA23E59-90EF-F0D7-0BAB-F26A0AEB9700}"/>
          </ac:grpSpMkLst>
        </pc:grpChg>
        <pc:grpChg chg="del mod">
          <ac:chgData name="Leônidas Müller de Oliveira" userId="5af9566427f0cd7a" providerId="LiveId" clId="{86AB097D-25F3-4527-9EFD-ACB2A68473FA}" dt="2025-05-26T14:58:53.932" v="559"/>
          <ac:grpSpMkLst>
            <pc:docMk/>
            <pc:sldMk cId="232982242" sldId="336"/>
            <ac:grpSpMk id="18" creationId="{73788891-38B0-14DF-D804-C2A6781DABD5}"/>
          </ac:grpSpMkLst>
        </pc:grpChg>
        <pc:grpChg chg="del mod">
          <ac:chgData name="Leônidas Müller de Oliveira" userId="5af9566427f0cd7a" providerId="LiveId" clId="{86AB097D-25F3-4527-9EFD-ACB2A68473FA}" dt="2025-05-26T14:58:54.886" v="561"/>
          <ac:grpSpMkLst>
            <pc:docMk/>
            <pc:sldMk cId="232982242" sldId="336"/>
            <ac:grpSpMk id="19" creationId="{BE9314AD-BF42-2C9A-523A-90F014B5AC21}"/>
          </ac:grpSpMkLst>
        </pc:grpChg>
        <pc:grpChg chg="del mod">
          <ac:chgData name="Leônidas Müller de Oliveira" userId="5af9566427f0cd7a" providerId="LiveId" clId="{86AB097D-25F3-4527-9EFD-ACB2A68473FA}" dt="2025-05-26T14:58:59.336" v="567"/>
          <ac:grpSpMkLst>
            <pc:docMk/>
            <pc:sldMk cId="232982242" sldId="336"/>
            <ac:grpSpMk id="21" creationId="{1E40C751-4DFC-F144-C839-89883C3FC7EE}"/>
          </ac:grpSpMkLst>
        </pc:grpChg>
        <pc:grpChg chg="del mod">
          <ac:chgData name="Leônidas Müller de Oliveira" userId="5af9566427f0cd7a" providerId="LiveId" clId="{86AB097D-25F3-4527-9EFD-ACB2A68473FA}" dt="2025-05-26T14:59:50.989" v="580" actId="478"/>
          <ac:grpSpMkLst>
            <pc:docMk/>
            <pc:sldMk cId="232982242" sldId="336"/>
            <ac:grpSpMk id="27" creationId="{6CB6BBE0-DD12-98E9-8A8C-C8830E8EB307}"/>
          </ac:grpSpMkLst>
        </pc:grpChg>
        <pc:grpChg chg="del mod">
          <ac:chgData name="Leônidas Müller de Oliveira" userId="5af9566427f0cd7a" providerId="LiveId" clId="{86AB097D-25F3-4527-9EFD-ACB2A68473FA}" dt="2025-05-26T15:00:54.141" v="598"/>
          <ac:grpSpMkLst>
            <pc:docMk/>
            <pc:sldMk cId="232982242" sldId="336"/>
            <ac:grpSpMk id="39" creationId="{790D8C4D-9D6E-AE13-9B76-D3B95AD6942B}"/>
          </ac:grpSpMkLst>
        </pc:grpChg>
        <pc:grpChg chg="del mod">
          <ac:chgData name="Leônidas Müller de Oliveira" userId="5af9566427f0cd7a" providerId="LiveId" clId="{86AB097D-25F3-4527-9EFD-ACB2A68473FA}" dt="2025-05-26T15:00:58.904" v="603"/>
          <ac:grpSpMkLst>
            <pc:docMk/>
            <pc:sldMk cId="232982242" sldId="336"/>
            <ac:grpSpMk id="45" creationId="{9A901994-961F-B56B-0935-ABFC58B2A0C1}"/>
          </ac:grpSpMkLst>
        </pc:grpChg>
        <pc:grpChg chg="del mod">
          <ac:chgData name="Leônidas Müller de Oliveira" userId="5af9566427f0cd7a" providerId="LiveId" clId="{86AB097D-25F3-4527-9EFD-ACB2A68473FA}" dt="2025-05-26T15:04:17.469" v="685" actId="478"/>
          <ac:grpSpMkLst>
            <pc:docMk/>
            <pc:sldMk cId="232982242" sldId="336"/>
            <ac:grpSpMk id="50" creationId="{1B131FF0-FBE8-F8BB-910B-495EE3C99704}"/>
          </ac:grpSpMkLst>
        </pc:grpChg>
        <pc:grpChg chg="del mod">
          <ac:chgData name="Leônidas Müller de Oliveira" userId="5af9566427f0cd7a" providerId="LiveId" clId="{86AB097D-25F3-4527-9EFD-ACB2A68473FA}" dt="2025-05-26T15:01:09.299" v="609"/>
          <ac:grpSpMkLst>
            <pc:docMk/>
            <pc:sldMk cId="232982242" sldId="336"/>
            <ac:grpSpMk id="53" creationId="{E16AE250-B090-57B5-C06F-EA0EC06D7279}"/>
          </ac:grpSpMkLst>
        </pc:grpChg>
        <pc:grpChg chg="del mod">
          <ac:chgData name="Leônidas Müller de Oliveira" userId="5af9566427f0cd7a" providerId="LiveId" clId="{86AB097D-25F3-4527-9EFD-ACB2A68473FA}" dt="2025-05-26T15:01:25.944" v="614"/>
          <ac:grpSpMkLst>
            <pc:docMk/>
            <pc:sldMk cId="232982242" sldId="336"/>
            <ac:grpSpMk id="56" creationId="{A6921E9E-7687-3D3E-F04C-627188B18C73}"/>
          </ac:grpSpMkLst>
        </pc:grpChg>
        <pc:grpChg chg="del mod">
          <ac:chgData name="Leônidas Müller de Oliveira" userId="5af9566427f0cd7a" providerId="LiveId" clId="{86AB097D-25F3-4527-9EFD-ACB2A68473FA}" dt="2025-05-27T00:42:26.103" v="1198" actId="478"/>
          <ac:grpSpMkLst>
            <pc:docMk/>
            <pc:sldMk cId="232982242" sldId="336"/>
            <ac:grpSpMk id="61" creationId="{8F297A60-A952-B456-AE38-F65E2084D89E}"/>
          </ac:grpSpMkLst>
        </pc:grpChg>
        <pc:grpChg chg="del mod">
          <ac:chgData name="Leônidas Müller de Oliveira" userId="5af9566427f0cd7a" providerId="LiveId" clId="{86AB097D-25F3-4527-9EFD-ACB2A68473FA}" dt="2025-05-27T00:43:08.303" v="1218"/>
          <ac:grpSpMkLst>
            <pc:docMk/>
            <pc:sldMk cId="232982242" sldId="336"/>
            <ac:grpSpMk id="142" creationId="{F4A77B57-B9C6-DB9C-4D9B-9A25DE1329C4}"/>
          </ac:grpSpMkLst>
        </pc:grpChg>
        <pc:grpChg chg="del mod">
          <ac:chgData name="Leônidas Müller de Oliveira" userId="5af9566427f0cd7a" providerId="LiveId" clId="{86AB097D-25F3-4527-9EFD-ACB2A68473FA}" dt="2025-05-27T00:43:12.263" v="1221"/>
          <ac:grpSpMkLst>
            <pc:docMk/>
            <pc:sldMk cId="232982242" sldId="336"/>
            <ac:grpSpMk id="148" creationId="{EABA7057-B338-1074-5212-45EBA4C53592}"/>
          </ac:grpSpMkLst>
        </pc:grpChg>
        <pc:grpChg chg="del mod">
          <ac:chgData name="Leônidas Müller de Oliveira" userId="5af9566427f0cd7a" providerId="LiveId" clId="{86AB097D-25F3-4527-9EFD-ACB2A68473FA}" dt="2025-05-27T00:43:14.070" v="1223"/>
          <ac:grpSpMkLst>
            <pc:docMk/>
            <pc:sldMk cId="232982242" sldId="336"/>
            <ac:grpSpMk id="151" creationId="{2F7375DF-15D3-C96B-F13F-39B6B44DBE78}"/>
          </ac:grpSpMkLst>
        </pc:grpChg>
        <pc:grpChg chg="del mod">
          <ac:chgData name="Leônidas Müller de Oliveira" userId="5af9566427f0cd7a" providerId="LiveId" clId="{86AB097D-25F3-4527-9EFD-ACB2A68473FA}" dt="2025-05-27T00:43:16.866" v="1226"/>
          <ac:grpSpMkLst>
            <pc:docMk/>
            <pc:sldMk cId="232982242" sldId="336"/>
            <ac:grpSpMk id="153" creationId="{E8B0C48C-1347-8151-552B-2200E2E75DB8}"/>
          </ac:grpSpMkLst>
        </pc:grpChg>
        <pc:grpChg chg="del mod">
          <ac:chgData name="Leônidas Müller de Oliveira" userId="5af9566427f0cd7a" providerId="LiveId" clId="{86AB097D-25F3-4527-9EFD-ACB2A68473FA}" dt="2025-05-27T00:43:21.184" v="1231"/>
          <ac:grpSpMkLst>
            <pc:docMk/>
            <pc:sldMk cId="232982242" sldId="336"/>
            <ac:grpSpMk id="156" creationId="{03FB23D0-9C0F-3B65-5357-EF4A0D7550DA}"/>
          </ac:grpSpMkLst>
        </pc:grpChg>
        <pc:grpChg chg="del mod">
          <ac:chgData name="Leônidas Müller de Oliveira" userId="5af9566427f0cd7a" providerId="LiveId" clId="{86AB097D-25F3-4527-9EFD-ACB2A68473FA}" dt="2025-05-27T00:43:29.918" v="1233"/>
          <ac:grpSpMkLst>
            <pc:docMk/>
            <pc:sldMk cId="232982242" sldId="336"/>
            <ac:grpSpMk id="161" creationId="{500D7DA3-134B-AE6A-30BB-84094A1EDA15}"/>
          </ac:grpSpMkLst>
        </pc:grpChg>
        <pc:grpChg chg="del mod">
          <ac:chgData name="Leônidas Müller de Oliveira" userId="5af9566427f0cd7a" providerId="LiveId" clId="{86AB097D-25F3-4527-9EFD-ACB2A68473FA}" dt="2025-05-27T00:44:11.304" v="1246"/>
          <ac:grpSpMkLst>
            <pc:docMk/>
            <pc:sldMk cId="232982242" sldId="336"/>
            <ac:grpSpMk id="163" creationId="{7D69DD20-5CC1-001F-21F8-E917D25533A9}"/>
          </ac:grpSpMkLst>
        </pc:grpChg>
        <pc:grpChg chg="del mod">
          <ac:chgData name="Leônidas Müller de Oliveira" userId="5af9566427f0cd7a" providerId="LiveId" clId="{86AB097D-25F3-4527-9EFD-ACB2A68473FA}" dt="2025-05-27T00:43:47.366" v="1238"/>
          <ac:grpSpMkLst>
            <pc:docMk/>
            <pc:sldMk cId="232982242" sldId="336"/>
            <ac:grpSpMk id="166" creationId="{870BAAC4-2632-24B9-F2FB-EE9899AA81F4}"/>
          </ac:grpSpMkLst>
        </pc:grpChg>
        <pc:grpChg chg="del mod">
          <ac:chgData name="Leônidas Müller de Oliveira" userId="5af9566427f0cd7a" providerId="LiveId" clId="{86AB097D-25F3-4527-9EFD-ACB2A68473FA}" dt="2025-05-27T00:44:16.448" v="1249" actId="478"/>
          <ac:grpSpMkLst>
            <pc:docMk/>
            <pc:sldMk cId="232982242" sldId="336"/>
            <ac:grpSpMk id="168" creationId="{CC62C895-D626-66EA-1024-62D8DA0AE9E4}"/>
          </ac:grpSpMkLst>
        </pc:grpChg>
        <pc:grpChg chg="del mod">
          <ac:chgData name="Leônidas Müller de Oliveira" userId="5af9566427f0cd7a" providerId="LiveId" clId="{86AB097D-25F3-4527-9EFD-ACB2A68473FA}" dt="2025-05-27T00:44:16.448" v="1249" actId="478"/>
          <ac:grpSpMkLst>
            <pc:docMk/>
            <pc:sldMk cId="232982242" sldId="336"/>
            <ac:grpSpMk id="173" creationId="{DD175116-8292-9F9B-9DFD-AA928524DACA}"/>
          </ac:grpSpMkLst>
        </pc:grpChg>
        <pc:grpChg chg="del mod">
          <ac:chgData name="Leônidas Müller de Oliveira" userId="5af9566427f0cd7a" providerId="LiveId" clId="{86AB097D-25F3-4527-9EFD-ACB2A68473FA}" dt="2025-05-27T00:44:12.303" v="1248"/>
          <ac:grpSpMkLst>
            <pc:docMk/>
            <pc:sldMk cId="232982242" sldId="336"/>
            <ac:grpSpMk id="176" creationId="{C8B8311A-B9F5-F2EA-7DB9-1594B1FC600A}"/>
          </ac:grpSpMkLst>
        </pc:grpChg>
        <pc:grpChg chg="del mod">
          <ac:chgData name="Leônidas Müller de Oliveira" userId="5af9566427f0cd7a" providerId="LiveId" clId="{86AB097D-25F3-4527-9EFD-ACB2A68473FA}" dt="2025-05-27T00:44:16.448" v="1249" actId="478"/>
          <ac:grpSpMkLst>
            <pc:docMk/>
            <pc:sldMk cId="232982242" sldId="336"/>
            <ac:grpSpMk id="178" creationId="{67D32688-CC83-D47D-09E2-DFF8AAFDF747}"/>
          </ac:grpSpMkLst>
        </pc:grpChg>
        <pc:inkChg chg="add del">
          <ac:chgData name="Leônidas Müller de Oliveira" userId="5af9566427f0cd7a" providerId="LiveId" clId="{86AB097D-25F3-4527-9EFD-ACB2A68473FA}" dt="2025-05-26T15:04:21.292" v="689" actId="478"/>
          <ac:inkMkLst>
            <pc:docMk/>
            <pc:sldMk cId="232982242" sldId="336"/>
            <ac:inkMk id="2" creationId="{42C17B8B-ED0B-A082-451B-3661AF6C56C1}"/>
          </ac:inkMkLst>
        </pc:inkChg>
        <pc:inkChg chg="add del">
          <ac:chgData name="Leônidas Müller de Oliveira" userId="5af9566427f0cd7a" providerId="LiveId" clId="{86AB097D-25F3-4527-9EFD-ACB2A68473FA}" dt="2025-05-26T15:04:22.061" v="690" actId="478"/>
          <ac:inkMkLst>
            <pc:docMk/>
            <pc:sldMk cId="232982242" sldId="336"/>
            <ac:inkMk id="3" creationId="{0C1C9773-E37C-4158-ADCD-7840EC78714A}"/>
          </ac:inkMkLst>
        </pc:inkChg>
        <pc:inkChg chg="add del">
          <ac:chgData name="Leônidas Müller de Oliveira" userId="5af9566427f0cd7a" providerId="LiveId" clId="{86AB097D-25F3-4527-9EFD-ACB2A68473FA}" dt="2025-05-26T15:04:19.708" v="687" actId="478"/>
          <ac:inkMkLst>
            <pc:docMk/>
            <pc:sldMk cId="232982242" sldId="336"/>
            <ac:inkMk id="4" creationId="{F8E2699F-4CC6-C6E8-58FB-84CA375CE5CB}"/>
          </ac:inkMkLst>
        </pc:inkChg>
        <pc:inkChg chg="add del mod">
          <ac:chgData name="Leônidas Müller de Oliveira" userId="5af9566427f0cd7a" providerId="LiveId" clId="{86AB097D-25F3-4527-9EFD-ACB2A68473FA}" dt="2025-05-26T14:59:51.997" v="581" actId="478"/>
          <ac:inkMkLst>
            <pc:docMk/>
            <pc:sldMk cId="232982242" sldId="336"/>
            <ac:inkMk id="5" creationId="{E51E4377-A68E-F9E6-314F-5528D5943CF8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6" creationId="{CA1D3A28-75F5-8E33-CAB3-A9CC341F1224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8" creationId="{A53D2F9D-A2E4-E697-805D-643EDD471D85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9" creationId="{A668E51E-4E86-C638-D895-A526F09AE5F7}"/>
          </ac:inkMkLst>
        </pc:inkChg>
        <pc:inkChg chg="add del mod">
          <ac:chgData name="Leônidas Müller de Oliveira" userId="5af9566427f0cd7a" providerId="LiveId" clId="{86AB097D-25F3-4527-9EFD-ACB2A68473FA}" dt="2025-05-26T14:59:16.438" v="571" actId="478"/>
          <ac:inkMkLst>
            <pc:docMk/>
            <pc:sldMk cId="232982242" sldId="336"/>
            <ac:inkMk id="10" creationId="{92396156-816F-6910-FF34-160CD1707AEE}"/>
          </ac:inkMkLst>
        </pc:inkChg>
        <pc:inkChg chg="add del mod">
          <ac:chgData name="Leônidas Müller de Oliveira" userId="5af9566427f0cd7a" providerId="LiveId" clId="{86AB097D-25F3-4527-9EFD-ACB2A68473FA}" dt="2025-05-26T14:59:13.053" v="569" actId="478"/>
          <ac:inkMkLst>
            <pc:docMk/>
            <pc:sldMk cId="232982242" sldId="336"/>
            <ac:inkMk id="11" creationId="{E8B965F5-CB70-4FED-8FDE-B4CFC7053112}"/>
          </ac:inkMkLst>
        </pc:inkChg>
        <pc:inkChg chg="add del mod">
          <ac:chgData name="Leônidas Müller de Oliveira" userId="5af9566427f0cd7a" providerId="LiveId" clId="{86AB097D-25F3-4527-9EFD-ACB2A68473FA}" dt="2025-05-26T14:59:18.317" v="572" actId="478"/>
          <ac:inkMkLst>
            <pc:docMk/>
            <pc:sldMk cId="232982242" sldId="336"/>
            <ac:inkMk id="12" creationId="{E28643DE-006C-7FE7-9C91-2576C6E1AE4E}"/>
          </ac:inkMkLst>
        </pc:inkChg>
        <pc:inkChg chg="add del mod">
          <ac:chgData name="Leônidas Müller de Oliveira" userId="5af9566427f0cd7a" providerId="LiveId" clId="{86AB097D-25F3-4527-9EFD-ACB2A68473FA}" dt="2025-05-26T14:59:14.776" v="570" actId="478"/>
          <ac:inkMkLst>
            <pc:docMk/>
            <pc:sldMk cId="232982242" sldId="336"/>
            <ac:inkMk id="13" creationId="{7DB29073-A8DD-94BD-CF02-A50CE7544D67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14" creationId="{C009881C-9A02-D8CD-3CAC-B1AB76B7EAAD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15" creationId="{F2687152-22F0-539E-AFE7-B0442E7EB2E0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16" creationId="{0C2BB841-05E1-9C3F-94D5-3A46371EC44B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20" creationId="{CA97947B-347F-E0F6-615E-C4228330095B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22" creationId="{CF720C93-4723-B756-6DDF-7B984DAC2466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23" creationId="{C8F7DA24-5A0D-3B57-4BDA-9D12DF1F9EAA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24" creationId="{B57A2F7F-35EB-1967-BDD3-06731355FC03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25" creationId="{30B61507-E781-B112-4647-3DC9AF98A203}"/>
          </ac:inkMkLst>
        </pc:inkChg>
        <pc:inkChg chg="add mod">
          <ac:chgData name="Leônidas Müller de Oliveira" userId="5af9566427f0cd7a" providerId="LiveId" clId="{86AB097D-25F3-4527-9EFD-ACB2A68473FA}" dt="2025-05-26T14:58:59.336" v="567"/>
          <ac:inkMkLst>
            <pc:docMk/>
            <pc:sldMk cId="232982242" sldId="336"/>
            <ac:inkMk id="26" creationId="{097E923D-1BF8-1006-7F06-E9F58733C947}"/>
          </ac:inkMkLst>
        </pc:inkChg>
        <pc:inkChg chg="add del">
          <ac:chgData name="Leônidas Müller de Oliveira" userId="5af9566427f0cd7a" providerId="LiveId" clId="{86AB097D-25F3-4527-9EFD-ACB2A68473FA}" dt="2025-05-26T15:04:23.695" v="691" actId="478"/>
          <ac:inkMkLst>
            <pc:docMk/>
            <pc:sldMk cId="232982242" sldId="336"/>
            <ac:inkMk id="28" creationId="{2E999972-39AC-4752-EFE7-8FD10318C9B3}"/>
          </ac:inkMkLst>
        </pc:inkChg>
        <pc:inkChg chg="add del">
          <ac:chgData name="Leônidas Müller de Oliveira" userId="5af9566427f0cd7a" providerId="LiveId" clId="{86AB097D-25F3-4527-9EFD-ACB2A68473FA}" dt="2025-05-26T15:04:24.622" v="692" actId="478"/>
          <ac:inkMkLst>
            <pc:docMk/>
            <pc:sldMk cId="232982242" sldId="336"/>
            <ac:inkMk id="29" creationId="{62D8CE75-F601-F4AD-2D8E-648D794C25CB}"/>
          </ac:inkMkLst>
        </pc:inkChg>
        <pc:inkChg chg="add del">
          <ac:chgData name="Leônidas Müller de Oliveira" userId="5af9566427f0cd7a" providerId="LiveId" clId="{86AB097D-25F3-4527-9EFD-ACB2A68473FA}" dt="2025-05-26T15:04:20.411" v="688" actId="478"/>
          <ac:inkMkLst>
            <pc:docMk/>
            <pc:sldMk cId="232982242" sldId="336"/>
            <ac:inkMk id="30" creationId="{69224D22-06FC-7173-7F9F-FE68453A4639}"/>
          </ac:inkMkLst>
        </pc:inkChg>
        <pc:inkChg chg="add del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31" creationId="{4B71730C-2CD7-BE1D-EA28-76FAC9BC0283}"/>
          </ac:inkMkLst>
        </pc:inkChg>
        <pc:inkChg chg="add del mod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32" creationId="{5DF6D4B1-8F31-1BA4-8F34-DDC0618AE8B9}"/>
          </ac:inkMkLst>
        </pc:inkChg>
        <pc:inkChg chg="add del mod topLvl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33" creationId="{A4430FB8-676B-7680-848C-559F515A865F}"/>
          </ac:inkMkLst>
        </pc:inkChg>
        <pc:inkChg chg="add del">
          <ac:chgData name="Leônidas Müller de Oliveira" userId="5af9566427f0cd7a" providerId="LiveId" clId="{86AB097D-25F3-4527-9EFD-ACB2A68473FA}" dt="2025-05-26T15:00:41.996" v="588" actId="478"/>
          <ac:inkMkLst>
            <pc:docMk/>
            <pc:sldMk cId="232982242" sldId="336"/>
            <ac:inkMk id="34" creationId="{FD7809DC-F456-43C5-64A5-2D4A83A922DA}"/>
          </ac:inkMkLst>
        </pc:inkChg>
        <pc:inkChg chg="add del">
          <ac:chgData name="Leônidas Müller de Oliveira" userId="5af9566427f0cd7a" providerId="LiveId" clId="{86AB097D-25F3-4527-9EFD-ACB2A68473FA}" dt="2025-05-26T15:00:41.157" v="587" actId="478"/>
          <ac:inkMkLst>
            <pc:docMk/>
            <pc:sldMk cId="232982242" sldId="336"/>
            <ac:inkMk id="35" creationId="{DDFDAECF-5412-8E08-9664-A473D492FB29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36" creationId="{26B9E86D-F496-3471-B6C3-88C18FEF652A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37" creationId="{68A1BBAE-868A-3416-6206-D9B9AAA6DC0E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38" creationId="{AEB990E2-1662-DC83-2DD0-CEB67CD9000D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0" creationId="{AA2B6EF3-D28F-BF48-7C95-3E8A079A15AD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1" creationId="{C637DB20-D30A-0FC7-F191-023AAF5BF9AC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2" creationId="{175F0E4F-0638-3B7E-F625-6ED92CA9E489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3" creationId="{1DE3EBF3-49E7-0452-D4DB-887DC99CC39E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4" creationId="{0F2B0B48-DA04-CC78-1FEA-254611C414F3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6" creationId="{25E96F3F-DAE5-E6F0-8770-693AEA131D4D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7" creationId="{50894549-FE62-401C-B5C8-FA2A775928D9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8" creationId="{CF6A4999-8FAD-44AB-DD2A-8FEA3C627DCA}"/>
          </ac:inkMkLst>
        </pc:inkChg>
        <pc:inkChg chg="add mod">
          <ac:chgData name="Leônidas Müller de Oliveira" userId="5af9566427f0cd7a" providerId="LiveId" clId="{86AB097D-25F3-4527-9EFD-ACB2A68473FA}" dt="2025-05-26T15:00:58.904" v="603"/>
          <ac:inkMkLst>
            <pc:docMk/>
            <pc:sldMk cId="232982242" sldId="336"/>
            <ac:inkMk id="49" creationId="{8274D27C-8AFF-283C-3477-C9D1B16FCA82}"/>
          </ac:inkMkLst>
        </pc:inkChg>
        <pc:inkChg chg="add del mod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51" creationId="{4B3166BE-B5F5-1A49-AAB1-17F5A82CD687}"/>
          </ac:inkMkLst>
        </pc:inkChg>
        <pc:inkChg chg="add del mod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52" creationId="{A6AD4164-A545-EF35-37A2-21B621AFDD8D}"/>
          </ac:inkMkLst>
        </pc:inkChg>
        <pc:inkChg chg="add del mod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54" creationId="{F974A993-45E7-724C-D753-8F59C7980EAF}"/>
          </ac:inkMkLst>
        </pc:inkChg>
        <pc:inkChg chg="add del mod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55" creationId="{256CEC2F-6BF9-D568-C277-BEF2F7CC5667}"/>
          </ac:inkMkLst>
        </pc:inkChg>
        <pc:inkChg chg="add del">
          <ac:chgData name="Leônidas Müller de Oliveira" userId="5af9566427f0cd7a" providerId="LiveId" clId="{86AB097D-25F3-4527-9EFD-ACB2A68473FA}" dt="2025-05-26T15:04:18.916" v="686" actId="478"/>
          <ac:inkMkLst>
            <pc:docMk/>
            <pc:sldMk cId="232982242" sldId="336"/>
            <ac:inkMk id="57" creationId="{C7F90470-AFAF-7872-4D9D-4703A4A23F96}"/>
          </ac:inkMkLst>
        </pc:inkChg>
        <pc:inkChg chg="add del mod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58" creationId="{BBA059DD-0750-77CA-CA0A-E247DE6900C2}"/>
          </ac:inkMkLst>
        </pc:inkChg>
        <pc:inkChg chg="add del mod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59" creationId="{88F48D18-EBA4-3167-CE8C-754B1642E032}"/>
          </ac:inkMkLst>
        </pc:inkChg>
        <pc:inkChg chg="add del mod topLvl">
          <ac:chgData name="Leônidas Müller de Oliveira" userId="5af9566427f0cd7a" providerId="LiveId" clId="{86AB097D-25F3-4527-9EFD-ACB2A68473FA}" dt="2025-05-27T00:42:26.103" v="1198" actId="478"/>
          <ac:inkMkLst>
            <pc:docMk/>
            <pc:sldMk cId="232982242" sldId="336"/>
            <ac:inkMk id="60" creationId="{3CE63867-71F8-AD64-F837-7241330CE1B1}"/>
          </ac:inkMkLst>
        </pc:inkChg>
        <pc:inkChg chg="add de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62" creationId="{37885FBD-64BE-9A67-28CB-4FF0E9DB0686}"/>
          </ac:inkMkLst>
        </pc:inkChg>
        <pc:inkChg chg="add de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63" creationId="{AD098F7E-26F0-D5C1-53B7-1D46C2A0A270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28" creationId="{A0D9DE9F-1CA9-82BA-A57C-50C298A84429}"/>
          </ac:inkMkLst>
        </pc:inkChg>
        <pc:inkChg chg="add del mod topLv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29" creationId="{8518507B-E272-4C52-EC7A-D54BD2C386EF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0" creationId="{8FAE7B9C-2156-A85C-6BCC-99F9B5CD945C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1" creationId="{B294F7C7-C2D5-B4E4-287F-CB48F14D2A55}"/>
          </ac:inkMkLst>
        </pc:inkChg>
        <pc:inkChg chg="add del mod topLv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2" creationId="{93049F14-AB4B-2792-AC68-0627E14771FB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3" creationId="{DACF4E91-B67C-8B06-D895-AE629ABD2F20}"/>
          </ac:inkMkLst>
        </pc:inkChg>
        <pc:inkChg chg="add del mod topLv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4" creationId="{7E5D105C-9860-D571-96EA-5777EBB4D090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5" creationId="{4E113AE3-6039-E679-DECD-BB394A81B05C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6" creationId="{90E8572A-33D4-BEDC-478E-97DA291E4760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7" creationId="{A19E4DCD-F8BD-6CF8-09E9-7D47C340E3CC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8" creationId="{5A7A5C73-67BE-6C5F-A61F-710C09007116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39" creationId="{74A2DA4C-DE55-F49C-6354-CBBE555B02AB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44" creationId="{A30A5E04-DEA1-9532-C965-BC364C7B32CA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45" creationId="{C2ECAB50-F233-D3DE-4496-E3B46C59AE0C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46" creationId="{3E57B940-D517-A97A-5FAA-91044636BB61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47" creationId="{A311437B-58FA-6869-2086-4D06E4AE9B1E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49" creationId="{2FF50830-F107-82BD-DB18-B866C8E1215F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50" creationId="{1CE029D2-EFC9-F22F-78DE-C98CB70E0E20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52" creationId="{9478C07C-2389-9855-3E04-8221E20EA145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54" creationId="{321AD2A5-16D4-0D8E-70A1-BFFC6F92B5DC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55" creationId="{F3F7CA9D-54A8-159B-91F5-52B4FF43ED6D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57" creationId="{A8ED2C15-4654-9B1A-6790-3269B7585D5C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58" creationId="{98E8DF84-EC9B-1885-EE5A-37E4E4733725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59" creationId="{11781A32-5309-9D9C-9497-ED90C2F05CD5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60" creationId="{79A79B45-EE8E-DE50-6E63-520BCCBE1515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62" creationId="{BB9F18E9-52FD-B16A-D0A7-9A9433B80196}"/>
          </ac:inkMkLst>
        </pc:inkChg>
        <pc:inkChg chg="add de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64" creationId="{5F6C0843-2A71-BF7F-8942-4E7926F75B87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65" creationId="{8FB14DCC-C580-5DD5-E07A-3BEBCA749A72}"/>
          </ac:inkMkLst>
        </pc:inkChg>
        <pc:inkChg chg="add del mod topLv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67" creationId="{C8FD610F-D007-495D-432A-B066A034DC8C}"/>
          </ac:inkMkLst>
        </pc:inkChg>
        <pc:inkChg chg="add de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69" creationId="{A54ABC57-6B66-4C91-DEB8-973B26FDEFE5}"/>
          </ac:inkMkLst>
        </pc:inkChg>
        <pc:inkChg chg="add del mod topLv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70" creationId="{724563BD-4308-1B72-EE9B-E785E785A18D}"/>
          </ac:inkMkLst>
        </pc:inkChg>
        <pc:inkChg chg="add del mod topLv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71" creationId="{1AA90F4D-A40A-7836-84F0-44884E9F84AF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72" creationId="{4450E999-7544-83C8-D22F-075868D47B62}"/>
          </ac:inkMkLst>
        </pc:inkChg>
        <pc:inkChg chg="add del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74" creationId="{F7D9E1FB-6E38-1AC3-D8AC-3766B85821F3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75" creationId="{F1DB5DC0-B38A-3603-3089-5207B8519047}"/>
          </ac:inkMkLst>
        </pc:inkChg>
        <pc:inkChg chg="add del mod">
          <ac:chgData name="Leônidas Müller de Oliveira" userId="5af9566427f0cd7a" providerId="LiveId" clId="{86AB097D-25F3-4527-9EFD-ACB2A68473FA}" dt="2025-05-27T00:44:16.448" v="1249" actId="478"/>
          <ac:inkMkLst>
            <pc:docMk/>
            <pc:sldMk cId="232982242" sldId="336"/>
            <ac:inkMk id="177" creationId="{2BD7988A-D3D2-4979-283D-2D53B47BDF83}"/>
          </ac:inkMkLst>
        </pc:inkChg>
      </pc:sldChg>
      <pc:sldChg chg="addSp delSp modSp add mod">
        <pc:chgData name="Leônidas Müller de Oliveira" userId="5af9566427f0cd7a" providerId="LiveId" clId="{86AB097D-25F3-4527-9EFD-ACB2A68473FA}" dt="2025-05-27T00:46:26.249" v="1255" actId="478"/>
        <pc:sldMkLst>
          <pc:docMk/>
          <pc:sldMk cId="4134872996" sldId="337"/>
        </pc:sldMkLst>
        <pc:spChg chg="mod">
          <ac:chgData name="Leônidas Müller de Oliveira" userId="5af9566427f0cd7a" providerId="LiveId" clId="{86AB097D-25F3-4527-9EFD-ACB2A68473FA}" dt="2025-05-25T23:26:59.289" v="190" actId="20577"/>
          <ac:spMkLst>
            <pc:docMk/>
            <pc:sldMk cId="4134872996" sldId="337"/>
            <ac:spMk id="143" creationId="{00000000-0000-0000-0000-000000000000}"/>
          </ac:spMkLst>
        </pc:spChg>
        <pc:inkChg chg="add del">
          <ac:chgData name="Leônidas Müller de Oliveira" userId="5af9566427f0cd7a" providerId="LiveId" clId="{86AB097D-25F3-4527-9EFD-ACB2A68473FA}" dt="2025-05-27T00:44:28.704" v="1251" actId="478"/>
          <ac:inkMkLst>
            <pc:docMk/>
            <pc:sldMk cId="4134872996" sldId="337"/>
            <ac:inkMk id="2" creationId="{2B542C7F-5296-D54C-89C0-4D5EADD18479}"/>
          </ac:inkMkLst>
        </pc:inkChg>
        <pc:inkChg chg="add del">
          <ac:chgData name="Leônidas Müller de Oliveira" userId="5af9566427f0cd7a" providerId="LiveId" clId="{86AB097D-25F3-4527-9EFD-ACB2A68473FA}" dt="2025-05-27T00:46:26.249" v="1255" actId="478"/>
          <ac:inkMkLst>
            <pc:docMk/>
            <pc:sldMk cId="4134872996" sldId="337"/>
            <ac:inkMk id="3" creationId="{8AED1A24-8106-B4D1-936F-78A8AC533968}"/>
          </ac:inkMkLst>
        </pc:inkChg>
        <pc:inkChg chg="add del">
          <ac:chgData name="Leônidas Müller de Oliveira" userId="5af9566427f0cd7a" providerId="LiveId" clId="{86AB097D-25F3-4527-9EFD-ACB2A68473FA}" dt="2025-05-27T00:46:26.249" v="1255" actId="478"/>
          <ac:inkMkLst>
            <pc:docMk/>
            <pc:sldMk cId="4134872996" sldId="337"/>
            <ac:inkMk id="4" creationId="{5771916B-1F63-3510-22E7-15663D16A3FE}"/>
          </ac:inkMkLst>
        </pc:inkChg>
        <pc:inkChg chg="add del">
          <ac:chgData name="Leônidas Müller de Oliveira" userId="5af9566427f0cd7a" providerId="LiveId" clId="{86AB097D-25F3-4527-9EFD-ACB2A68473FA}" dt="2025-05-27T00:46:26.249" v="1255" actId="478"/>
          <ac:inkMkLst>
            <pc:docMk/>
            <pc:sldMk cId="4134872996" sldId="337"/>
            <ac:inkMk id="5" creationId="{3A48FC06-FD83-D332-616D-045D69F8FAC1}"/>
          </ac:inkMkLst>
        </pc:inkChg>
      </pc:sldChg>
      <pc:sldChg chg="addSp delSp modSp add mod">
        <pc:chgData name="Leônidas Müller de Oliveira" userId="5af9566427f0cd7a" providerId="LiveId" clId="{86AB097D-25F3-4527-9EFD-ACB2A68473FA}" dt="2025-05-27T00:50:17.681" v="1327" actId="478"/>
        <pc:sldMkLst>
          <pc:docMk/>
          <pc:sldMk cId="3781252073" sldId="338"/>
        </pc:sldMkLst>
        <pc:spChg chg="mod">
          <ac:chgData name="Leônidas Müller de Oliveira" userId="5af9566427f0cd7a" providerId="LiveId" clId="{86AB097D-25F3-4527-9EFD-ACB2A68473FA}" dt="2025-05-25T23:27:48.443" v="211" actId="20577"/>
          <ac:spMkLst>
            <pc:docMk/>
            <pc:sldMk cId="3781252073" sldId="338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6T15:02:35.032" v="638"/>
          <ac:grpSpMkLst>
            <pc:docMk/>
            <pc:sldMk cId="3781252073" sldId="338"/>
            <ac:grpSpMk id="13" creationId="{77D7DF5E-ABCF-4BD1-344B-51B24D09C79A}"/>
          </ac:grpSpMkLst>
        </pc:grpChg>
        <pc:grpChg chg="del mod">
          <ac:chgData name="Leônidas Müller de Oliveira" userId="5af9566427f0cd7a" providerId="LiveId" clId="{86AB097D-25F3-4527-9EFD-ACB2A68473FA}" dt="2025-05-26T15:02:38.867" v="644"/>
          <ac:grpSpMkLst>
            <pc:docMk/>
            <pc:sldMk cId="3781252073" sldId="338"/>
            <ac:grpSpMk id="22" creationId="{3F9EBF05-4A10-91BA-BFD2-0F0C6306FD1B}"/>
          </ac:grpSpMkLst>
        </pc:grpChg>
        <pc:grpChg chg="del mod">
          <ac:chgData name="Leônidas Müller de Oliveira" userId="5af9566427f0cd7a" providerId="LiveId" clId="{86AB097D-25F3-4527-9EFD-ACB2A68473FA}" dt="2025-05-26T15:02:40.645" v="648"/>
          <ac:grpSpMkLst>
            <pc:docMk/>
            <pc:sldMk cId="3781252073" sldId="338"/>
            <ac:grpSpMk id="28" creationId="{40BD4A05-E880-DBE6-E5BB-6287B685F6AF}"/>
          </ac:grpSpMkLst>
        </pc:grpChg>
        <pc:grpChg chg="del mod">
          <ac:chgData name="Leônidas Müller de Oliveira" userId="5af9566427f0cd7a" providerId="LiveId" clId="{86AB097D-25F3-4527-9EFD-ACB2A68473FA}" dt="2025-05-26T15:02:43.226" v="650"/>
          <ac:grpSpMkLst>
            <pc:docMk/>
            <pc:sldMk cId="3781252073" sldId="338"/>
            <ac:grpSpMk id="32" creationId="{86550F5E-B4FC-483A-D7AC-5101B3FA8C59}"/>
          </ac:grpSpMkLst>
        </pc:grpChg>
        <pc:grpChg chg="del mod">
          <ac:chgData name="Leônidas Müller de Oliveira" userId="5af9566427f0cd7a" providerId="LiveId" clId="{86AB097D-25F3-4527-9EFD-ACB2A68473FA}" dt="2025-05-26T15:02:47.992" v="659"/>
          <ac:grpSpMkLst>
            <pc:docMk/>
            <pc:sldMk cId="3781252073" sldId="338"/>
            <ac:grpSpMk id="34" creationId="{DFEB0662-ACBD-76E3-33D1-07CD6A30AA4B}"/>
          </ac:grpSpMkLst>
        </pc:grpChg>
        <pc:grpChg chg="del mod">
          <ac:chgData name="Leônidas Müller de Oliveira" userId="5af9566427f0cd7a" providerId="LiveId" clId="{86AB097D-25F3-4527-9EFD-ACB2A68473FA}" dt="2025-05-26T15:02:51.544" v="663"/>
          <ac:grpSpMkLst>
            <pc:docMk/>
            <pc:sldMk cId="3781252073" sldId="338"/>
            <ac:grpSpMk id="43" creationId="{B92CFA8E-EC32-7DEC-49DB-F12D76F634A0}"/>
          </ac:grpSpMkLst>
        </pc:grpChg>
        <pc:grpChg chg="del mod">
          <ac:chgData name="Leônidas Müller de Oliveira" userId="5af9566427f0cd7a" providerId="LiveId" clId="{86AB097D-25F3-4527-9EFD-ACB2A68473FA}" dt="2025-05-26T15:02:52.168" v="665"/>
          <ac:grpSpMkLst>
            <pc:docMk/>
            <pc:sldMk cId="3781252073" sldId="338"/>
            <ac:grpSpMk id="47" creationId="{7180B530-D705-8F1B-4D6C-2C9733A6AFD5}"/>
          </ac:grpSpMkLst>
        </pc:grpChg>
        <pc:grpChg chg="del mod">
          <ac:chgData name="Leônidas Müller de Oliveira" userId="5af9566427f0cd7a" providerId="LiveId" clId="{86AB097D-25F3-4527-9EFD-ACB2A68473FA}" dt="2025-05-26T15:04:04.004" v="677" actId="478"/>
          <ac:grpSpMkLst>
            <pc:docMk/>
            <pc:sldMk cId="3781252073" sldId="338"/>
            <ac:grpSpMk id="49" creationId="{E704F101-D48E-90D6-7A5E-9AA5EC5FB9D8}"/>
          </ac:grpSpMkLst>
        </pc:grpChg>
        <pc:grpChg chg="del mod">
          <ac:chgData name="Leônidas Müller de Oliveira" userId="5af9566427f0cd7a" providerId="LiveId" clId="{86AB097D-25F3-4527-9EFD-ACB2A68473FA}" dt="2025-05-26T15:04:07.603" v="680" actId="478"/>
          <ac:grpSpMkLst>
            <pc:docMk/>
            <pc:sldMk cId="3781252073" sldId="338"/>
            <ac:grpSpMk id="53" creationId="{81755C28-BA5D-7EB6-5635-8FD9AD277713}"/>
          </ac:grpSpMkLst>
        </pc:grpChg>
        <pc:grpChg chg="del mod">
          <ac:chgData name="Leônidas Müller de Oliveira" userId="5af9566427f0cd7a" providerId="LiveId" clId="{86AB097D-25F3-4527-9EFD-ACB2A68473FA}" dt="2025-05-26T15:04:06.612" v="679" actId="478"/>
          <ac:grpSpMkLst>
            <pc:docMk/>
            <pc:sldMk cId="3781252073" sldId="338"/>
            <ac:grpSpMk id="58" creationId="{06204EE8-9B33-B6E2-11E0-5B2DBEBE8322}"/>
          </ac:grpSpMkLst>
        </pc:grpChg>
        <pc:grpChg chg="del mod">
          <ac:chgData name="Leônidas Müller de Oliveira" userId="5af9566427f0cd7a" providerId="LiveId" clId="{86AB097D-25F3-4527-9EFD-ACB2A68473FA}" dt="2025-05-26T15:04:46.365" v="703"/>
          <ac:grpSpMkLst>
            <pc:docMk/>
            <pc:sldMk cId="3781252073" sldId="338"/>
            <ac:grpSpMk id="131" creationId="{3C106F4E-7D7A-BB05-97D7-6DD052E22214}"/>
          </ac:grpSpMkLst>
        </pc:grpChg>
        <pc:grpChg chg="del mod">
          <ac:chgData name="Leônidas Müller de Oliveira" userId="5af9566427f0cd7a" providerId="LiveId" clId="{86AB097D-25F3-4527-9EFD-ACB2A68473FA}" dt="2025-05-26T15:04:49.534" v="708"/>
          <ac:grpSpMkLst>
            <pc:docMk/>
            <pc:sldMk cId="3781252073" sldId="338"/>
            <ac:grpSpMk id="135" creationId="{33C7ECA3-4943-B9E3-556D-85BF1C924A38}"/>
          </ac:grpSpMkLst>
        </pc:grpChg>
        <pc:grpChg chg="del mod">
          <ac:chgData name="Leônidas Müller de Oliveira" userId="5af9566427f0cd7a" providerId="LiveId" clId="{86AB097D-25F3-4527-9EFD-ACB2A68473FA}" dt="2025-05-26T15:05:02.796" v="711"/>
          <ac:grpSpMkLst>
            <pc:docMk/>
            <pc:sldMk cId="3781252073" sldId="338"/>
            <ac:grpSpMk id="142" creationId="{3790387E-0407-BC06-3955-16798A5BFF9B}"/>
          </ac:grpSpMkLst>
        </pc:grpChg>
        <pc:grpChg chg="del mod">
          <ac:chgData name="Leônidas Müller de Oliveira" userId="5af9566427f0cd7a" providerId="LiveId" clId="{86AB097D-25F3-4527-9EFD-ACB2A68473FA}" dt="2025-05-26T15:05:03.468" v="713"/>
          <ac:grpSpMkLst>
            <pc:docMk/>
            <pc:sldMk cId="3781252073" sldId="338"/>
            <ac:grpSpMk id="146" creationId="{4D63C853-E0F4-E253-4213-BF91CE2D20EF}"/>
          </ac:grpSpMkLst>
        </pc:grpChg>
        <pc:grpChg chg="del mod">
          <ac:chgData name="Leônidas Müller de Oliveira" userId="5af9566427f0cd7a" providerId="LiveId" clId="{86AB097D-25F3-4527-9EFD-ACB2A68473FA}" dt="2025-05-26T15:05:28.610" v="722"/>
          <ac:grpSpMkLst>
            <pc:docMk/>
            <pc:sldMk cId="3781252073" sldId="338"/>
            <ac:grpSpMk id="148" creationId="{B8A99433-DCCD-B034-F391-D3C73A347324}"/>
          </ac:grpSpMkLst>
        </pc:grpChg>
        <pc:grpChg chg="del mod">
          <ac:chgData name="Leônidas Müller de Oliveira" userId="5af9566427f0cd7a" providerId="LiveId" clId="{86AB097D-25F3-4527-9EFD-ACB2A68473FA}" dt="2025-05-26T15:05:31.743" v="727"/>
          <ac:grpSpMkLst>
            <pc:docMk/>
            <pc:sldMk cId="3781252073" sldId="338"/>
            <ac:grpSpMk id="156" creationId="{BAB5959E-44E0-CDBA-BB64-9575ADF118B7}"/>
          </ac:grpSpMkLst>
        </pc:grpChg>
        <pc:grpChg chg="del mod">
          <ac:chgData name="Leônidas Müller de Oliveira" userId="5af9566427f0cd7a" providerId="LiveId" clId="{86AB097D-25F3-4527-9EFD-ACB2A68473FA}" dt="2025-05-26T15:05:37.316" v="729"/>
          <ac:grpSpMkLst>
            <pc:docMk/>
            <pc:sldMk cId="3781252073" sldId="338"/>
            <ac:grpSpMk id="161" creationId="{8DA789EA-5D2B-FBF4-5541-C23F76DCE5D8}"/>
          </ac:grpSpMkLst>
        </pc:grpChg>
        <pc:grpChg chg="del mod">
          <ac:chgData name="Leônidas Müller de Oliveira" userId="5af9566427f0cd7a" providerId="LiveId" clId="{86AB097D-25F3-4527-9EFD-ACB2A68473FA}" dt="2025-05-26T15:06:15.203" v="730" actId="478"/>
          <ac:grpSpMkLst>
            <pc:docMk/>
            <pc:sldMk cId="3781252073" sldId="338"/>
            <ac:grpSpMk id="163" creationId="{7F34015C-670A-B471-5AF8-C1C1187CD05D}"/>
          </ac:grpSpMkLst>
        </pc:grpChg>
        <pc:grpChg chg="del mod">
          <ac:chgData name="Leônidas Müller de Oliveira" userId="5af9566427f0cd7a" providerId="LiveId" clId="{86AB097D-25F3-4527-9EFD-ACB2A68473FA}" dt="2025-05-26T15:16:20.816" v="1054"/>
          <ac:grpSpMkLst>
            <pc:docMk/>
            <pc:sldMk cId="3781252073" sldId="338"/>
            <ac:grpSpMk id="167" creationId="{7DBAFB84-C4CD-F954-1EE9-C2AAD7EE7971}"/>
          </ac:grpSpMkLst>
        </pc:grpChg>
        <pc:grpChg chg="del mod">
          <ac:chgData name="Leônidas Müller de Oliveira" userId="5af9566427f0cd7a" providerId="LiveId" clId="{86AB097D-25F3-4527-9EFD-ACB2A68473FA}" dt="2025-05-27T00:46:34.056" v="1256" actId="478"/>
          <ac:grpSpMkLst>
            <pc:docMk/>
            <pc:sldMk cId="3781252073" sldId="338"/>
            <ac:grpSpMk id="169" creationId="{F37B6487-7A59-71B7-6788-2A62C8363A04}"/>
          </ac:grpSpMkLst>
        </pc:grpChg>
        <pc:grpChg chg="del mod">
          <ac:chgData name="Leônidas Müller de Oliveira" userId="5af9566427f0cd7a" providerId="LiveId" clId="{86AB097D-25F3-4527-9EFD-ACB2A68473FA}" dt="2025-05-27T00:48:26.285" v="1269"/>
          <ac:grpSpMkLst>
            <pc:docMk/>
            <pc:sldMk cId="3781252073" sldId="338"/>
            <ac:grpSpMk id="180" creationId="{0AE07D29-ACEC-0D93-3ED2-7DD15F8D3D9F}"/>
          </ac:grpSpMkLst>
        </pc:grpChg>
        <pc:grpChg chg="del mod">
          <ac:chgData name="Leônidas Müller de Oliveira" userId="5af9566427f0cd7a" providerId="LiveId" clId="{86AB097D-25F3-4527-9EFD-ACB2A68473FA}" dt="2025-05-27T00:48:26.846" v="1271"/>
          <ac:grpSpMkLst>
            <pc:docMk/>
            <pc:sldMk cId="3781252073" sldId="338"/>
            <ac:grpSpMk id="183" creationId="{09FBCBE7-C58B-DBA1-9D1E-9CEC265911C8}"/>
          </ac:grpSpMkLst>
        </pc:grpChg>
        <pc:grpChg chg="del mod">
          <ac:chgData name="Leônidas Müller de Oliveira" userId="5af9566427f0cd7a" providerId="LiveId" clId="{86AB097D-25F3-4527-9EFD-ACB2A68473FA}" dt="2025-05-27T00:48:31.733" v="1273"/>
          <ac:grpSpMkLst>
            <pc:docMk/>
            <pc:sldMk cId="3781252073" sldId="338"/>
            <ac:grpSpMk id="185" creationId="{70950655-6DAA-D0A1-C62B-3F2459EA05F5}"/>
          </ac:grpSpMkLst>
        </pc:grpChg>
        <pc:grpChg chg="del mod">
          <ac:chgData name="Leônidas Müller de Oliveira" userId="5af9566427f0cd7a" providerId="LiveId" clId="{86AB097D-25F3-4527-9EFD-ACB2A68473FA}" dt="2025-05-27T00:48:35.026" v="1281"/>
          <ac:grpSpMkLst>
            <pc:docMk/>
            <pc:sldMk cId="3781252073" sldId="338"/>
            <ac:grpSpMk id="187" creationId="{2D4AFE3D-383F-424A-66FB-00CC5723A85C}"/>
          </ac:grpSpMkLst>
        </pc:grpChg>
        <pc:grpChg chg="del mod">
          <ac:chgData name="Leônidas Müller de Oliveira" userId="5af9566427f0cd7a" providerId="LiveId" clId="{86AB097D-25F3-4527-9EFD-ACB2A68473FA}" dt="2025-05-27T00:48:48.092" v="1284"/>
          <ac:grpSpMkLst>
            <pc:docMk/>
            <pc:sldMk cId="3781252073" sldId="338"/>
            <ac:grpSpMk id="195" creationId="{4D4F5F5E-6CF5-8629-1B36-B4FEE532982F}"/>
          </ac:grpSpMkLst>
        </pc:grpChg>
        <pc:grpChg chg="del mod">
          <ac:chgData name="Leônidas Müller de Oliveira" userId="5af9566427f0cd7a" providerId="LiveId" clId="{86AB097D-25F3-4527-9EFD-ACB2A68473FA}" dt="2025-05-27T00:48:54.983" v="1286"/>
          <ac:grpSpMkLst>
            <pc:docMk/>
            <pc:sldMk cId="3781252073" sldId="338"/>
            <ac:grpSpMk id="198" creationId="{B03CE93D-4447-EC84-63CB-85DF598B8F1B}"/>
          </ac:grpSpMkLst>
        </pc:grpChg>
        <pc:grpChg chg="del mod">
          <ac:chgData name="Leônidas Müller de Oliveira" userId="5af9566427f0cd7a" providerId="LiveId" clId="{86AB097D-25F3-4527-9EFD-ACB2A68473FA}" dt="2025-05-27T00:49:16.714" v="1300"/>
          <ac:grpSpMkLst>
            <pc:docMk/>
            <pc:sldMk cId="3781252073" sldId="338"/>
            <ac:grpSpMk id="200" creationId="{988EEDB6-A3E8-981B-7271-93F3F48CC961}"/>
          </ac:grpSpMkLst>
        </pc:grpChg>
        <pc:grpChg chg="del mod">
          <ac:chgData name="Leônidas Müller de Oliveira" userId="5af9566427f0cd7a" providerId="LiveId" clId="{86AB097D-25F3-4527-9EFD-ACB2A68473FA}" dt="2025-05-27T00:49:16.714" v="1300"/>
          <ac:grpSpMkLst>
            <pc:docMk/>
            <pc:sldMk cId="3781252073" sldId="338"/>
            <ac:grpSpMk id="204" creationId="{0E6682B0-0E00-28FD-3DCC-AA743AD3F6F4}"/>
          </ac:grpSpMkLst>
        </pc:grpChg>
        <pc:grpChg chg="del mod">
          <ac:chgData name="Leônidas Müller de Oliveira" userId="5af9566427f0cd7a" providerId="LiveId" clId="{86AB097D-25F3-4527-9EFD-ACB2A68473FA}" dt="2025-05-27T00:49:18.123" v="1302"/>
          <ac:grpSpMkLst>
            <pc:docMk/>
            <pc:sldMk cId="3781252073" sldId="338"/>
            <ac:grpSpMk id="214" creationId="{C7FFFDE7-9173-38ED-6E90-54D57B57C39E}"/>
          </ac:grpSpMkLst>
        </pc:grpChg>
        <pc:grpChg chg="del mod">
          <ac:chgData name="Leônidas Müller de Oliveira" userId="5af9566427f0cd7a" providerId="LiveId" clId="{86AB097D-25F3-4527-9EFD-ACB2A68473FA}" dt="2025-05-27T00:49:26.543" v="1306"/>
          <ac:grpSpMkLst>
            <pc:docMk/>
            <pc:sldMk cId="3781252073" sldId="338"/>
            <ac:grpSpMk id="216" creationId="{68D63F22-321B-5307-653B-75915499C2A8}"/>
          </ac:grpSpMkLst>
        </pc:grpChg>
        <pc:grpChg chg="del mod">
          <ac:chgData name="Leônidas Müller de Oliveira" userId="5af9566427f0cd7a" providerId="LiveId" clId="{86AB097D-25F3-4527-9EFD-ACB2A68473FA}" dt="2025-05-27T00:49:38.173" v="1310"/>
          <ac:grpSpMkLst>
            <pc:docMk/>
            <pc:sldMk cId="3781252073" sldId="338"/>
            <ac:grpSpMk id="220" creationId="{DCC4C204-048B-41CC-4CB9-71D009A6695C}"/>
          </ac:grpSpMkLst>
        </pc:grpChg>
        <pc:grpChg chg="del mod">
          <ac:chgData name="Leônidas Müller de Oliveira" userId="5af9566427f0cd7a" providerId="LiveId" clId="{86AB097D-25F3-4527-9EFD-ACB2A68473FA}" dt="2025-05-27T00:49:40.521" v="1313"/>
          <ac:grpSpMkLst>
            <pc:docMk/>
            <pc:sldMk cId="3781252073" sldId="338"/>
            <ac:grpSpMk id="224" creationId="{A9BA69E8-EFB0-ABF3-9180-EEEE9C1E87EA}"/>
          </ac:grpSpMkLst>
        </pc:grpChg>
        <pc:grpChg chg="del mod">
          <ac:chgData name="Leônidas Müller de Oliveira" userId="5af9566427f0cd7a" providerId="LiveId" clId="{86AB097D-25F3-4527-9EFD-ACB2A68473FA}" dt="2025-05-27T00:49:45.922" v="1316"/>
          <ac:grpSpMkLst>
            <pc:docMk/>
            <pc:sldMk cId="3781252073" sldId="338"/>
            <ac:grpSpMk id="227" creationId="{871A2206-F095-3074-C1FE-DA660D6B33F6}"/>
          </ac:grpSpMkLst>
        </pc:grpChg>
        <pc:grpChg chg="del mod">
          <ac:chgData name="Leônidas Müller de Oliveira" userId="5af9566427f0cd7a" providerId="LiveId" clId="{86AB097D-25F3-4527-9EFD-ACB2A68473FA}" dt="2025-05-27T00:49:51.704" v="1325"/>
          <ac:grpSpMkLst>
            <pc:docMk/>
            <pc:sldMk cId="3781252073" sldId="338"/>
            <ac:grpSpMk id="230" creationId="{1D4D7FC3-04BC-63D2-95BB-F6226512A616}"/>
          </ac:grpSpMkLst>
        </pc:grpChg>
        <pc:grpChg chg="del mod">
          <ac:chgData name="Leônidas Müller de Oliveira" userId="5af9566427f0cd7a" providerId="LiveId" clId="{86AB097D-25F3-4527-9EFD-ACB2A68473FA}" dt="2025-05-27T00:49:51.704" v="1325"/>
          <ac:grpSpMkLst>
            <pc:docMk/>
            <pc:sldMk cId="3781252073" sldId="338"/>
            <ac:grpSpMk id="239" creationId="{2C62F452-6074-DCF0-2A52-0BFF5C19CEEA}"/>
          </ac:grpSpMkLst>
        </pc:grpChg>
        <pc:grpChg chg="del mod">
          <ac:chgData name="Leônidas Müller de Oliveira" userId="5af9566427f0cd7a" providerId="LiveId" clId="{86AB097D-25F3-4527-9EFD-ACB2A68473FA}" dt="2025-05-27T00:50:11.423" v="1326" actId="478"/>
          <ac:grpSpMkLst>
            <pc:docMk/>
            <pc:sldMk cId="3781252073" sldId="338"/>
            <ac:grpSpMk id="240" creationId="{948C5F19-07BA-2D14-35D9-7A89923545E1}"/>
          </ac:grpSpMkLst>
        </pc:grp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" creationId="{E0C17C52-6626-0A6D-B771-60A3E4C36284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" creationId="{7B897B99-50DB-E6AC-B772-99E3C921C736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4" creationId="{C749B3B1-7979-F088-9D1C-6FED89A0502A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5" creationId="{C1E1C446-8478-7962-D7BE-E27FE6B3AD9F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6" creationId="{303E8F09-B396-7E99-7BEF-1E0713AEEF51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8" creationId="{B2CEC1D3-0D04-BCC6-00F5-FC785A0857C2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9" creationId="{25FF9DFB-1026-D7A1-97A7-A1A6EDBE17FE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0" creationId="{B404E821-8C17-69AA-2D9F-3F64F9A351FA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1" creationId="{0FF04CF9-5768-1832-E792-267B5560EDA9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2" creationId="{DCEBBBDF-9259-BE46-5D88-51629637C253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4" creationId="{5D0C681D-80AB-F85D-9F46-0AA3F5DBF10D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5" creationId="{8E9F2B7D-4B6A-E421-429D-A6316C9DD6AC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6" creationId="{846586A2-DAB9-948B-5C2E-D58B9A30E780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7" creationId="{6DF89378-2EEB-1608-53DF-0AE9026A7D69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8" creationId="{10AAA807-D368-3E46-69C0-C52AF44B7EB2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19" creationId="{7D6467BD-979C-C998-33E2-420EED7D481A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0" creationId="{5D5CD497-892F-D19B-B180-C61C1F689F4D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1" creationId="{66F1B032-62A8-5638-0DBC-653B2FAD6024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3" creationId="{6C27476C-104A-39E6-6B5B-FE64A86BB001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4" creationId="{9E84AF3B-934F-AA92-1A1C-AB58586D64BF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5" creationId="{E3B0ECA2-2CC1-2D49-D91A-D775A7B8C108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6" creationId="{3CF01204-B1D3-740B-4B73-F274FE03D956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7" creationId="{0A5C2575-B218-F71C-D5C3-B5C60313C486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29" creationId="{80A083E7-CD69-DD0E-802B-675FF41F7A2C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0" creationId="{183538CB-46F8-F23C-7C7A-2CCBC3A2BC72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1" creationId="{C5EDBAB1-961A-C10D-6518-F0EB9A55ABCC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3" creationId="{2E046797-8DCA-AEFB-7DBE-A9BF258B0824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5" creationId="{D01E0C14-6E50-F1C9-2586-D864FAE1D084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6" creationId="{D4A3A077-84BF-F9C7-4D34-B67070B3B10A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7" creationId="{417C03A0-ED37-2A12-FD31-1F48745E0C44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8" creationId="{C9E702DC-1865-567D-D0BD-9BE9178FC9F5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39" creationId="{EB55A822-BB6F-19E4-F457-E32280DD9B43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40" creationId="{A0F36AB0-1A43-5022-D44B-3E0E688E8B52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41" creationId="{74CAF3BF-9D70-AA42-0AB3-816502EEC7A5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42" creationId="{0D5133E7-2F7A-953E-62A2-09A0AF65A2D2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44" creationId="{58576431-A29D-00F0-7131-FDDC8A57F8EC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45" creationId="{EDBFFF23-D377-4BBD-89D6-B1419AA52969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46" creationId="{6B1C70E5-3AD5-BF86-5314-0D695DB7E811}"/>
          </ac:inkMkLst>
        </pc:inkChg>
        <pc:inkChg chg="add mod">
          <ac:chgData name="Leônidas Müller de Oliveira" userId="5af9566427f0cd7a" providerId="LiveId" clId="{86AB097D-25F3-4527-9EFD-ACB2A68473FA}" dt="2025-05-26T15:02:52.168" v="665"/>
          <ac:inkMkLst>
            <pc:docMk/>
            <pc:sldMk cId="3781252073" sldId="338"/>
            <ac:inkMk id="48" creationId="{73EA8B71-1F4A-2144-79B0-A4BCF8A16862}"/>
          </ac:inkMkLst>
        </pc:inkChg>
        <pc:inkChg chg="add del">
          <ac:chgData name="Leônidas Müller de Oliveira" userId="5af9566427f0cd7a" providerId="LiveId" clId="{86AB097D-25F3-4527-9EFD-ACB2A68473FA}" dt="2025-05-26T15:04:05.468" v="678" actId="478"/>
          <ac:inkMkLst>
            <pc:docMk/>
            <pc:sldMk cId="3781252073" sldId="338"/>
            <ac:inkMk id="50" creationId="{A61A976C-792E-C36A-BFA4-5EBD2B329D60}"/>
          </ac:inkMkLst>
        </pc:inkChg>
        <pc:inkChg chg="add mod">
          <ac:chgData name="Leônidas Müller de Oliveira" userId="5af9566427f0cd7a" providerId="LiveId" clId="{86AB097D-25F3-4527-9EFD-ACB2A68473FA}" dt="2025-05-26T15:03:02.174" v="669"/>
          <ac:inkMkLst>
            <pc:docMk/>
            <pc:sldMk cId="3781252073" sldId="338"/>
            <ac:inkMk id="51" creationId="{FA754C77-2D5D-C419-F925-09D76E5E6666}"/>
          </ac:inkMkLst>
        </pc:inkChg>
        <pc:inkChg chg="add mod">
          <ac:chgData name="Leônidas Müller de Oliveira" userId="5af9566427f0cd7a" providerId="LiveId" clId="{86AB097D-25F3-4527-9EFD-ACB2A68473FA}" dt="2025-05-26T15:03:02.174" v="669"/>
          <ac:inkMkLst>
            <pc:docMk/>
            <pc:sldMk cId="3781252073" sldId="338"/>
            <ac:inkMk id="52" creationId="{3A5D77A1-CAE1-35D0-E95F-3CD612D87AA6}"/>
          </ac:inkMkLst>
        </pc:inkChg>
        <pc:inkChg chg="add del">
          <ac:chgData name="Leônidas Müller de Oliveira" userId="5af9566427f0cd7a" providerId="LiveId" clId="{86AB097D-25F3-4527-9EFD-ACB2A68473FA}" dt="2025-05-26T15:04:08.661" v="681" actId="478"/>
          <ac:inkMkLst>
            <pc:docMk/>
            <pc:sldMk cId="3781252073" sldId="338"/>
            <ac:inkMk id="54" creationId="{D38EE845-D4E4-B514-B24F-257FEDDBD8EE}"/>
          </ac:inkMkLst>
        </pc:inkChg>
        <pc:inkChg chg="add mod">
          <ac:chgData name="Leônidas Müller de Oliveira" userId="5af9566427f0cd7a" providerId="LiveId" clId="{86AB097D-25F3-4527-9EFD-ACB2A68473FA}" dt="2025-05-26T15:03:17.166" v="674"/>
          <ac:inkMkLst>
            <pc:docMk/>
            <pc:sldMk cId="3781252073" sldId="338"/>
            <ac:inkMk id="55" creationId="{E8222A7E-AFC9-EA21-C0A8-A71556132E1E}"/>
          </ac:inkMkLst>
        </pc:inkChg>
        <pc:inkChg chg="add mod">
          <ac:chgData name="Leônidas Müller de Oliveira" userId="5af9566427f0cd7a" providerId="LiveId" clId="{86AB097D-25F3-4527-9EFD-ACB2A68473FA}" dt="2025-05-26T15:03:17.166" v="674"/>
          <ac:inkMkLst>
            <pc:docMk/>
            <pc:sldMk cId="3781252073" sldId="338"/>
            <ac:inkMk id="56" creationId="{10B67C79-2958-1A6C-2B53-4A1296E2825F}"/>
          </ac:inkMkLst>
        </pc:inkChg>
        <pc:inkChg chg="add del">
          <ac:chgData name="Leônidas Müller de Oliveira" userId="5af9566427f0cd7a" providerId="LiveId" clId="{86AB097D-25F3-4527-9EFD-ACB2A68473FA}" dt="2025-05-26T15:04:11.427" v="682" actId="478"/>
          <ac:inkMkLst>
            <pc:docMk/>
            <pc:sldMk cId="3781252073" sldId="338"/>
            <ac:inkMk id="57" creationId="{61D62A71-5396-879C-42F3-4E9F0B743EC5}"/>
          </ac:inkMkLst>
        </pc:inkChg>
        <pc:inkChg chg="add del">
          <ac:chgData name="Leônidas Müller de Oliveira" userId="5af9566427f0cd7a" providerId="LiveId" clId="{86AB097D-25F3-4527-9EFD-ACB2A68473FA}" dt="2025-05-26T15:04:12.532" v="683" actId="478"/>
          <ac:inkMkLst>
            <pc:docMk/>
            <pc:sldMk cId="3781252073" sldId="338"/>
            <ac:inkMk id="59" creationId="{711CC595-CB9D-9A14-7C69-8CAD3124A809}"/>
          </ac:inkMkLst>
        </pc:inkChg>
        <pc:inkChg chg="add del">
          <ac:chgData name="Leônidas Müller de Oliveira" userId="5af9566427f0cd7a" providerId="LiveId" clId="{86AB097D-25F3-4527-9EFD-ACB2A68473FA}" dt="2025-05-26T15:04:13.332" v="684" actId="478"/>
          <ac:inkMkLst>
            <pc:docMk/>
            <pc:sldMk cId="3781252073" sldId="338"/>
            <ac:inkMk id="60" creationId="{4F65CFD2-0141-F3AE-9456-C8CB4761F4E3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61" creationId="{9A8A9D83-9A2B-F643-B053-163B6381777E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62" creationId="{49FDCB1E-FF9A-3754-DCA1-8C3AEA58962F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63" creationId="{B4B7D4F0-1DA1-7586-D93C-CDDE6BBBB02C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28" creationId="{2FF799C4-5EE5-FE1D-33C2-AFA5DFDB1780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29" creationId="{551C7661-EC1F-B5DA-FBF4-03CA95C7300D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30" creationId="{64520436-2F76-62BE-7849-123954C87500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32" creationId="{C8DDA20F-4F6C-0024-CB2A-7732FBC9D2BD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33" creationId="{91466DA8-4EEE-81F6-6E8D-AD7E89997B47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34" creationId="{28B1DB5B-0FB7-D30E-DF36-4A06C0FA2FE2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36" creationId="{457DEEE1-A1F5-5C6C-BDA7-B99CFF252AD1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37" creationId="{00344E58-6FAD-5A3E-97B9-72D08B13DA80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38" creationId="{1D0DE79F-635E-0253-599B-21AC06810C9F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39" creationId="{B304E784-6486-3913-44A7-939A24F52BCB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44" creationId="{AC6A13B8-7A7E-7FAB-65F2-41FC258F9F4D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45" creationId="{B002DFBD-86DB-DB6F-02FD-41071643A170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47" creationId="{DCD88A88-462F-AA6D-78D8-18E277764EBB}"/>
          </ac:inkMkLst>
        </pc:inkChg>
        <pc:inkChg chg="add del">
          <ac:chgData name="Leônidas Müller de Oliveira" userId="5af9566427f0cd7a" providerId="LiveId" clId="{86AB097D-25F3-4527-9EFD-ACB2A68473FA}" dt="2025-05-26T15:06:17.291" v="732" actId="478"/>
          <ac:inkMkLst>
            <pc:docMk/>
            <pc:sldMk cId="3781252073" sldId="338"/>
            <ac:inkMk id="149" creationId="{559423E6-4B0D-8CC6-1977-C6AAB015F8E8}"/>
          </ac:inkMkLst>
        </pc:inkChg>
        <pc:inkChg chg="add del">
          <ac:chgData name="Leônidas Müller de Oliveira" userId="5af9566427f0cd7a" providerId="LiveId" clId="{86AB097D-25F3-4527-9EFD-ACB2A68473FA}" dt="2025-05-26T15:06:16.620" v="731" actId="478"/>
          <ac:inkMkLst>
            <pc:docMk/>
            <pc:sldMk cId="3781252073" sldId="338"/>
            <ac:inkMk id="150" creationId="{F184DD30-3A59-7A01-0E6F-CFDC665EAE88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51" creationId="{83D6AAAD-D923-3162-4A2B-789466574C7F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52" creationId="{216F0AA0-B179-04C0-E4CB-17EC1197B56C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53" creationId="{58107F2D-009F-6E94-D0A8-EF8B7CF8C8D8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54" creationId="{3DA989B8-D82F-FF99-D986-5D5DF911F405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55" creationId="{BC057B2D-C95D-920C-1C57-BB9BFC66BAE1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57" creationId="{AB73D6C7-C1B6-687C-03E8-6FF4ADBEC2FF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58" creationId="{CA7F7BDD-E63A-FA42-BC55-62C78AEB2409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59" creationId="{FDA9F435-499F-D76F-BE34-579407BB1708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60" creationId="{D2EBEEF4-161B-5C38-CB88-0F835FEB5BAD}"/>
          </ac:inkMkLst>
        </pc:inkChg>
        <pc:inkChg chg="add mod">
          <ac:chgData name="Leônidas Müller de Oliveira" userId="5af9566427f0cd7a" providerId="LiveId" clId="{86AB097D-25F3-4527-9EFD-ACB2A68473FA}" dt="2025-05-26T15:05:37.316" v="729"/>
          <ac:inkMkLst>
            <pc:docMk/>
            <pc:sldMk cId="3781252073" sldId="338"/>
            <ac:inkMk id="162" creationId="{B2753D60-DC5E-6ABB-752D-0C7503F63CE9}"/>
          </ac:inkMkLst>
        </pc:inkChg>
        <pc:inkChg chg="add del">
          <ac:chgData name="Leônidas Müller de Oliveira" userId="5af9566427f0cd7a" providerId="LiveId" clId="{86AB097D-25F3-4527-9EFD-ACB2A68473FA}" dt="2025-05-27T00:46:34.056" v="1256" actId="478"/>
          <ac:inkMkLst>
            <pc:docMk/>
            <pc:sldMk cId="3781252073" sldId="338"/>
            <ac:inkMk id="164" creationId="{78923447-2F97-B205-D1FB-6CB1318DB874}"/>
          </ac:inkMkLst>
        </pc:inkChg>
        <pc:inkChg chg="add del mod">
          <ac:chgData name="Leônidas Müller de Oliveira" userId="5af9566427f0cd7a" providerId="LiveId" clId="{86AB097D-25F3-4527-9EFD-ACB2A68473FA}" dt="2025-05-27T00:46:34.056" v="1256" actId="478"/>
          <ac:inkMkLst>
            <pc:docMk/>
            <pc:sldMk cId="3781252073" sldId="338"/>
            <ac:inkMk id="165" creationId="{5796C116-3846-3E84-CA4B-882F8C0A4BFA}"/>
          </ac:inkMkLst>
        </pc:inkChg>
        <pc:inkChg chg="add del mod topLvl">
          <ac:chgData name="Leônidas Müller de Oliveira" userId="5af9566427f0cd7a" providerId="LiveId" clId="{86AB097D-25F3-4527-9EFD-ACB2A68473FA}" dt="2025-05-27T00:46:37.614" v="1257" actId="478"/>
          <ac:inkMkLst>
            <pc:docMk/>
            <pc:sldMk cId="3781252073" sldId="338"/>
            <ac:inkMk id="166" creationId="{932B0D41-0F61-285D-1853-480972D882DD}"/>
          </ac:inkMkLst>
        </pc:inkChg>
        <pc:inkChg chg="add del mod topLvl">
          <ac:chgData name="Leônidas Müller de Oliveira" userId="5af9566427f0cd7a" providerId="LiveId" clId="{86AB097D-25F3-4527-9EFD-ACB2A68473FA}" dt="2025-05-27T00:46:34.056" v="1256" actId="478"/>
          <ac:inkMkLst>
            <pc:docMk/>
            <pc:sldMk cId="3781252073" sldId="338"/>
            <ac:inkMk id="168" creationId="{24CF3D4B-CFFB-FE99-BF4B-DE56FBC32116}"/>
          </ac:inkMkLst>
        </pc:inkChg>
        <pc:inkChg chg="add del">
          <ac:chgData name="Leônidas Müller de Oliveira" userId="5af9566427f0cd7a" providerId="LiveId" clId="{86AB097D-25F3-4527-9EFD-ACB2A68473FA}" dt="2025-05-27T00:46:34.056" v="1256" actId="478"/>
          <ac:inkMkLst>
            <pc:docMk/>
            <pc:sldMk cId="3781252073" sldId="338"/>
            <ac:inkMk id="170" creationId="{699812CC-ADF4-AE44-CD13-8B8450152C60}"/>
          </ac:inkMkLst>
        </pc:inkChg>
        <pc:inkChg chg="add del">
          <ac:chgData name="Leônidas Müller de Oliveira" userId="5af9566427f0cd7a" providerId="LiveId" clId="{86AB097D-25F3-4527-9EFD-ACB2A68473FA}" dt="2025-05-27T00:46:34.056" v="1256" actId="478"/>
          <ac:inkMkLst>
            <pc:docMk/>
            <pc:sldMk cId="3781252073" sldId="338"/>
            <ac:inkMk id="171" creationId="{41030A93-26F6-93D9-D637-1EBF525E0AA6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72" creationId="{8C78F0AE-3CAB-D679-1F75-8A422B841024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73" creationId="{8A873F4D-E7EF-996B-A652-2CC8396EC524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74" creationId="{5F4683D4-BBBA-091F-CDAB-89F788749A3C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75" creationId="{628F1F0E-79E2-6BCA-28A0-B8BF7B167295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76" creationId="{ACA7254F-E889-AF96-8CA8-F44F604B7E2C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77" creationId="{F90C7613-2DC0-BC17-816A-0FAFB3F4233A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78" creationId="{C2597A19-4EA3-EE90-271B-CB59FE3DFA02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79" creationId="{B6E0C5B5-7508-0C67-273B-385AC3F1322E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81" creationId="{F65EE2DA-A868-EA43-1A31-56F6F8E65E21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82" creationId="{5E73EB02-8116-F965-8791-83EBFE5A6766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84" creationId="{BF970C17-D65F-CBBD-DEA8-0B102AB7BE1F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86" creationId="{A4490F79-8B35-9DE9-54BB-66BBD39E06C9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88" creationId="{7EB667E6-34D1-B286-2A20-304DB87C49F6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89" creationId="{EB09B7A3-4068-3625-6750-7CEFE4320DCF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90" creationId="{473B6A67-D8DC-8DE1-8F1E-52B6BA605DE9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91" creationId="{755EE25D-06D3-F330-4FCB-653026E125DD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92" creationId="{BA077899-2692-FE1C-3473-472346D2F010}"/>
          </ac:inkMkLst>
        </pc:inkChg>
        <pc:inkChg chg="add del mod topLv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93" creationId="{9ED01D6B-5191-A8CE-1DA8-4D6E87DBA250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94" creationId="{0EB8CD49-0CC0-80BB-25B4-087F18DB2B92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96" creationId="{F692E96C-1938-4982-A9CD-F899412B3914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97" creationId="{6B022247-66F1-F069-516D-F1351140487D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199" creationId="{D0EAD40F-9E86-1F06-E7F8-56AFA9ADDB29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01" creationId="{1529F9EB-2B7B-5BDE-1B53-55BA9662238A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02" creationId="{CEBBC99B-5A2C-218C-8C87-C5D96F4B2E9D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03" creationId="{A796A18C-AAC9-78DB-D7A7-B7D0DBF637A3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05" creationId="{5664A236-09F0-1B6E-F253-75D6CF9FAA55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06" creationId="{32AC059E-F609-19A8-F01E-FE4A091B1DF5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07" creationId="{70A018C6-CD40-8639-5882-92E58C6BC134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08" creationId="{CB8483E4-D6FC-B569-A24B-F1A1118D38E6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09" creationId="{3A34265E-E27A-91DC-FE28-ACDAF3EA1906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10" creationId="{081BDA25-C937-EE8A-A39A-4EB644424CF5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11" creationId="{F93C0123-44CC-B542-4321-DCCFDCD341AF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12" creationId="{99B47683-B0A3-B219-958B-21BBAE877FD8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13" creationId="{83A5D10A-49FF-FC1D-0C05-6F69582FFE99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15" creationId="{175946A5-FE77-E645-11B6-AFC41E88ACEF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17" creationId="{0DA123B8-D49E-13C9-9468-F41FAFC3AB40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18" creationId="{3A622293-8DE7-109C-6359-84E8D4708D1A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19" creationId="{EE9ED6F2-E7B9-FD48-C586-A4E4AB09603C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21" creationId="{3395797A-C5E1-937B-5020-1213BC6B5957}"/>
          </ac:inkMkLst>
        </pc:inkChg>
        <pc:inkChg chg="add del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22" creationId="{3FA30D7C-3DFA-FE03-A311-DF7148EE3409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23" creationId="{FF9DA4B6-0737-1329-E7D1-D8EB9CD94450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25" creationId="{63C22F28-66C2-E6CE-3B1C-5E512CAA6FE2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26" creationId="{158077EB-A247-945B-D5EE-7DA4D71850CA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28" creationId="{FF88CDEF-0F25-DA38-D9E1-439CADEF7E30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29" creationId="{3E1E572A-22E7-0959-CCDB-0E0CE2FCE9F2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31" creationId="{A3C8D8E1-A245-8B18-9543-8F36D0FA5981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32" creationId="{465601BB-9A5A-B647-655C-16CA6595B968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33" creationId="{496300E4-E39E-C31B-100D-0FBC400D1B9C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34" creationId="{77414AE3-8E33-55A7-4F24-3C0A51DCFE07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35" creationId="{9416098A-AA9C-4E3F-251B-075A610818B5}"/>
          </ac:inkMkLst>
        </pc:inkChg>
        <pc:inkChg chg="add del mod topLvl">
          <ac:chgData name="Leônidas Müller de Oliveira" userId="5af9566427f0cd7a" providerId="LiveId" clId="{86AB097D-25F3-4527-9EFD-ACB2A68473FA}" dt="2025-05-27T00:50:17.681" v="1327" actId="478"/>
          <ac:inkMkLst>
            <pc:docMk/>
            <pc:sldMk cId="3781252073" sldId="338"/>
            <ac:inkMk id="236" creationId="{40FD94E4-BCCA-CE03-7D13-0515229A69A5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37" creationId="{98DE9B8A-3719-8EDC-49A8-9A8379B204A7}"/>
          </ac:inkMkLst>
        </pc:inkChg>
        <pc:inkChg chg="add del mod">
          <ac:chgData name="Leônidas Müller de Oliveira" userId="5af9566427f0cd7a" providerId="LiveId" clId="{86AB097D-25F3-4527-9EFD-ACB2A68473FA}" dt="2025-05-27T00:50:11.423" v="1326" actId="478"/>
          <ac:inkMkLst>
            <pc:docMk/>
            <pc:sldMk cId="3781252073" sldId="338"/>
            <ac:inkMk id="238" creationId="{824151A9-B787-1C3B-3EEF-15A3A1CC4E6A}"/>
          </ac:inkMkLst>
        </pc:inkChg>
      </pc:sldChg>
      <pc:sldChg chg="addSp delSp modSp add mod">
        <pc:chgData name="Leônidas Müller de Oliveira" userId="5af9566427f0cd7a" providerId="LiveId" clId="{86AB097D-25F3-4527-9EFD-ACB2A68473FA}" dt="2025-05-27T00:58:06.240" v="1579" actId="478"/>
        <pc:sldMkLst>
          <pc:docMk/>
          <pc:sldMk cId="2256507086" sldId="339"/>
        </pc:sldMkLst>
        <pc:spChg chg="mod">
          <ac:chgData name="Leônidas Müller de Oliveira" userId="5af9566427f0cd7a" providerId="LiveId" clId="{86AB097D-25F3-4527-9EFD-ACB2A68473FA}" dt="2025-05-26T13:03:36.685" v="217" actId="14100"/>
          <ac:spMkLst>
            <pc:docMk/>
            <pc:sldMk cId="2256507086" sldId="339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6T15:06:55.449" v="746"/>
          <ac:grpSpMkLst>
            <pc:docMk/>
            <pc:sldMk cId="2256507086" sldId="339"/>
            <ac:grpSpMk id="12" creationId="{7F809537-13C2-46AC-F9BD-5BCA644C258D}"/>
          </ac:grpSpMkLst>
        </pc:grpChg>
        <pc:grpChg chg="del mod">
          <ac:chgData name="Leônidas Müller de Oliveira" userId="5af9566427f0cd7a" providerId="LiveId" clId="{86AB097D-25F3-4527-9EFD-ACB2A68473FA}" dt="2025-05-26T15:06:57.973" v="748"/>
          <ac:grpSpMkLst>
            <pc:docMk/>
            <pc:sldMk cId="2256507086" sldId="339"/>
            <ac:grpSpMk id="16" creationId="{078BED96-2BDA-040A-941E-9F7FBE6FC4EC}"/>
          </ac:grpSpMkLst>
        </pc:grpChg>
        <pc:grpChg chg="del mod">
          <ac:chgData name="Leônidas Müller de Oliveira" userId="5af9566427f0cd7a" providerId="LiveId" clId="{86AB097D-25F3-4527-9EFD-ACB2A68473FA}" dt="2025-05-26T15:06:59.892" v="750"/>
          <ac:grpSpMkLst>
            <pc:docMk/>
            <pc:sldMk cId="2256507086" sldId="339"/>
            <ac:grpSpMk id="18" creationId="{8C04806E-D7A8-F7F0-A047-69701E02837F}"/>
          </ac:grpSpMkLst>
        </pc:grpChg>
        <pc:grpChg chg="del mod">
          <ac:chgData name="Leônidas Müller de Oliveira" userId="5af9566427f0cd7a" providerId="LiveId" clId="{86AB097D-25F3-4527-9EFD-ACB2A68473FA}" dt="2025-05-26T15:07:01.431" v="752"/>
          <ac:grpSpMkLst>
            <pc:docMk/>
            <pc:sldMk cId="2256507086" sldId="339"/>
            <ac:grpSpMk id="20" creationId="{AA8EA86F-7781-F3C2-EA36-285A5B8FE5CF}"/>
          </ac:grpSpMkLst>
        </pc:grpChg>
        <pc:grpChg chg="del mod">
          <ac:chgData name="Leônidas Müller de Oliveira" userId="5af9566427f0cd7a" providerId="LiveId" clId="{86AB097D-25F3-4527-9EFD-ACB2A68473FA}" dt="2025-05-26T15:07:14.603" v="763"/>
          <ac:grpSpMkLst>
            <pc:docMk/>
            <pc:sldMk cId="2256507086" sldId="339"/>
            <ac:grpSpMk id="22" creationId="{14FD11AB-3AF1-E617-811C-BFC2062B5472}"/>
          </ac:grpSpMkLst>
        </pc:grpChg>
        <pc:grpChg chg="del mod">
          <ac:chgData name="Leônidas Müller de Oliveira" userId="5af9566427f0cd7a" providerId="LiveId" clId="{86AB097D-25F3-4527-9EFD-ACB2A68473FA}" dt="2025-05-26T15:07:14.603" v="763"/>
          <ac:grpSpMkLst>
            <pc:docMk/>
            <pc:sldMk cId="2256507086" sldId="339"/>
            <ac:grpSpMk id="29" creationId="{3DA8F2AB-B1A7-BA67-AC2E-54431EA29359}"/>
          </ac:grpSpMkLst>
        </pc:grpChg>
        <pc:grpChg chg="del mod">
          <ac:chgData name="Leônidas Müller de Oliveira" userId="5af9566427f0cd7a" providerId="LiveId" clId="{86AB097D-25F3-4527-9EFD-ACB2A68473FA}" dt="2025-05-26T15:07:49.115" v="797" actId="478"/>
          <ac:grpSpMkLst>
            <pc:docMk/>
            <pc:sldMk cId="2256507086" sldId="339"/>
            <ac:grpSpMk id="30" creationId="{C895522B-5434-64BC-23A3-631EC802D2B7}"/>
          </ac:grpSpMkLst>
        </pc:grpChg>
        <pc:grpChg chg="del mod">
          <ac:chgData name="Leônidas Müller de Oliveira" userId="5af9566427f0cd7a" providerId="LiveId" clId="{86AB097D-25F3-4527-9EFD-ACB2A68473FA}" dt="2025-05-26T15:07:26.886" v="779"/>
          <ac:grpSpMkLst>
            <pc:docMk/>
            <pc:sldMk cId="2256507086" sldId="339"/>
            <ac:grpSpMk id="34" creationId="{3D7A071A-887C-9F3D-475A-113106EB5587}"/>
          </ac:grpSpMkLst>
        </pc:grpChg>
        <pc:grpChg chg="del mod">
          <ac:chgData name="Leônidas Müller de Oliveira" userId="5af9566427f0cd7a" providerId="LiveId" clId="{86AB097D-25F3-4527-9EFD-ACB2A68473FA}" dt="2025-05-26T15:07:47.955" v="796" actId="478"/>
          <ac:grpSpMkLst>
            <pc:docMk/>
            <pc:sldMk cId="2256507086" sldId="339"/>
            <ac:grpSpMk id="37" creationId="{3C996A30-2A9B-F378-8D63-4C30883A66E1}"/>
          </ac:grpSpMkLst>
        </pc:grpChg>
        <pc:grpChg chg="del mod">
          <ac:chgData name="Leônidas Müller de Oliveira" userId="5af9566427f0cd7a" providerId="LiveId" clId="{86AB097D-25F3-4527-9EFD-ACB2A68473FA}" dt="2025-05-26T15:07:26.886" v="779"/>
          <ac:grpSpMkLst>
            <pc:docMk/>
            <pc:sldMk cId="2256507086" sldId="339"/>
            <ac:grpSpMk id="41" creationId="{E99F4B39-4DA6-B1E0-3209-2E047C5A8DEA}"/>
          </ac:grpSpMkLst>
        </pc:grpChg>
        <pc:grpChg chg="del mod">
          <ac:chgData name="Leônidas Müller de Oliveira" userId="5af9566427f0cd7a" providerId="LiveId" clId="{86AB097D-25F3-4527-9EFD-ACB2A68473FA}" dt="2025-05-26T15:07:37.602" v="792"/>
          <ac:grpSpMkLst>
            <pc:docMk/>
            <pc:sldMk cId="2256507086" sldId="339"/>
            <ac:grpSpMk id="50" creationId="{C4B7DE81-9784-DD43-C0BC-3404810C4EAC}"/>
          </ac:grpSpMkLst>
        </pc:grpChg>
        <pc:grpChg chg="del mod">
          <ac:chgData name="Leônidas Müller de Oliveira" userId="5af9566427f0cd7a" providerId="LiveId" clId="{86AB097D-25F3-4527-9EFD-ACB2A68473FA}" dt="2025-05-26T15:07:45.989" v="795" actId="478"/>
          <ac:grpSpMkLst>
            <pc:docMk/>
            <pc:sldMk cId="2256507086" sldId="339"/>
            <ac:grpSpMk id="54" creationId="{DCCE02E8-F6C6-B460-9A2C-1B9658434259}"/>
          </ac:grpSpMkLst>
        </pc:grpChg>
        <pc:grpChg chg="del mod">
          <ac:chgData name="Leônidas Müller de Oliveira" userId="5af9566427f0cd7a" providerId="LiveId" clId="{86AB097D-25F3-4527-9EFD-ACB2A68473FA}" dt="2025-05-26T15:07:43.467" v="793" actId="478"/>
          <ac:grpSpMkLst>
            <pc:docMk/>
            <pc:sldMk cId="2256507086" sldId="339"/>
            <ac:grpSpMk id="63" creationId="{956222D1-3DBF-13A1-A9AD-39DAC53E418F}"/>
          </ac:grpSpMkLst>
        </pc:grpChg>
        <pc:grpChg chg="del mod">
          <ac:chgData name="Leônidas Müller de Oliveira" userId="5af9566427f0cd7a" providerId="LiveId" clId="{86AB097D-25F3-4527-9EFD-ACB2A68473FA}" dt="2025-05-26T15:08:15.936" v="817"/>
          <ac:grpSpMkLst>
            <pc:docMk/>
            <pc:sldMk cId="2256507086" sldId="339"/>
            <ac:grpSpMk id="137" creationId="{5105CA6B-E50C-CB75-B779-F3F77670D180}"/>
          </ac:grpSpMkLst>
        </pc:grpChg>
        <pc:grpChg chg="del mod">
          <ac:chgData name="Leônidas Müller de Oliveira" userId="5af9566427f0cd7a" providerId="LiveId" clId="{86AB097D-25F3-4527-9EFD-ACB2A68473FA}" dt="2025-05-26T15:08:18.103" v="820"/>
          <ac:grpSpMkLst>
            <pc:docMk/>
            <pc:sldMk cId="2256507086" sldId="339"/>
            <ac:grpSpMk id="150" creationId="{F79C0EC1-4809-6415-0A0F-8A88FB49ED5A}"/>
          </ac:grpSpMkLst>
        </pc:grpChg>
        <pc:grpChg chg="del mod">
          <ac:chgData name="Leônidas Müller de Oliveira" userId="5af9566427f0cd7a" providerId="LiveId" clId="{86AB097D-25F3-4527-9EFD-ACB2A68473FA}" dt="2025-05-26T15:09:06.139" v="855"/>
          <ac:grpSpMkLst>
            <pc:docMk/>
            <pc:sldMk cId="2256507086" sldId="339"/>
            <ac:grpSpMk id="153" creationId="{12F43B64-EBE1-66AD-B51E-0EE2340E4B85}"/>
          </ac:grpSpMkLst>
        </pc:grpChg>
        <pc:grpChg chg="del mod">
          <ac:chgData name="Leônidas Müller de Oliveira" userId="5af9566427f0cd7a" providerId="LiveId" clId="{86AB097D-25F3-4527-9EFD-ACB2A68473FA}" dt="2025-05-26T15:08:45.684" v="827"/>
          <ac:grpSpMkLst>
            <pc:docMk/>
            <pc:sldMk cId="2256507086" sldId="339"/>
            <ac:grpSpMk id="157" creationId="{45D3C2E5-9190-2E99-58F6-6E4111005E1C}"/>
          </ac:grpSpMkLst>
        </pc:grpChg>
        <pc:grpChg chg="del mod">
          <ac:chgData name="Leônidas Müller de Oliveira" userId="5af9566427f0cd7a" providerId="LiveId" clId="{86AB097D-25F3-4527-9EFD-ACB2A68473FA}" dt="2025-05-26T15:08:52.641" v="840"/>
          <ac:grpSpMkLst>
            <pc:docMk/>
            <pc:sldMk cId="2256507086" sldId="339"/>
            <ac:grpSpMk id="160" creationId="{6E92AD10-CEC5-B778-5752-0692C3900DD1}"/>
          </ac:grpSpMkLst>
        </pc:grpChg>
        <pc:grpChg chg="del mod">
          <ac:chgData name="Leônidas Müller de Oliveira" userId="5af9566427f0cd7a" providerId="LiveId" clId="{86AB097D-25F3-4527-9EFD-ACB2A68473FA}" dt="2025-05-26T15:09:55.006" v="908"/>
          <ac:grpSpMkLst>
            <pc:docMk/>
            <pc:sldMk cId="2256507086" sldId="339"/>
            <ac:grpSpMk id="173" creationId="{D2724936-7D95-8A60-10B3-8ABADD86A79E}"/>
          </ac:grpSpMkLst>
        </pc:grpChg>
        <pc:grpChg chg="del mod">
          <ac:chgData name="Leônidas Müller de Oliveira" userId="5af9566427f0cd7a" providerId="LiveId" clId="{86AB097D-25F3-4527-9EFD-ACB2A68473FA}" dt="2025-05-26T15:09:06.139" v="855"/>
          <ac:grpSpMkLst>
            <pc:docMk/>
            <pc:sldMk cId="2256507086" sldId="339"/>
            <ac:grpSpMk id="179" creationId="{9B284E0F-5A2D-AA1F-29BA-898B8113C1A7}"/>
          </ac:grpSpMkLst>
        </pc:grpChg>
        <pc:grpChg chg="del mod">
          <ac:chgData name="Leônidas Müller de Oliveira" userId="5af9566427f0cd7a" providerId="LiveId" clId="{86AB097D-25F3-4527-9EFD-ACB2A68473FA}" dt="2025-05-26T15:09:07.480" v="857"/>
          <ac:grpSpMkLst>
            <pc:docMk/>
            <pc:sldMk cId="2256507086" sldId="339"/>
            <ac:grpSpMk id="188" creationId="{CFE99495-F94C-6DAE-155D-A49E8D10026F}"/>
          </ac:grpSpMkLst>
        </pc:grpChg>
        <pc:grpChg chg="del mod">
          <ac:chgData name="Leônidas Müller de Oliveira" userId="5af9566427f0cd7a" providerId="LiveId" clId="{86AB097D-25F3-4527-9EFD-ACB2A68473FA}" dt="2025-05-26T15:09:11.483" v="862"/>
          <ac:grpSpMkLst>
            <pc:docMk/>
            <pc:sldMk cId="2256507086" sldId="339"/>
            <ac:grpSpMk id="190" creationId="{DACA95DC-10AE-D65B-86C1-BFE2CB0DFA06}"/>
          </ac:grpSpMkLst>
        </pc:grpChg>
        <pc:grpChg chg="del mod">
          <ac:chgData name="Leônidas Müller de Oliveira" userId="5af9566427f0cd7a" providerId="LiveId" clId="{86AB097D-25F3-4527-9EFD-ACB2A68473FA}" dt="2025-05-26T15:24:30.600" v="1178" actId="478"/>
          <ac:grpSpMkLst>
            <pc:docMk/>
            <pc:sldMk cId="2256507086" sldId="339"/>
            <ac:grpSpMk id="195" creationId="{1841388E-62E5-F160-5E25-2D82E5B32803}"/>
          </ac:grpSpMkLst>
        </pc:grpChg>
        <pc:grpChg chg="del mod">
          <ac:chgData name="Leônidas Müller de Oliveira" userId="5af9566427f0cd7a" providerId="LiveId" clId="{86AB097D-25F3-4527-9EFD-ACB2A68473FA}" dt="2025-05-26T15:09:24.500" v="880"/>
          <ac:grpSpMkLst>
            <pc:docMk/>
            <pc:sldMk cId="2256507086" sldId="339"/>
            <ac:grpSpMk id="198" creationId="{2A2A15B1-C975-307D-B2DB-29E2ED67D7AD}"/>
          </ac:grpSpMkLst>
        </pc:grpChg>
        <pc:grpChg chg="del mod">
          <ac:chgData name="Leônidas Müller de Oliveira" userId="5af9566427f0cd7a" providerId="LiveId" clId="{86AB097D-25F3-4527-9EFD-ACB2A68473FA}" dt="2025-05-26T15:09:26.583" v="884"/>
          <ac:grpSpMkLst>
            <pc:docMk/>
            <pc:sldMk cId="2256507086" sldId="339"/>
            <ac:grpSpMk id="213" creationId="{0B37D2DD-C50A-A04D-CD4A-C73FB73FE132}"/>
          </ac:grpSpMkLst>
        </pc:grpChg>
        <pc:grpChg chg="del mod">
          <ac:chgData name="Leônidas Müller de Oliveira" userId="5af9566427f0cd7a" providerId="LiveId" clId="{86AB097D-25F3-4527-9EFD-ACB2A68473FA}" dt="2025-05-26T15:09:28.982" v="887"/>
          <ac:grpSpMkLst>
            <pc:docMk/>
            <pc:sldMk cId="2256507086" sldId="339"/>
            <ac:grpSpMk id="217" creationId="{8ECE42F2-C5BA-88B2-BC2A-243002717E86}"/>
          </ac:grpSpMkLst>
        </pc:grpChg>
        <pc:grpChg chg="del mod">
          <ac:chgData name="Leônidas Müller de Oliveira" userId="5af9566427f0cd7a" providerId="LiveId" clId="{86AB097D-25F3-4527-9EFD-ACB2A68473FA}" dt="2025-05-26T15:09:37.847" v="894"/>
          <ac:grpSpMkLst>
            <pc:docMk/>
            <pc:sldMk cId="2256507086" sldId="339"/>
            <ac:grpSpMk id="220" creationId="{47D89E9D-BAD2-86A5-DFDC-4CCA8E05EEFB}"/>
          </ac:grpSpMkLst>
        </pc:grpChg>
        <pc:grpChg chg="del mod">
          <ac:chgData name="Leônidas Müller de Oliveira" userId="5af9566427f0cd7a" providerId="LiveId" clId="{86AB097D-25F3-4527-9EFD-ACB2A68473FA}" dt="2025-05-26T15:09:53.114" v="906"/>
          <ac:grpSpMkLst>
            <pc:docMk/>
            <pc:sldMk cId="2256507086" sldId="339"/>
            <ac:grpSpMk id="224" creationId="{B5589C7A-079B-0958-09A0-C6EC859CC45B}"/>
          </ac:grpSpMkLst>
        </pc:grpChg>
        <pc:grpChg chg="del mod">
          <ac:chgData name="Leônidas Müller de Oliveira" userId="5af9566427f0cd7a" providerId="LiveId" clId="{86AB097D-25F3-4527-9EFD-ACB2A68473FA}" dt="2025-05-26T15:09:53.114" v="906"/>
          <ac:grpSpMkLst>
            <pc:docMk/>
            <pc:sldMk cId="2256507086" sldId="339"/>
            <ac:grpSpMk id="227" creationId="{BAAD2479-08D9-C85C-1058-8F5523B416DB}"/>
          </ac:grpSpMkLst>
        </pc:grpChg>
        <pc:grpChg chg="del mod">
          <ac:chgData name="Leônidas Müller de Oliveira" userId="5af9566427f0cd7a" providerId="LiveId" clId="{86AB097D-25F3-4527-9EFD-ACB2A68473FA}" dt="2025-05-26T15:09:46.541" v="901"/>
          <ac:grpSpMkLst>
            <pc:docMk/>
            <pc:sldMk cId="2256507086" sldId="339"/>
            <ac:grpSpMk id="232" creationId="{A54922D2-9312-6AB1-4A5A-98AF5B4DDA3E}"/>
          </ac:grpSpMkLst>
        </pc:grpChg>
        <pc:grpChg chg="del mod">
          <ac:chgData name="Leônidas Müller de Oliveira" userId="5af9566427f0cd7a" providerId="LiveId" clId="{86AB097D-25F3-4527-9EFD-ACB2A68473FA}" dt="2025-05-26T15:09:53.114" v="906"/>
          <ac:grpSpMkLst>
            <pc:docMk/>
            <pc:sldMk cId="2256507086" sldId="339"/>
            <ac:grpSpMk id="234" creationId="{7DA20DA3-3E1E-8A1D-D2B0-2155DF142FB5}"/>
          </ac:grpSpMkLst>
        </pc:grpChg>
        <pc:grpChg chg="del mod">
          <ac:chgData name="Leônidas Müller de Oliveira" userId="5af9566427f0cd7a" providerId="LiveId" clId="{86AB097D-25F3-4527-9EFD-ACB2A68473FA}" dt="2025-05-26T15:09:55.006" v="908"/>
          <ac:grpSpMkLst>
            <pc:docMk/>
            <pc:sldMk cId="2256507086" sldId="339"/>
            <ac:grpSpMk id="239" creationId="{92AE6CA9-7391-DA4A-8826-243996FE0D1A}"/>
          </ac:grpSpMkLst>
        </pc:grpChg>
        <pc:grpChg chg="del mod">
          <ac:chgData name="Leônidas Müller de Oliveira" userId="5af9566427f0cd7a" providerId="LiveId" clId="{86AB097D-25F3-4527-9EFD-ACB2A68473FA}" dt="2025-05-26T15:10:00.929" v="915"/>
          <ac:grpSpMkLst>
            <pc:docMk/>
            <pc:sldMk cId="2256507086" sldId="339"/>
            <ac:grpSpMk id="241" creationId="{A002267C-25CD-B0B0-E609-A84A26BA5550}"/>
          </ac:grpSpMkLst>
        </pc:grpChg>
        <pc:grpChg chg="del mod">
          <ac:chgData name="Leônidas Müller de Oliveira" userId="5af9566427f0cd7a" providerId="LiveId" clId="{86AB097D-25F3-4527-9EFD-ACB2A68473FA}" dt="2025-05-26T15:10:07.604" v="918"/>
          <ac:grpSpMkLst>
            <pc:docMk/>
            <pc:sldMk cId="2256507086" sldId="339"/>
            <ac:grpSpMk id="248" creationId="{63A83397-971E-3AC0-5BC2-E598F2208762}"/>
          </ac:grpSpMkLst>
        </pc:grpChg>
        <pc:grpChg chg="del mod">
          <ac:chgData name="Leônidas Müller de Oliveira" userId="5af9566427f0cd7a" providerId="LiveId" clId="{86AB097D-25F3-4527-9EFD-ACB2A68473FA}" dt="2025-05-26T15:10:07.604" v="918"/>
          <ac:grpSpMkLst>
            <pc:docMk/>
            <pc:sldMk cId="2256507086" sldId="339"/>
            <ac:grpSpMk id="249" creationId="{2D2703F9-D0AE-CA36-2ACB-551DCC4A63FA}"/>
          </ac:grpSpMkLst>
        </pc:grpChg>
        <pc:grpChg chg="del mod">
          <ac:chgData name="Leônidas Müller de Oliveira" userId="5af9566427f0cd7a" providerId="LiveId" clId="{86AB097D-25F3-4527-9EFD-ACB2A68473FA}" dt="2025-05-26T15:10:09.633" v="920"/>
          <ac:grpSpMkLst>
            <pc:docMk/>
            <pc:sldMk cId="2256507086" sldId="339"/>
            <ac:grpSpMk id="252" creationId="{17E8FD85-2BC0-5F35-706A-F6F3597D743A}"/>
          </ac:grpSpMkLst>
        </pc:grpChg>
        <pc:grpChg chg="del mod">
          <ac:chgData name="Leônidas Müller de Oliveira" userId="5af9566427f0cd7a" providerId="LiveId" clId="{86AB097D-25F3-4527-9EFD-ACB2A68473FA}" dt="2025-05-26T15:10:13.324" v="922"/>
          <ac:grpSpMkLst>
            <pc:docMk/>
            <pc:sldMk cId="2256507086" sldId="339"/>
            <ac:grpSpMk id="254" creationId="{8F253E63-A03C-E645-E9C2-FAE2B4D1E778}"/>
          </ac:grpSpMkLst>
        </pc:grpChg>
        <pc:grpChg chg="del mod">
          <ac:chgData name="Leônidas Müller de Oliveira" userId="5af9566427f0cd7a" providerId="LiveId" clId="{86AB097D-25F3-4527-9EFD-ACB2A68473FA}" dt="2025-05-26T15:10:21.459" v="924"/>
          <ac:grpSpMkLst>
            <pc:docMk/>
            <pc:sldMk cId="2256507086" sldId="339"/>
            <ac:grpSpMk id="256" creationId="{3293E01F-6AC0-12B1-F5B5-6EC5781B1010}"/>
          </ac:grpSpMkLst>
        </pc:grpChg>
        <pc:grpChg chg="del mod">
          <ac:chgData name="Leônidas Müller de Oliveira" userId="5af9566427f0cd7a" providerId="LiveId" clId="{86AB097D-25F3-4527-9EFD-ACB2A68473FA}" dt="2025-05-26T15:24:13.591" v="1164" actId="478"/>
          <ac:grpSpMkLst>
            <pc:docMk/>
            <pc:sldMk cId="2256507086" sldId="339"/>
            <ac:grpSpMk id="258" creationId="{DFC41E5B-20C6-679E-202F-7C9CB5554802}"/>
          </ac:grpSpMkLst>
        </pc:grpChg>
        <pc:grpChg chg="del mod">
          <ac:chgData name="Leônidas Müller de Oliveira" userId="5af9566427f0cd7a" providerId="LiveId" clId="{86AB097D-25F3-4527-9EFD-ACB2A68473FA}" dt="2025-05-26T15:14:45.272" v="985"/>
          <ac:grpSpMkLst>
            <pc:docMk/>
            <pc:sldMk cId="2256507086" sldId="339"/>
            <ac:grpSpMk id="267" creationId="{5D83970B-3BFB-2DE8-454F-D0F12E3AEC96}"/>
          </ac:grpSpMkLst>
        </pc:grpChg>
        <pc:grpChg chg="del mod">
          <ac:chgData name="Leônidas Müller de Oliveira" userId="5af9566427f0cd7a" providerId="LiveId" clId="{86AB097D-25F3-4527-9EFD-ACB2A68473FA}" dt="2025-05-26T15:24:19.992" v="1170" actId="478"/>
          <ac:grpSpMkLst>
            <pc:docMk/>
            <pc:sldMk cId="2256507086" sldId="339"/>
            <ac:grpSpMk id="272" creationId="{FB664AB0-71EA-4DBE-3223-FFB133231BEE}"/>
          </ac:grpSpMkLst>
        </pc:grpChg>
        <pc:grpChg chg="del mod">
          <ac:chgData name="Leônidas Müller de Oliveira" userId="5af9566427f0cd7a" providerId="LiveId" clId="{86AB097D-25F3-4527-9EFD-ACB2A68473FA}" dt="2025-05-27T00:53:53.864" v="1460"/>
          <ac:grpSpMkLst>
            <pc:docMk/>
            <pc:sldMk cId="2256507086" sldId="339"/>
            <ac:grpSpMk id="281" creationId="{CD557CB6-A0E6-5F87-514D-2D5C4049C1A3}"/>
          </ac:grpSpMkLst>
        </pc:grpChg>
        <pc:grpChg chg="del mod">
          <ac:chgData name="Leônidas Müller de Oliveira" userId="5af9566427f0cd7a" providerId="LiveId" clId="{86AB097D-25F3-4527-9EFD-ACB2A68473FA}" dt="2025-05-27T00:51:23.691" v="1340"/>
          <ac:grpSpMkLst>
            <pc:docMk/>
            <pc:sldMk cId="2256507086" sldId="339"/>
            <ac:grpSpMk id="284" creationId="{F1CAFB73-1B18-6238-C949-058109FC1E85}"/>
          </ac:grpSpMkLst>
        </pc:grpChg>
        <pc:grpChg chg="del mod">
          <ac:chgData name="Leônidas Müller de Oliveira" userId="5af9566427f0cd7a" providerId="LiveId" clId="{86AB097D-25F3-4527-9EFD-ACB2A68473FA}" dt="2025-05-27T00:51:43.536" v="1342"/>
          <ac:grpSpMkLst>
            <pc:docMk/>
            <pc:sldMk cId="2256507086" sldId="339"/>
            <ac:grpSpMk id="287" creationId="{9C07705E-AC4C-CEBF-DB45-D48DCB93A05F}"/>
          </ac:grpSpMkLst>
        </pc:grpChg>
        <pc:grpChg chg="del mod">
          <ac:chgData name="Leônidas Müller de Oliveira" userId="5af9566427f0cd7a" providerId="LiveId" clId="{86AB097D-25F3-4527-9EFD-ACB2A68473FA}" dt="2025-05-27T00:51:49.335" v="1350"/>
          <ac:grpSpMkLst>
            <pc:docMk/>
            <pc:sldMk cId="2256507086" sldId="339"/>
            <ac:grpSpMk id="289" creationId="{247D898B-2D1B-3208-F877-BF7CC9005460}"/>
          </ac:grpSpMkLst>
        </pc:grpChg>
        <pc:grpChg chg="del mod">
          <ac:chgData name="Leônidas Müller de Oliveira" userId="5af9566427f0cd7a" providerId="LiveId" clId="{86AB097D-25F3-4527-9EFD-ACB2A68473FA}" dt="2025-05-27T00:52:44.192" v="1406"/>
          <ac:grpSpMkLst>
            <pc:docMk/>
            <pc:sldMk cId="2256507086" sldId="339"/>
            <ac:grpSpMk id="297" creationId="{47097545-B529-435B-F726-5138EF26C03A}"/>
          </ac:grpSpMkLst>
        </pc:grpChg>
        <pc:grpChg chg="del mod">
          <ac:chgData name="Leônidas Müller de Oliveira" userId="5af9566427f0cd7a" providerId="LiveId" clId="{86AB097D-25F3-4527-9EFD-ACB2A68473FA}" dt="2025-05-27T00:52:04.357" v="1363"/>
          <ac:grpSpMkLst>
            <pc:docMk/>
            <pc:sldMk cId="2256507086" sldId="339"/>
            <ac:grpSpMk id="301" creationId="{48CE42CF-D5B3-8CD4-F98E-00A36E5C7698}"/>
          </ac:grpSpMkLst>
        </pc:grpChg>
        <pc:grpChg chg="del mod">
          <ac:chgData name="Leônidas Müller de Oliveira" userId="5af9566427f0cd7a" providerId="LiveId" clId="{86AB097D-25F3-4527-9EFD-ACB2A68473FA}" dt="2025-05-27T00:52:44.192" v="1406"/>
          <ac:grpSpMkLst>
            <pc:docMk/>
            <pc:sldMk cId="2256507086" sldId="339"/>
            <ac:grpSpMk id="310" creationId="{78900058-8B6A-9C14-81F4-67FD927C6522}"/>
          </ac:grpSpMkLst>
        </pc:grpChg>
        <pc:grpChg chg="del mod">
          <ac:chgData name="Leônidas Müller de Oliveira" userId="5af9566427f0cd7a" providerId="LiveId" clId="{86AB097D-25F3-4527-9EFD-ACB2A68473FA}" dt="2025-05-27T00:52:44.192" v="1406"/>
          <ac:grpSpMkLst>
            <pc:docMk/>
            <pc:sldMk cId="2256507086" sldId="339"/>
            <ac:grpSpMk id="314" creationId="{88156CB3-F789-10C3-6295-DE10638989C0}"/>
          </ac:grpSpMkLst>
        </pc:grpChg>
        <pc:grpChg chg="del mod">
          <ac:chgData name="Leônidas Müller de Oliveira" userId="5af9566427f0cd7a" providerId="LiveId" clId="{86AB097D-25F3-4527-9EFD-ACB2A68473FA}" dt="2025-05-27T00:52:44.192" v="1406"/>
          <ac:grpSpMkLst>
            <pc:docMk/>
            <pc:sldMk cId="2256507086" sldId="339"/>
            <ac:grpSpMk id="325" creationId="{8ED09A15-CCDB-D833-5C3B-F3F374DF6CE1}"/>
          </ac:grpSpMkLst>
        </pc:grpChg>
        <pc:grpChg chg="del mod">
          <ac:chgData name="Leônidas Müller de Oliveira" userId="5af9566427f0cd7a" providerId="LiveId" clId="{86AB097D-25F3-4527-9EFD-ACB2A68473FA}" dt="2025-05-27T00:52:28.847" v="1398"/>
          <ac:grpSpMkLst>
            <pc:docMk/>
            <pc:sldMk cId="2256507086" sldId="339"/>
            <ac:grpSpMk id="334" creationId="{32835841-DF33-D105-332D-1CB34BB9F773}"/>
          </ac:grpSpMkLst>
        </pc:grpChg>
        <pc:grpChg chg="add del mod">
          <ac:chgData name="Leônidas Müller de Oliveira" userId="5af9566427f0cd7a" providerId="LiveId" clId="{86AB097D-25F3-4527-9EFD-ACB2A68473FA}" dt="2025-05-27T00:55:26.899" v="1477" actId="478"/>
          <ac:grpSpMkLst>
            <pc:docMk/>
            <pc:sldMk cId="2256507086" sldId="339"/>
            <ac:grpSpMk id="345" creationId="{47B2BE05-666A-8C12-F8CE-3C3F04DB78EB}"/>
          </ac:grpSpMkLst>
        </pc:grpChg>
        <pc:grpChg chg="del mod">
          <ac:chgData name="Leônidas Müller de Oliveira" userId="5af9566427f0cd7a" providerId="LiveId" clId="{86AB097D-25F3-4527-9EFD-ACB2A68473FA}" dt="2025-05-27T00:53:09.973" v="1415"/>
          <ac:grpSpMkLst>
            <pc:docMk/>
            <pc:sldMk cId="2256507086" sldId="339"/>
            <ac:grpSpMk id="353" creationId="{C639E13B-70CA-8F95-A4E1-C70FFC628328}"/>
          </ac:grpSpMkLst>
        </pc:grpChg>
        <pc:grpChg chg="del mod">
          <ac:chgData name="Leônidas Müller de Oliveira" userId="5af9566427f0cd7a" providerId="LiveId" clId="{86AB097D-25F3-4527-9EFD-ACB2A68473FA}" dt="2025-05-27T00:53:09.973" v="1415"/>
          <ac:grpSpMkLst>
            <pc:docMk/>
            <pc:sldMk cId="2256507086" sldId="339"/>
            <ac:grpSpMk id="358" creationId="{6560E074-C1FE-9309-6D6C-6F5B7BBD88BC}"/>
          </ac:grpSpMkLst>
        </pc:grpChg>
        <pc:grpChg chg="del mod">
          <ac:chgData name="Leônidas Müller de Oliveira" userId="5af9566427f0cd7a" providerId="LiveId" clId="{86AB097D-25F3-4527-9EFD-ACB2A68473FA}" dt="2025-05-27T00:53:31.239" v="1442"/>
          <ac:grpSpMkLst>
            <pc:docMk/>
            <pc:sldMk cId="2256507086" sldId="339"/>
            <ac:grpSpMk id="362" creationId="{21F57FC3-54B8-4B51-8567-A9897DC9781A}"/>
          </ac:grpSpMkLst>
        </pc:grpChg>
        <pc:grpChg chg="del mod">
          <ac:chgData name="Leônidas Müller de Oliveira" userId="5af9566427f0cd7a" providerId="LiveId" clId="{86AB097D-25F3-4527-9EFD-ACB2A68473FA}" dt="2025-05-27T00:53:14.253" v="1423"/>
          <ac:grpSpMkLst>
            <pc:docMk/>
            <pc:sldMk cId="2256507086" sldId="339"/>
            <ac:grpSpMk id="363" creationId="{CC54F9CA-5C98-52CF-AB1C-E1C6BEC58B6F}"/>
          </ac:grpSpMkLst>
        </pc:grpChg>
        <pc:grpChg chg="add del mod">
          <ac:chgData name="Leônidas Müller de Oliveira" userId="5af9566427f0cd7a" providerId="LiveId" clId="{86AB097D-25F3-4527-9EFD-ACB2A68473FA}" dt="2025-05-27T00:55:26.899" v="1477" actId="478"/>
          <ac:grpSpMkLst>
            <pc:docMk/>
            <pc:sldMk cId="2256507086" sldId="339"/>
            <ac:grpSpMk id="371" creationId="{24268677-248A-8AC8-7708-695A748DBE41}"/>
          </ac:grpSpMkLst>
        </pc:grpChg>
        <pc:grpChg chg="add del mod">
          <ac:chgData name="Leônidas Müller de Oliveira" userId="5af9566427f0cd7a" providerId="LiveId" clId="{86AB097D-25F3-4527-9EFD-ACB2A68473FA}" dt="2025-05-27T00:55:26.899" v="1477" actId="478"/>
          <ac:grpSpMkLst>
            <pc:docMk/>
            <pc:sldMk cId="2256507086" sldId="339"/>
            <ac:grpSpMk id="376" creationId="{8F0B344F-D008-D218-D52E-5A44CAF34992}"/>
          </ac:grpSpMkLst>
        </pc:grpChg>
        <pc:grpChg chg="add del mod">
          <ac:chgData name="Leônidas Müller de Oliveira" userId="5af9566427f0cd7a" providerId="LiveId" clId="{86AB097D-25F3-4527-9EFD-ACB2A68473FA}" dt="2025-05-27T00:55:26.899" v="1477" actId="478"/>
          <ac:grpSpMkLst>
            <pc:docMk/>
            <pc:sldMk cId="2256507086" sldId="339"/>
            <ac:grpSpMk id="381" creationId="{8CED1323-AE8A-BA6E-864A-B34DE9C566A7}"/>
          </ac:grpSpMkLst>
        </pc:grpChg>
        <pc:grpChg chg="del mod">
          <ac:chgData name="Leônidas Müller de Oliveira" userId="5af9566427f0cd7a" providerId="LiveId" clId="{86AB097D-25F3-4527-9EFD-ACB2A68473FA}" dt="2025-05-27T00:53:31.239" v="1442"/>
          <ac:grpSpMkLst>
            <pc:docMk/>
            <pc:sldMk cId="2256507086" sldId="339"/>
            <ac:grpSpMk id="386" creationId="{9B91712B-0031-1601-A152-C6FC136A371B}"/>
          </ac:grpSpMkLst>
        </pc:grpChg>
        <pc:grpChg chg="del mod">
          <ac:chgData name="Leônidas Müller de Oliveira" userId="5af9566427f0cd7a" providerId="LiveId" clId="{86AB097D-25F3-4527-9EFD-ACB2A68473FA}" dt="2025-05-27T00:54:15.603" v="1466"/>
          <ac:grpSpMkLst>
            <pc:docMk/>
            <pc:sldMk cId="2256507086" sldId="339"/>
            <ac:grpSpMk id="390" creationId="{FA1B4C8E-43F4-86FC-27F1-51D048D924C2}"/>
          </ac:grpSpMkLst>
        </pc:grpChg>
        <pc:grpChg chg="add del mod">
          <ac:chgData name="Leônidas Müller de Oliveira" userId="5af9566427f0cd7a" providerId="LiveId" clId="{86AB097D-25F3-4527-9EFD-ACB2A68473FA}" dt="2025-05-27T00:55:26.899" v="1477" actId="478"/>
          <ac:grpSpMkLst>
            <pc:docMk/>
            <pc:sldMk cId="2256507086" sldId="339"/>
            <ac:grpSpMk id="401" creationId="{EE47DD5F-48BD-9720-3414-2CAB76F7A538}"/>
          </ac:grpSpMkLst>
        </pc:grpChg>
        <pc:grpChg chg="del mod">
          <ac:chgData name="Leônidas Müller de Oliveira" userId="5af9566427f0cd7a" providerId="LiveId" clId="{86AB097D-25F3-4527-9EFD-ACB2A68473FA}" dt="2025-05-27T00:55:29.947" v="1479" actId="478"/>
          <ac:grpSpMkLst>
            <pc:docMk/>
            <pc:sldMk cId="2256507086" sldId="339"/>
            <ac:grpSpMk id="406" creationId="{40C0B2BD-9C87-B6E9-9568-02F3AF10604A}"/>
          </ac:grpSpMkLst>
        </pc:grpChg>
        <pc:grpChg chg="add del mod">
          <ac:chgData name="Leônidas Müller de Oliveira" userId="5af9566427f0cd7a" providerId="LiveId" clId="{86AB097D-25F3-4527-9EFD-ACB2A68473FA}" dt="2025-05-27T00:55:26.899" v="1477" actId="478"/>
          <ac:grpSpMkLst>
            <pc:docMk/>
            <pc:sldMk cId="2256507086" sldId="339"/>
            <ac:grpSpMk id="408" creationId="{08656997-9DEA-B4DB-BE77-927EB369E109}"/>
          </ac:grpSpMkLst>
        </pc:grpChg>
        <pc:grpChg chg="del mod">
          <ac:chgData name="Leônidas Müller de Oliveira" userId="5af9566427f0cd7a" providerId="LiveId" clId="{86AB097D-25F3-4527-9EFD-ACB2A68473FA}" dt="2025-05-27T00:54:18.116" v="1470"/>
          <ac:grpSpMkLst>
            <pc:docMk/>
            <pc:sldMk cId="2256507086" sldId="339"/>
            <ac:grpSpMk id="412" creationId="{542336D1-7950-FD8E-F7E5-BCEBDA531108}"/>
          </ac:grpSpMkLst>
        </pc:grpChg>
        <pc:grpChg chg="del mod">
          <ac:chgData name="Leônidas Müller de Oliveira" userId="5af9566427f0cd7a" providerId="LiveId" clId="{86AB097D-25F3-4527-9EFD-ACB2A68473FA}" dt="2025-05-27T00:54:20.563" v="1472"/>
          <ac:grpSpMkLst>
            <pc:docMk/>
            <pc:sldMk cId="2256507086" sldId="339"/>
            <ac:grpSpMk id="416" creationId="{43D029C6-E6C5-3429-A870-390A73DB3F9E}"/>
          </ac:grpSpMkLst>
        </pc:grpChg>
        <pc:grpChg chg="del mod">
          <ac:chgData name="Leônidas Müller de Oliveira" userId="5af9566427f0cd7a" providerId="LiveId" clId="{86AB097D-25F3-4527-9EFD-ACB2A68473FA}" dt="2025-05-27T00:54:22.447" v="1474"/>
          <ac:grpSpMkLst>
            <pc:docMk/>
            <pc:sldMk cId="2256507086" sldId="339"/>
            <ac:grpSpMk id="418" creationId="{1DE9C9E9-630D-7E69-5052-FED220707295}"/>
          </ac:grpSpMkLst>
        </pc:grpChg>
        <pc:grpChg chg="add del mod">
          <ac:chgData name="Leônidas Müller de Oliveira" userId="5af9566427f0cd7a" providerId="LiveId" clId="{86AB097D-25F3-4527-9EFD-ACB2A68473FA}" dt="2025-05-27T00:55:26.899" v="1477" actId="478"/>
          <ac:grpSpMkLst>
            <pc:docMk/>
            <pc:sldMk cId="2256507086" sldId="339"/>
            <ac:grpSpMk id="420" creationId="{FB235DDE-4836-3FA7-C257-082B384FBC93}"/>
          </ac:grpSpMkLst>
        </pc:grpChg>
        <pc:grpChg chg="del mod">
          <ac:chgData name="Leônidas Müller de Oliveira" userId="5af9566427f0cd7a" providerId="LiveId" clId="{86AB097D-25F3-4527-9EFD-ACB2A68473FA}" dt="2025-05-27T00:56:03.781" v="1495"/>
          <ac:grpSpMkLst>
            <pc:docMk/>
            <pc:sldMk cId="2256507086" sldId="339"/>
            <ac:grpSpMk id="425" creationId="{21F6FD66-473B-D7D1-B04A-D4F0386D3046}"/>
          </ac:grpSpMkLst>
        </pc:grpChg>
        <pc:grpChg chg="del mod">
          <ac:chgData name="Leônidas Müller de Oliveira" userId="5af9566427f0cd7a" providerId="LiveId" clId="{86AB097D-25F3-4527-9EFD-ACB2A68473FA}" dt="2025-05-27T00:57:10.205" v="1564"/>
          <ac:grpSpMkLst>
            <pc:docMk/>
            <pc:sldMk cId="2256507086" sldId="339"/>
            <ac:grpSpMk id="430" creationId="{27E2134A-1A0C-A3F8-744E-E922276939B6}"/>
          </ac:grpSpMkLst>
        </pc:grpChg>
        <pc:grpChg chg="del mod">
          <ac:chgData name="Leônidas Müller de Oliveira" userId="5af9566427f0cd7a" providerId="LiveId" clId="{86AB097D-25F3-4527-9EFD-ACB2A68473FA}" dt="2025-05-27T00:56:03.781" v="1495"/>
          <ac:grpSpMkLst>
            <pc:docMk/>
            <pc:sldMk cId="2256507086" sldId="339"/>
            <ac:grpSpMk id="433" creationId="{F7AF0AC5-318B-B369-0D8F-CF0F099DC36E}"/>
          </ac:grpSpMkLst>
        </pc:grpChg>
        <pc:grpChg chg="del mod">
          <ac:chgData name="Leônidas Müller de Oliveira" userId="5af9566427f0cd7a" providerId="LiveId" clId="{86AB097D-25F3-4527-9EFD-ACB2A68473FA}" dt="2025-05-27T00:56:13.559" v="1507"/>
          <ac:grpSpMkLst>
            <pc:docMk/>
            <pc:sldMk cId="2256507086" sldId="339"/>
            <ac:grpSpMk id="436" creationId="{72CC1722-093A-D026-76EF-C356F11D8EBD}"/>
          </ac:grpSpMkLst>
        </pc:grpChg>
        <pc:grpChg chg="del mod">
          <ac:chgData name="Leônidas Müller de Oliveira" userId="5af9566427f0cd7a" providerId="LiveId" clId="{86AB097D-25F3-4527-9EFD-ACB2A68473FA}" dt="2025-05-27T00:56:32.206" v="1536"/>
          <ac:grpSpMkLst>
            <pc:docMk/>
            <pc:sldMk cId="2256507086" sldId="339"/>
            <ac:grpSpMk id="448" creationId="{0E8A4DFA-7A9B-C7A5-A2C5-0FAB37A53DFD}"/>
          </ac:grpSpMkLst>
        </pc:grpChg>
        <pc:grpChg chg="del mod">
          <ac:chgData name="Leônidas Müller de Oliveira" userId="5af9566427f0cd7a" providerId="LiveId" clId="{86AB097D-25F3-4527-9EFD-ACB2A68473FA}" dt="2025-05-27T00:56:24.026" v="1523"/>
          <ac:grpSpMkLst>
            <pc:docMk/>
            <pc:sldMk cId="2256507086" sldId="339"/>
            <ac:grpSpMk id="453" creationId="{37892FA5-EF7D-065A-BD59-C7ABC3C67DAF}"/>
          </ac:grpSpMkLst>
        </pc:grpChg>
        <pc:grpChg chg="del mod">
          <ac:chgData name="Leônidas Müller de Oliveira" userId="5af9566427f0cd7a" providerId="LiveId" clId="{86AB097D-25F3-4527-9EFD-ACB2A68473FA}" dt="2025-05-27T00:56:33.243" v="1538"/>
          <ac:grpSpMkLst>
            <pc:docMk/>
            <pc:sldMk cId="2256507086" sldId="339"/>
            <ac:grpSpMk id="464" creationId="{ABCEDF12-5FBC-8BAF-7BA5-C546AA99FAB4}"/>
          </ac:grpSpMkLst>
        </pc:grpChg>
        <pc:grpChg chg="del mod">
          <ac:chgData name="Leônidas Müller de Oliveira" userId="5af9566427f0cd7a" providerId="LiveId" clId="{86AB097D-25F3-4527-9EFD-ACB2A68473FA}" dt="2025-05-27T00:56:33.243" v="1538"/>
          <ac:grpSpMkLst>
            <pc:docMk/>
            <pc:sldMk cId="2256507086" sldId="339"/>
            <ac:grpSpMk id="477" creationId="{C54E5295-EA17-6113-1296-5731B70D34E7}"/>
          </ac:grpSpMkLst>
        </pc:grpChg>
        <pc:grpChg chg="del mod">
          <ac:chgData name="Leônidas Müller de Oliveira" userId="5af9566427f0cd7a" providerId="LiveId" clId="{86AB097D-25F3-4527-9EFD-ACB2A68473FA}" dt="2025-05-27T00:57:38.586" v="1577"/>
          <ac:grpSpMkLst>
            <pc:docMk/>
            <pc:sldMk cId="2256507086" sldId="339"/>
            <ac:grpSpMk id="478" creationId="{60E6240A-6C68-AD34-5789-B002D8054847}"/>
          </ac:grpSpMkLst>
        </pc:grpChg>
        <pc:grpChg chg="del mod">
          <ac:chgData name="Leônidas Müller de Oliveira" userId="5af9566427f0cd7a" providerId="LiveId" clId="{86AB097D-25F3-4527-9EFD-ACB2A68473FA}" dt="2025-05-27T00:56:39.378" v="1547"/>
          <ac:grpSpMkLst>
            <pc:docMk/>
            <pc:sldMk cId="2256507086" sldId="339"/>
            <ac:grpSpMk id="480" creationId="{79D515F2-9D20-D8A9-CEF3-3504AA911192}"/>
          </ac:grpSpMkLst>
        </pc:grpChg>
        <pc:grpChg chg="del mod">
          <ac:chgData name="Leônidas Müller de Oliveira" userId="5af9566427f0cd7a" providerId="LiveId" clId="{86AB097D-25F3-4527-9EFD-ACB2A68473FA}" dt="2025-05-27T00:56:39.378" v="1547"/>
          <ac:grpSpMkLst>
            <pc:docMk/>
            <pc:sldMk cId="2256507086" sldId="339"/>
            <ac:grpSpMk id="489" creationId="{DEFD0F4B-D457-EBC8-44F3-E42180E295B5}"/>
          </ac:grpSpMkLst>
        </pc:grpChg>
        <pc:grpChg chg="del mod">
          <ac:chgData name="Leônidas Müller de Oliveira" userId="5af9566427f0cd7a" providerId="LiveId" clId="{86AB097D-25F3-4527-9EFD-ACB2A68473FA}" dt="2025-05-27T00:57:35.005" v="1571"/>
          <ac:grpSpMkLst>
            <pc:docMk/>
            <pc:sldMk cId="2256507086" sldId="339"/>
            <ac:grpSpMk id="490" creationId="{540EC418-8BD6-4D7A-D250-4573509656F8}"/>
          </ac:grpSpMkLst>
        </pc:grpChg>
        <pc:grpChg chg="del mod">
          <ac:chgData name="Leônidas Müller de Oliveira" userId="5af9566427f0cd7a" providerId="LiveId" clId="{86AB097D-25F3-4527-9EFD-ACB2A68473FA}" dt="2025-05-27T00:57:10.205" v="1564"/>
          <ac:grpSpMkLst>
            <pc:docMk/>
            <pc:sldMk cId="2256507086" sldId="339"/>
            <ac:grpSpMk id="507" creationId="{D838938F-FDDE-D9F3-819E-1D2EB0B81365}"/>
          </ac:grpSpMkLst>
        </pc:grpChg>
        <pc:grpChg chg="del mod">
          <ac:chgData name="Leônidas Müller de Oliveira" userId="5af9566427f0cd7a" providerId="LiveId" clId="{86AB097D-25F3-4527-9EFD-ACB2A68473FA}" dt="2025-05-27T00:57:35.005" v="1571"/>
          <ac:grpSpMkLst>
            <pc:docMk/>
            <pc:sldMk cId="2256507086" sldId="339"/>
            <ac:grpSpMk id="508" creationId="{7EEF8219-1CC4-9C4D-67AA-0D6E47C5600E}"/>
          </ac:grpSpMkLst>
        </pc:grpChg>
        <pc:grpChg chg="del mod">
          <ac:chgData name="Leônidas Müller de Oliveira" userId="5af9566427f0cd7a" providerId="LiveId" clId="{86AB097D-25F3-4527-9EFD-ACB2A68473FA}" dt="2025-05-27T00:57:19.385" v="1566"/>
          <ac:grpSpMkLst>
            <pc:docMk/>
            <pc:sldMk cId="2256507086" sldId="339"/>
            <ac:grpSpMk id="509" creationId="{F5C83A7B-DFBB-E3DB-CBDF-99801CA29728}"/>
          </ac:grpSpMkLst>
        </pc:grpChg>
        <pc:grpChg chg="del mod">
          <ac:chgData name="Leônidas Müller de Oliveira" userId="5af9566427f0cd7a" providerId="LiveId" clId="{86AB097D-25F3-4527-9EFD-ACB2A68473FA}" dt="2025-05-27T00:57:22.929" v="1568"/>
          <ac:grpSpMkLst>
            <pc:docMk/>
            <pc:sldMk cId="2256507086" sldId="339"/>
            <ac:grpSpMk id="511" creationId="{22DF58E3-D57E-4DC4-E807-8E73A76653DF}"/>
          </ac:grpSpMkLst>
        </pc:grpChg>
        <pc:grpChg chg="del mod">
          <ac:chgData name="Leônidas Müller de Oliveira" userId="5af9566427f0cd7a" providerId="LiveId" clId="{86AB097D-25F3-4527-9EFD-ACB2A68473FA}" dt="2025-05-27T00:58:06.240" v="1579" actId="478"/>
          <ac:grpSpMkLst>
            <pc:docMk/>
            <pc:sldMk cId="2256507086" sldId="339"/>
            <ac:grpSpMk id="513" creationId="{CEE9AC64-6D05-9969-1492-BCB79FD77C07}"/>
          </ac:grpSpMkLst>
        </pc:grpChg>
        <pc:grpChg chg="del mod">
          <ac:chgData name="Leônidas Müller de Oliveira" userId="5af9566427f0cd7a" providerId="LiveId" clId="{86AB097D-25F3-4527-9EFD-ACB2A68473FA}" dt="2025-05-27T00:58:06.240" v="1579" actId="478"/>
          <ac:grpSpMkLst>
            <pc:docMk/>
            <pc:sldMk cId="2256507086" sldId="339"/>
            <ac:grpSpMk id="516" creationId="{3CD96542-6608-1BB5-C854-2D63677E1660}"/>
          </ac:grpSpMkLst>
        </pc:grpChg>
        <pc:grpChg chg="del mod">
          <ac:chgData name="Leônidas Müller de Oliveira" userId="5af9566427f0cd7a" providerId="LiveId" clId="{86AB097D-25F3-4527-9EFD-ACB2A68473FA}" dt="2025-05-27T00:58:06.240" v="1579" actId="478"/>
          <ac:grpSpMkLst>
            <pc:docMk/>
            <pc:sldMk cId="2256507086" sldId="339"/>
            <ac:grpSpMk id="522" creationId="{E1C11ACD-68F6-ADEE-A780-24BC0AA142F2}"/>
          </ac:grpSpMkLst>
        </pc:grp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2" creationId="{5D70A884-1FE4-A570-605B-DC6BB59EB308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3" creationId="{F14E8151-DD87-3604-C7F2-48A017F736A9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" creationId="{032B974F-64EC-84DE-7ECA-47E32996D7F2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5" creationId="{20A6C115-02A9-7CE1-7666-C61EF865BC13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6" creationId="{F2812447-A48B-D5CA-FF16-F038B7B0D515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8" creationId="{8542119B-EE98-900D-F687-8017DEB658DE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9" creationId="{DC13E5DA-99FA-76CD-CD36-56E27F81360F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10" creationId="{3432E86F-7E46-BE14-FF6A-A2693E39E963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11" creationId="{A1414004-5D86-9299-8AF9-26B931F9D0CC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13" creationId="{36F63B85-46A3-5D8B-8EB5-54AC4DFE6541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14" creationId="{B14B96EE-3C50-1C0E-45E5-E472840EA1CB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15" creationId="{67464768-875F-DF80-9971-FDBF464C8DF7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17" creationId="{1F680651-4B1F-BE79-FD30-6D6D10064299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19" creationId="{B5908EDA-DA60-7ED9-B8C3-57146BBE7F05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21" creationId="{A0F3EDDC-27CE-14B2-7F6E-22115BB003D1}"/>
          </ac:inkMkLst>
        </pc:inkChg>
        <pc:inkChg chg="add mod">
          <ac:chgData name="Leônidas Müller de Oliveira" userId="5af9566427f0cd7a" providerId="LiveId" clId="{86AB097D-25F3-4527-9EFD-ACB2A68473FA}" dt="2025-05-26T15:07:10.950" v="759"/>
          <ac:inkMkLst>
            <pc:docMk/>
            <pc:sldMk cId="2256507086" sldId="339"/>
            <ac:inkMk id="23" creationId="{526F6C57-6F80-6F19-4BE4-275F4D93E999}"/>
          </ac:inkMkLst>
        </pc:inkChg>
        <pc:inkChg chg="add mod">
          <ac:chgData name="Leônidas Müller de Oliveira" userId="5af9566427f0cd7a" providerId="LiveId" clId="{86AB097D-25F3-4527-9EFD-ACB2A68473FA}" dt="2025-05-26T15:07:10.950" v="759"/>
          <ac:inkMkLst>
            <pc:docMk/>
            <pc:sldMk cId="2256507086" sldId="339"/>
            <ac:inkMk id="24" creationId="{5A57CEA8-032F-81B8-8751-E61A96B10643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25" creationId="{E77C68EB-CED9-039C-1AB8-6FE5D94F0756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26" creationId="{BDA1D2E2-FB98-D029-F24D-228D8AD16845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27" creationId="{246E4751-2AC7-7883-8C79-21A038C1493D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28" creationId="{C245E8C3-07AA-61D2-61AF-2625F7D8A976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31" creationId="{E85ABD46-C4C8-073C-6207-7FF2518AD272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32" creationId="{D21ED8A7-4910-6779-25F8-97CC1617910F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33" creationId="{FE5686F8-4217-478E-B580-CD8F938183CC}"/>
          </ac:inkMkLst>
        </pc:inkChg>
        <pc:inkChg chg="add mod">
          <ac:chgData name="Leônidas Müller de Oliveira" userId="5af9566427f0cd7a" providerId="LiveId" clId="{86AB097D-25F3-4527-9EFD-ACB2A68473FA}" dt="2025-05-26T15:07:19.945" v="766"/>
          <ac:inkMkLst>
            <pc:docMk/>
            <pc:sldMk cId="2256507086" sldId="339"/>
            <ac:inkMk id="35" creationId="{14AC8AAB-A83F-99E0-0FB8-0384FFDE5AD0}"/>
          </ac:inkMkLst>
        </pc:inkChg>
        <pc:inkChg chg="add mod">
          <ac:chgData name="Leônidas Müller de Oliveira" userId="5af9566427f0cd7a" providerId="LiveId" clId="{86AB097D-25F3-4527-9EFD-ACB2A68473FA}" dt="2025-05-26T15:07:19.945" v="766"/>
          <ac:inkMkLst>
            <pc:docMk/>
            <pc:sldMk cId="2256507086" sldId="339"/>
            <ac:inkMk id="36" creationId="{0785B173-C689-2683-7052-93D07278886D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38" creationId="{4803A9C3-8590-B037-474D-469E37E73DEF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39" creationId="{FB3A00D0-1CAC-5955-7F17-6F23CF5CEF98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0" creationId="{EC977375-CEF1-DEB6-8C4D-AA4DAE50607F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2" creationId="{D9474A3E-D96A-7686-C02E-670631DC1326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3" creationId="{65E707C0-AC21-55DE-93C0-47D48E8D57AB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4" creationId="{162F23C3-BB4A-29D3-CEFE-BF64AECD4114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5" creationId="{F2252D51-00FF-8122-F557-BA57B78F4FFF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6" creationId="{D56A6763-1B8E-F512-4057-6E611F121E30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7" creationId="{4F93280F-ED33-9C0B-1A4F-BEB6CC86CBCB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8" creationId="{A39719EA-CA29-71A2-6151-426F53BA14FB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49" creationId="{D80E25C2-0E62-2AEF-57C5-C2357C18941D}"/>
          </ac:inkMkLst>
        </pc:inkChg>
        <pc:inkChg chg="add mod">
          <ac:chgData name="Leônidas Müller de Oliveira" userId="5af9566427f0cd7a" providerId="LiveId" clId="{86AB097D-25F3-4527-9EFD-ACB2A68473FA}" dt="2025-05-26T15:07:33.582" v="783"/>
          <ac:inkMkLst>
            <pc:docMk/>
            <pc:sldMk cId="2256507086" sldId="339"/>
            <ac:inkMk id="51" creationId="{FFDF0F59-AF44-2EB4-8DB6-A6990C8FA05F}"/>
          </ac:inkMkLst>
        </pc:inkChg>
        <pc:inkChg chg="add mod">
          <ac:chgData name="Leônidas Müller de Oliveira" userId="5af9566427f0cd7a" providerId="LiveId" clId="{86AB097D-25F3-4527-9EFD-ACB2A68473FA}" dt="2025-05-26T15:07:33.582" v="783"/>
          <ac:inkMkLst>
            <pc:docMk/>
            <pc:sldMk cId="2256507086" sldId="339"/>
            <ac:inkMk id="52" creationId="{3077D970-7FA7-A9D9-FAB9-8C168CF690FB}"/>
          </ac:inkMkLst>
        </pc:inkChg>
        <pc:inkChg chg="add del">
          <ac:chgData name="Leônidas Müller de Oliveira" userId="5af9566427f0cd7a" providerId="LiveId" clId="{86AB097D-25F3-4527-9EFD-ACB2A68473FA}" dt="2025-05-26T15:07:45.092" v="794" actId="478"/>
          <ac:inkMkLst>
            <pc:docMk/>
            <pc:sldMk cId="2256507086" sldId="339"/>
            <ac:inkMk id="53" creationId="{F7D82C50-7951-178C-B4D9-07CBB5FBD4B4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55" creationId="{BD7DADD8-58B7-D5FE-97E4-63E9B9118BCC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56" creationId="{92E5655A-7D51-AA7B-D59E-D4E7B74BFFAB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57" creationId="{BD765F69-F13C-A769-B4FF-0D3B7A55042A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58" creationId="{8E6045A9-03B1-785B-4FA4-FE7466C6AF73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59" creationId="{63F1BBE8-CDEA-F677-075F-B560FA5E5A1B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60" creationId="{C850E1F3-CE4D-4299-5E92-5160BBE5F939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61" creationId="{100B6C1C-777C-BFAC-727A-3B34B1708AD0}"/>
          </ac:inkMkLst>
        </pc:inkChg>
        <pc:inkChg chg="add mod">
          <ac:chgData name="Leônidas Müller de Oliveira" userId="5af9566427f0cd7a" providerId="LiveId" clId="{86AB097D-25F3-4527-9EFD-ACB2A68473FA}" dt="2025-05-26T15:07:37.602" v="792"/>
          <ac:inkMkLst>
            <pc:docMk/>
            <pc:sldMk cId="2256507086" sldId="339"/>
            <ac:inkMk id="62" creationId="{C568D9B4-AACB-0856-D52C-9E1A336EF374}"/>
          </ac:inkMkLst>
        </pc:inkChg>
        <pc:inkChg chg="add del">
          <ac:chgData name="Leônidas Müller de Oliveira" userId="5af9566427f0cd7a" providerId="LiveId" clId="{86AB097D-25F3-4527-9EFD-ACB2A68473FA}" dt="2025-05-26T15:24:23.137" v="1173" actId="478"/>
          <ac:inkMkLst>
            <pc:docMk/>
            <pc:sldMk cId="2256507086" sldId="339"/>
            <ac:inkMk id="128" creationId="{2E0AC7C1-9D35-6575-D93F-0F95AC4847F6}"/>
          </ac:inkMkLst>
        </pc:inkChg>
        <pc:inkChg chg="add del">
          <ac:chgData name="Leônidas Müller de Oliveira" userId="5af9566427f0cd7a" providerId="LiveId" clId="{86AB097D-25F3-4527-9EFD-ACB2A68473FA}" dt="2025-05-26T15:24:21.346" v="1171" actId="478"/>
          <ac:inkMkLst>
            <pc:docMk/>
            <pc:sldMk cId="2256507086" sldId="339"/>
            <ac:inkMk id="129" creationId="{2DEE0110-A001-B60E-05B0-2534313C1B39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0" creationId="{0CA8F59C-D1BB-CFBD-FBE7-77A87A6A2B46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1" creationId="{786249FE-BED7-22FF-05DE-56A6C7614CA7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2" creationId="{3FB5886B-7416-383C-32A9-1860DC012D54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3" creationId="{C66BA73C-439D-C9DB-7E7F-7122758EE46C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4" creationId="{B5B71C17-446C-2982-8D56-31D024D7411D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5" creationId="{B2346064-C45C-0161-7325-C977A3FA66B0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6" creationId="{751BE92D-DF9D-A3F0-40DD-5C18AEE427F9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8" creationId="{3D49D9A8-E24F-1FD4-46E9-2CA4B36CD592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39" creationId="{FB83C29B-E3B2-55EA-76AB-8835DD93444A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42" creationId="{EB6C6B58-18BD-BF9C-3A0D-7187ACDB88FF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44" creationId="{8B84A1D6-E8C7-DF19-AF77-751ABCDE8D4D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45" creationId="{3EAADC67-0987-E72B-BFB1-D83FA9342DA4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46" creationId="{A3165422-822E-ED20-A610-B0752919516F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47" creationId="{E65205A3-D275-0F64-FDA4-B95BB95823DF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48" creationId="{E15B9C45-5E72-0899-8C3E-DC44E6ECDA4A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49" creationId="{E321B4D1-F8D2-5157-41E9-421C83D50AA7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51" creationId="{A281CB89-C8D5-506C-68FC-1DB77F2AE726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52" creationId="{FC1EDE54-8396-80A7-E930-62A1CB97873A}"/>
          </ac:inkMkLst>
        </pc:inkChg>
        <pc:inkChg chg="add del">
          <ac:chgData name="Leônidas Müller de Oliveira" userId="5af9566427f0cd7a" providerId="LiveId" clId="{86AB097D-25F3-4527-9EFD-ACB2A68473FA}" dt="2025-05-26T15:24:22.159" v="1172" actId="478"/>
          <ac:inkMkLst>
            <pc:docMk/>
            <pc:sldMk cId="2256507086" sldId="339"/>
            <ac:inkMk id="154" creationId="{AF76F45E-C0BF-61E8-5F22-A459547DF66B}"/>
          </ac:inkMkLst>
        </pc:inkChg>
        <pc:inkChg chg="add del mod">
          <ac:chgData name="Leônidas Müller de Oliveira" userId="5af9566427f0cd7a" providerId="LiveId" clId="{86AB097D-25F3-4527-9EFD-ACB2A68473FA}" dt="2025-05-26T15:24:12.757" v="1163" actId="478"/>
          <ac:inkMkLst>
            <pc:docMk/>
            <pc:sldMk cId="2256507086" sldId="339"/>
            <ac:inkMk id="155" creationId="{ECBD3BA7-B032-55B1-F32B-C4002C3AB317}"/>
          </ac:inkMkLst>
        </pc:inkChg>
        <pc:inkChg chg="add del mod">
          <ac:chgData name="Leônidas Müller de Oliveira" userId="5af9566427f0cd7a" providerId="LiveId" clId="{86AB097D-25F3-4527-9EFD-ACB2A68473FA}" dt="2025-05-26T15:24:14.690" v="1165" actId="478"/>
          <ac:inkMkLst>
            <pc:docMk/>
            <pc:sldMk cId="2256507086" sldId="339"/>
            <ac:inkMk id="156" creationId="{4E7DF806-B1DF-808D-E6B3-28B0DEE19023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58" creationId="{D8049F90-DAA4-E3D6-E21E-B3FDE583CB8A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59" creationId="{D76B93FB-0EB7-886F-978B-5F7CF5ED497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1" creationId="{9F6ECE32-583D-782A-9B84-BAD98F7D4436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2" creationId="{90C30279-AD25-75D3-85F3-FC5819B9700A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3" creationId="{28985294-2E0E-6B3E-94E9-E576EF58D9E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4" creationId="{05DA5BB3-2B56-3454-72E6-DA6DED8B6125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5" creationId="{A4A84FE6-557B-3860-0F36-CDC3FF9DE66B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6" creationId="{FD25BEFD-3E9B-8431-6B15-9C58630CDCD5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7" creationId="{B26B8376-B0A9-AE28-BA65-F579ACCAED6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8" creationId="{1B7F2AF1-1997-7DB3-6C68-991FC85BD44E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69" creationId="{4274B563-AFC2-F1F7-0698-A615C3A9A960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70" creationId="{151663E1-655F-BE7B-3C83-88BCD056C24A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71" creationId="{AFC4A2AE-8AD5-AD07-D5FA-0B4C8D6441A8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72" creationId="{53C9C29C-22EC-C226-36DE-4A15B7FA4C9C}"/>
          </ac:inkMkLst>
        </pc:inkChg>
        <pc:inkChg chg="add del">
          <ac:chgData name="Leônidas Müller de Oliveira" userId="5af9566427f0cd7a" providerId="LiveId" clId="{86AB097D-25F3-4527-9EFD-ACB2A68473FA}" dt="2025-05-26T15:24:17.779" v="1167" actId="478"/>
          <ac:inkMkLst>
            <pc:docMk/>
            <pc:sldMk cId="2256507086" sldId="339"/>
            <ac:inkMk id="174" creationId="{69D5DC91-3218-F0C7-48AF-3C270984BD94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75" creationId="{1058011C-FC16-9839-0CFB-B752BCD8B701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76" creationId="{6E93C5F9-3801-9A18-F28D-3F8428FA79AA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77" creationId="{CE764DAE-D194-E6DF-4E25-279C1CE71ABE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78" creationId="{CBE64C8A-83DE-C42A-3CB6-3DA32E454D6A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0" creationId="{A9DC25DB-9BD3-74B3-52A3-B3BB11C0C394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1" creationId="{8F6D0B6B-820A-536E-2A33-76C669B4DD75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2" creationId="{AC2034DF-7687-F7FC-A740-64F69330AC4C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3" creationId="{4A8071C5-1453-56DD-8681-FCAB15018630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4" creationId="{D9898DE7-FAD8-1A33-C808-C5F2BF10B47B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5" creationId="{A8A4F8F1-ED9D-1871-6A75-EDC27CC606FC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6" creationId="{C9E16CB2-874F-7144-8A32-D7EF1C1CAD95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7" creationId="{F8C9B815-8EB1-E66E-B1FB-8FF3592D33EF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89" creationId="{FBF41E2E-7F9E-AD06-F66B-C30D8A07AF28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91" creationId="{AB8EDDB7-880C-C60E-6D47-8E0FBA5881D3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92" creationId="{8997E222-31E5-9526-54E8-DB310827F6FF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93" creationId="{7073923D-A8A2-5ED2-FA0D-A6688E14379F}"/>
          </ac:inkMkLst>
        </pc:inkChg>
        <pc:inkChg chg="add mod">
          <ac:chgData name="Leônidas Müller de Oliveira" userId="5af9566427f0cd7a" providerId="LiveId" clId="{86AB097D-25F3-4527-9EFD-ACB2A68473FA}" dt="2025-05-26T15:09:11.483" v="862"/>
          <ac:inkMkLst>
            <pc:docMk/>
            <pc:sldMk cId="2256507086" sldId="339"/>
            <ac:inkMk id="194" creationId="{8993F949-16E9-E4EF-9EC5-B6AF6A9F866E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96" creationId="{D718DF2B-3BC4-0B13-6253-0016CA8A818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97" creationId="{73A46237-F6E4-72EC-CD1F-8862C3B89621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199" creationId="{9E522BF3-22B9-9859-FD9D-7ED5457D0553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0" creationId="{4814DCA6-1399-483F-17D3-D0ECA8BAD464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1" creationId="{E52C2674-0E57-C195-0FC2-20ED6D5137BF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2" creationId="{9FA74000-A3AC-40A1-C9C7-340B9D916DAD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3" creationId="{4090A288-F341-FFB1-424B-45158A7954F8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4" creationId="{06751C41-77E2-251B-3550-CC24BB33D41D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5" creationId="{14815518-3A33-9D9C-5E6D-E735CA0EB37D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6" creationId="{72133FFF-47A5-A67A-BF3F-41BE16E0EFD7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7" creationId="{9B454401-A0C5-7B3E-4F02-7BE651AB32B4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8" creationId="{AAE4C7CE-00A7-3C05-338D-7BE8E970C2B4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09" creationId="{46028D6D-39E3-9D9F-3893-78B00CB0CEA3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10" creationId="{B73053F6-B56E-F906-1690-FD1BFF32FC46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11" creationId="{B60FBDBC-E9D1-9BF0-C7F4-075D645CF823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12" creationId="{07D4EB06-27C7-6C91-07F1-97EAE10D9E60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14" creationId="{18CEFB7D-55A2-A913-E457-C6F150C509A8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15" creationId="{33F84B97-57AD-2CC3-63B4-721E78C2A929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16" creationId="{4B1FBBB7-B34C-DA05-D363-0D244E53F88E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18" creationId="{24B29BDC-3192-B269-ED07-8A74450D4EF0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19" creationId="{FC03EE85-034A-A8D7-296C-E092A5BD4A37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21" creationId="{9CCAC420-2C53-F013-266C-A43AD8B13FA3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22" creationId="{E805D2F4-29A6-EE7B-2110-67DD1017F9DE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23" creationId="{B23B765D-36C2-B237-3F76-69FABF12F7DD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25" creationId="{B1F3051C-35E9-0532-E134-9DDA8A68551A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26" creationId="{E8C4F9EB-6C7C-1A8A-96C0-AC289ED97B02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28" creationId="{D56BB587-75E8-C51D-928F-4B3C90686907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29" creationId="{449F0AC1-8AC4-1F98-5F78-DEC5AC2A36B4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30" creationId="{E4417D53-0DC3-5174-ECFD-3F65D273BE5F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31" creationId="{47D172D2-1860-325D-796A-27573CA511DD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33" creationId="{EB2F86BC-25B6-F145-C5FE-B2B4D4D294B8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35" creationId="{2E01D7E9-90F1-6F8A-298F-209202223356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36" creationId="{54858E79-CCB7-4B27-CD45-4826C7621449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37" creationId="{181DA701-5855-A096-B507-DFA873857D2D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38" creationId="{CED695EB-ED93-6570-209A-229D0D412408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40" creationId="{6C9560E6-079B-5E52-3812-4B0C087079A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42" creationId="{3EA7CC3A-3288-B962-3410-0B1B42BE52F4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43" creationId="{D910E424-6650-BA99-8DD4-CE112F09A15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44" creationId="{0F1CB8D1-BC30-DDED-6654-8E04131423C7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45" creationId="{539AED72-7D01-F0D5-B624-1A0B2471F06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46" creationId="{F41F60A3-A5AD-49CA-D30E-1AC1BA125198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47" creationId="{ADFFE8A3-2395-BA82-69DB-46DE2F1CAC7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50" creationId="{2BA211D3-DF31-9A63-03C9-71B467248E0D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51" creationId="{6D6A5EC9-8A01-0FAA-9581-A16E80E7B86C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53" creationId="{F7DD7572-D4E6-5A25-29DD-456BF574AFA2}"/>
          </ac:inkMkLst>
        </pc:inkChg>
        <pc:inkChg chg="add del mod">
          <ac:chgData name="Leônidas Müller de Oliveira" userId="5af9566427f0cd7a" providerId="LiveId" clId="{86AB097D-25F3-4527-9EFD-ACB2A68473FA}" dt="2025-05-26T15:24:16.440" v="1166" actId="478"/>
          <ac:inkMkLst>
            <pc:docMk/>
            <pc:sldMk cId="2256507086" sldId="339"/>
            <ac:inkMk id="255" creationId="{A19F0299-C6B6-D10F-7F1F-A861C63C2DC1}"/>
          </ac:inkMkLst>
        </pc:inkChg>
        <pc:inkChg chg="add mod">
          <ac:chgData name="Leônidas Müller de Oliveira" userId="5af9566427f0cd7a" providerId="LiveId" clId="{86AB097D-25F3-4527-9EFD-ACB2A68473FA}" dt="2025-05-26T15:10:21.459" v="924"/>
          <ac:inkMkLst>
            <pc:docMk/>
            <pc:sldMk cId="2256507086" sldId="339"/>
            <ac:inkMk id="257" creationId="{527F9532-830B-B924-21A9-F64BC4C00106}"/>
          </ac:inkMkLst>
        </pc:inkChg>
        <pc:inkChg chg="add del">
          <ac:chgData name="Leônidas Müller de Oliveira" userId="5af9566427f0cd7a" providerId="LiveId" clId="{86AB097D-25F3-4527-9EFD-ACB2A68473FA}" dt="2025-05-26T15:24:19.169" v="1169" actId="478"/>
          <ac:inkMkLst>
            <pc:docMk/>
            <pc:sldMk cId="2256507086" sldId="339"/>
            <ac:inkMk id="259" creationId="{E0ACCC04-067B-66F0-935E-80325B6C2071}"/>
          </ac:inkMkLst>
        </pc:inkChg>
        <pc:inkChg chg="add del">
          <ac:chgData name="Leônidas Müller de Oliveira" userId="5af9566427f0cd7a" providerId="LiveId" clId="{86AB097D-25F3-4527-9EFD-ACB2A68473FA}" dt="2025-05-26T15:24:18.394" v="1168" actId="478"/>
          <ac:inkMkLst>
            <pc:docMk/>
            <pc:sldMk cId="2256507086" sldId="339"/>
            <ac:inkMk id="260" creationId="{6B147107-DE1A-9A18-144D-593B68023BD2}"/>
          </ac:inkMkLst>
        </pc:inkChg>
        <pc:inkChg chg="add del">
          <ac:chgData name="Leônidas Müller de Oliveira" userId="5af9566427f0cd7a" providerId="LiveId" clId="{86AB097D-25F3-4527-9EFD-ACB2A68473FA}" dt="2025-05-26T15:24:25.528" v="1176" actId="478"/>
          <ac:inkMkLst>
            <pc:docMk/>
            <pc:sldMk cId="2256507086" sldId="339"/>
            <ac:inkMk id="261" creationId="{1A826A80-B420-FA6F-AF58-FC2D44195FCE}"/>
          </ac:inkMkLst>
        </pc:inkChg>
        <pc:inkChg chg="add del">
          <ac:chgData name="Leônidas Müller de Oliveira" userId="5af9566427f0cd7a" providerId="LiveId" clId="{86AB097D-25F3-4527-9EFD-ACB2A68473FA}" dt="2025-05-26T15:24:27.352" v="1177" actId="478"/>
          <ac:inkMkLst>
            <pc:docMk/>
            <pc:sldMk cId="2256507086" sldId="339"/>
            <ac:inkMk id="262" creationId="{555B47BA-D366-E2AA-F0CF-778AF03AB76D}"/>
          </ac:inkMkLst>
        </pc:inkChg>
        <pc:inkChg chg="add del">
          <ac:chgData name="Leônidas Müller de Oliveira" userId="5af9566427f0cd7a" providerId="LiveId" clId="{86AB097D-25F3-4527-9EFD-ACB2A68473FA}" dt="2025-05-26T15:24:24.729" v="1175" actId="478"/>
          <ac:inkMkLst>
            <pc:docMk/>
            <pc:sldMk cId="2256507086" sldId="339"/>
            <ac:inkMk id="263" creationId="{05E06BE9-15C6-1A42-D4F4-D69EE4AB4BDA}"/>
          </ac:inkMkLst>
        </pc:inkChg>
        <pc:inkChg chg="add del">
          <ac:chgData name="Leônidas Müller de Oliveira" userId="5af9566427f0cd7a" providerId="LiveId" clId="{86AB097D-25F3-4527-9EFD-ACB2A68473FA}" dt="2025-05-26T15:24:23.985" v="1174" actId="478"/>
          <ac:inkMkLst>
            <pc:docMk/>
            <pc:sldMk cId="2256507086" sldId="339"/>
            <ac:inkMk id="264" creationId="{6EC94A8F-E082-9C94-5EEC-B0E8B34C89DB}"/>
          </ac:inkMkLst>
        </pc:inkChg>
        <pc:inkChg chg="add mod">
          <ac:chgData name="Leônidas Müller de Oliveira" userId="5af9566427f0cd7a" providerId="LiveId" clId="{86AB097D-25F3-4527-9EFD-ACB2A68473FA}" dt="2025-05-26T15:14:45.272" v="985"/>
          <ac:inkMkLst>
            <pc:docMk/>
            <pc:sldMk cId="2256507086" sldId="339"/>
            <ac:inkMk id="265" creationId="{73AE6B9B-B345-901B-EFB7-415E79ACCB5B}"/>
          </ac:inkMkLst>
        </pc:inkChg>
        <pc:inkChg chg="add mod">
          <ac:chgData name="Leônidas Müller de Oliveira" userId="5af9566427f0cd7a" providerId="LiveId" clId="{86AB097D-25F3-4527-9EFD-ACB2A68473FA}" dt="2025-05-26T15:14:45.272" v="985"/>
          <ac:inkMkLst>
            <pc:docMk/>
            <pc:sldMk cId="2256507086" sldId="339"/>
            <ac:inkMk id="266" creationId="{37DCE389-CCBB-6584-810D-FF5530400F1D}"/>
          </ac:inkMkLst>
        </pc:inkChg>
        <pc:inkChg chg="add mod">
          <ac:chgData name="Leônidas Müller de Oliveira" userId="5af9566427f0cd7a" providerId="LiveId" clId="{86AB097D-25F3-4527-9EFD-ACB2A68473FA}" dt="2025-05-26T15:14:45.272" v="985"/>
          <ac:inkMkLst>
            <pc:docMk/>
            <pc:sldMk cId="2256507086" sldId="339"/>
            <ac:inkMk id="268" creationId="{712AF158-DDCC-6430-0AC3-5EBFAE4835F6}"/>
          </ac:inkMkLst>
        </pc:inkChg>
        <pc:inkChg chg="add mod">
          <ac:chgData name="Leônidas Müller de Oliveira" userId="5af9566427f0cd7a" providerId="LiveId" clId="{86AB097D-25F3-4527-9EFD-ACB2A68473FA}" dt="2025-05-26T15:14:45.272" v="985"/>
          <ac:inkMkLst>
            <pc:docMk/>
            <pc:sldMk cId="2256507086" sldId="339"/>
            <ac:inkMk id="269" creationId="{23EB2AB5-D05A-6AAA-366C-883BA7730EF3}"/>
          </ac:inkMkLst>
        </pc:inkChg>
        <pc:inkChg chg="add mod">
          <ac:chgData name="Leônidas Müller de Oliveira" userId="5af9566427f0cd7a" providerId="LiveId" clId="{86AB097D-25F3-4527-9EFD-ACB2A68473FA}" dt="2025-05-26T15:14:45.272" v="985"/>
          <ac:inkMkLst>
            <pc:docMk/>
            <pc:sldMk cId="2256507086" sldId="339"/>
            <ac:inkMk id="270" creationId="{141CAD22-79F7-C1CA-0156-03E41782FB34}"/>
          </ac:inkMkLst>
        </pc:inkChg>
        <pc:inkChg chg="add mod">
          <ac:chgData name="Leônidas Müller de Oliveira" userId="5af9566427f0cd7a" providerId="LiveId" clId="{86AB097D-25F3-4527-9EFD-ACB2A68473FA}" dt="2025-05-26T15:14:45.272" v="985"/>
          <ac:inkMkLst>
            <pc:docMk/>
            <pc:sldMk cId="2256507086" sldId="339"/>
            <ac:inkMk id="271" creationId="{E38045ED-52FE-92CB-0E2F-0791A05A3DAA}"/>
          </ac:inkMkLst>
        </pc:inkChg>
        <pc:inkChg chg="add de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73" creationId="{87335F1C-FB9F-9A5D-A7FD-7268803DD78E}"/>
          </ac:inkMkLst>
        </pc:inkChg>
        <pc:inkChg chg="add de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74" creationId="{D5AF450B-7CDD-B2B8-5B89-69CDC92EB5CE}"/>
          </ac:inkMkLst>
        </pc:inkChg>
        <pc:inkChg chg="add de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75" creationId="{A0924CB2-2E83-0B44-309D-2BFEF8DB1D97}"/>
          </ac:inkMkLst>
        </pc:inkChg>
        <pc:inkChg chg="add de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76" creationId="{DB776C22-E02B-3A9F-7D36-AB5D3A6B3074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77" creationId="{384B2E8F-AB5C-5328-B3BB-819464CD2D45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78" creationId="{24103980-0C2C-7AA5-6EBE-EF0C320D53AB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79" creationId="{0FF5B91D-10BB-7845-9D9C-DF2CFCBC77CE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80" creationId="{CB7F5218-0D03-C1B6-B9D1-7F7C5596150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82" creationId="{CEA31CC7-7046-2F74-6D48-F7D2E46BD7C6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83" creationId="{3C90DE1C-8AF8-9319-8E3D-72A27A5924D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85" creationId="{AF17D8B4-CDD0-D6D8-80F1-D14E3D2B56B7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86" creationId="{3ABB261C-523F-EF3E-7A45-0562F45AD9E8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88" creationId="{8C8803B6-AB3B-55FA-E908-5E803299535E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0" creationId="{095EC140-EFBF-5C89-FEEB-08591000E751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1" creationId="{635B7FB2-31E1-3EC6-8E02-5CB50B04D1C7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2" creationId="{EBF40D3B-A3B3-59A9-6B93-A24DAE560E1C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3" creationId="{B99EE3EF-9DDF-5C3E-3562-84A738FB80AF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4" creationId="{233350BB-29FE-2852-FBBC-35909B268C68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5" creationId="{B60F2A0D-210E-5A57-9063-6670843AF44C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6" creationId="{CCCC6F06-F98B-6CED-F6C0-63FF739324F5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8" creationId="{65FB1E40-61B1-57F1-58A7-00FBA7A329A2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299" creationId="{D639B92A-54BA-1819-BD2E-4A0D409EDD9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0" creationId="{EA1C8866-48C2-C730-DABB-5089A9E02197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2" creationId="{B9B709ED-77DA-4C98-A79F-8C74FFDD5C61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3" creationId="{5D7588C4-CD34-42B4-5E50-4FBC64792FEF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4" creationId="{BE541B40-A164-8168-4DB9-39DE8ECE9457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5" creationId="{DB214AED-8CA6-86A8-163E-6C052D35FBA0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6" creationId="{CA925D0B-4204-16A5-613F-5FBAFB5B0DB2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7" creationId="{787E7AD0-DAC9-7DFB-4E37-D3A06748A5D1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8" creationId="{9868C75E-9AB0-3A6C-0F94-AA9594FD37A9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09" creationId="{91219A42-1BEA-4216-76A8-EFCC03DBE22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11" creationId="{4994AD8D-F4E7-FF20-2D7C-336D07BBD62E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12" creationId="{C32305AB-A002-EAEE-FB76-AEC0727FEA71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13" creationId="{E8AD7CA6-7648-5F3C-E2D1-67C54FFAF24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15" creationId="{6C6CE15E-095C-9C12-69B6-AD8D24C8B9F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16" creationId="{BC421CB6-5E0F-24CD-2B5D-08E35C5A6642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17" creationId="{4AD9FF0D-1ECA-F84F-A4B7-CBD90E5E255A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18" creationId="{F1BAFEC2-84FE-AF41-3827-B95797ACB105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19" creationId="{BA02D1A5-B14D-81F2-0EBD-DE4EFA8A551F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0" creationId="{42296276-CDA1-AFE5-9CB2-2653653CDB3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1" creationId="{B2A8AFD4-E971-94C5-40F2-2F133521625E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2" creationId="{1BFC8D2F-97ED-0A55-DD08-B5E81EDDB2AF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3" creationId="{26FB6C05-2C1F-B7B8-8406-4FA1CE9FC374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4" creationId="{008C3609-FAD5-0068-3C89-03B1705C3669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6" creationId="{F6A8B524-2E84-7942-EA7B-64FA78AAFD4B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7" creationId="{9615DF36-8B72-2AB2-8A4C-A4F51EDEC19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8" creationId="{6EE3AFFF-2136-E79C-CFC2-02670E6ED63D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29" creationId="{5DC486B7-FCF7-7BE1-C7BF-8A494330C571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0" creationId="{91327902-1215-07C6-3988-C0FD2DA6985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1" creationId="{1F20D90B-CDE1-072B-2655-80A5BB2BD17E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2" creationId="{75558B52-F7E4-2388-DA41-EC309E293A2F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3" creationId="{6FE52E80-18D2-0471-F451-E59C383EB070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5" creationId="{81B8EF38-6D8D-58D8-A6F7-F20DF7286599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6" creationId="{4E719CAF-805E-6AE4-4CD1-196C88BFA036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7" creationId="{A43997F7-84FB-08C7-B308-E98338FAB916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8" creationId="{9752F032-5192-629F-6BF8-014061A1A7A9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39" creationId="{05595DA3-0222-04F0-1813-0D51A6B31E04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0" creationId="{4768958B-E77C-2CC3-F72F-E7394E1250B3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1" creationId="{52A9BFBB-0E8A-3AA0-82BB-7AF9ED26B530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2" creationId="{9A5E842C-6293-8FA9-8BF4-5D48CEC5C7B9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3" creationId="{4E2BA6EB-813C-F520-BACA-5EA05F8810DF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4" creationId="{169E8371-1F7C-5DB9-9BA1-D29A33A379DC}"/>
          </ac:inkMkLst>
        </pc:inkChg>
        <pc:inkChg chg="add de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6" creationId="{9FA9DBC4-BDD7-A136-0149-8624969918B0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7" creationId="{3BC22854-69F7-0CD3-1E6D-386C5DC26FCB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8" creationId="{A48BA48E-30B7-D2C4-4411-D62509831845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49" creationId="{C4C95254-35FC-A134-C2C0-E85DB3440CE1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50" creationId="{CF599DA5-483F-D48D-EF08-F249874A843B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51" creationId="{C3B4DED7-3E79-BC8F-3576-B2ADA8B100E3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52" creationId="{6AAD6149-5B25-93D1-A0A9-1B0E9B6956AB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54" creationId="{862B2A26-9667-46D7-A48A-4E2DEA4DF6BA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55" creationId="{D1A73015-CEE7-2BF6-E080-CA53DBE81F49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56" creationId="{0432EEFB-D598-AC4E-8C81-607FC36173F1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57" creationId="{7B3D24C0-78B1-121D-F552-C3F559D5C4FC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59" creationId="{F8624028-D90E-8020-5889-B1886B41415F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60" creationId="{905840B5-24A1-3441-A520-8F8A63D6B805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61" creationId="{67DAE1E4-68DB-B27A-24F5-767E382658E0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64" creationId="{0BD19821-B1B0-612D-EEC2-2A51DB8CC610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65" creationId="{93CE5E0F-2E02-C24C-F661-11D7545B07B2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66" creationId="{9E23DACA-B14D-9B62-6B0F-C2F55F74A4C7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67" creationId="{9653AF36-9E23-6F76-CB48-670D42599B0C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68" creationId="{212F968C-205A-9AD0-9796-E49F052F7FE2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69" creationId="{475F2284-242E-13B6-153E-65A9E4F3E010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70" creationId="{840350B6-AEB8-927A-79EA-BFFF2EDA9DAA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72" creationId="{5C5425BA-F3E3-0968-0246-0F48D4C180EB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73" creationId="{B1243845-85B9-26F6-AF0D-11F2E729321D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74" creationId="{91873B6A-2F70-F0E9-FA2F-95A5C3AABD46}"/>
          </ac:inkMkLst>
        </pc:inkChg>
        <pc:inkChg chg="add del mod topLvl">
          <ac:chgData name="Leônidas Müller de Oliveira" userId="5af9566427f0cd7a" providerId="LiveId" clId="{86AB097D-25F3-4527-9EFD-ACB2A68473FA}" dt="2025-05-27T00:55:28.524" v="1478" actId="478"/>
          <ac:inkMkLst>
            <pc:docMk/>
            <pc:sldMk cId="2256507086" sldId="339"/>
            <ac:inkMk id="375" creationId="{7785FB5A-C8A6-EDD0-74B0-9BA8866E1F00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77" creationId="{EFCC5F25-7B05-43B3-9BC7-C9C82746F0A7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78" creationId="{7E2D6C0E-C64D-4EF2-1EFA-C7017A2BDDA7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79" creationId="{F77B6102-AD7C-AA24-121B-A5764DCED1C2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80" creationId="{5773889E-316E-90B8-1A82-7FF0BBF7E2D2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82" creationId="{2BB574CC-EDA7-6BE5-9806-C3E99F8049E0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83" creationId="{7A1353D9-6D26-1135-1C4C-80E07A0DFDBB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84" creationId="{96177DD1-3DDF-5F8C-F8B0-8F28C130FF49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85" creationId="{D3BAA36A-E19C-0A32-A80F-9359F6E1153F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87" creationId="{F5FA6ABC-E862-6382-75A1-99BB0CCE2E8F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88" creationId="{088F7814-7814-7026-28C5-AE1C79946BA4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89" creationId="{FE02535E-C7B0-D9CC-1FAA-B181A1A96CCE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1" creationId="{86D10837-286D-3946-5239-3D75F61FFE8A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2" creationId="{7713CF6E-2C4D-A721-9990-838B6FDA8A93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3" creationId="{BF794CAD-CAA4-DE28-31E0-A25F1C053945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4" creationId="{1C0FD2EF-F14C-FDAB-EDE2-825EEDF2954F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5" creationId="{B959D21A-248E-5166-7C43-E98ABE3E8EA2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6" creationId="{CA2DBD5C-4757-C362-BD06-D272DE8DDC82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7" creationId="{744A1428-7B03-785A-4AD0-CBF5D3A6C16E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8" creationId="{05EF38BB-F648-E65C-B56A-9A2A68F61DBF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399" creationId="{18B076F8-D90B-51F5-13BA-3FC2F82D3702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00" creationId="{D48A86B3-77CA-ABCE-AD57-59FB1D20234C}"/>
          </ac:inkMkLst>
        </pc:inkChg>
        <pc:inkChg chg="add del mod">
          <ac:chgData name="Leônidas Müller de Oliveira" userId="5af9566427f0cd7a" providerId="LiveId" clId="{86AB097D-25F3-4527-9EFD-ACB2A68473FA}" dt="2025-05-27T00:55:28.524" v="1478" actId="478"/>
          <ac:inkMkLst>
            <pc:docMk/>
            <pc:sldMk cId="2256507086" sldId="339"/>
            <ac:inkMk id="402" creationId="{00258AAB-1A9C-A7BD-C52D-074478D576A4}"/>
          </ac:inkMkLst>
        </pc:inkChg>
        <pc:inkChg chg="add del mod">
          <ac:chgData name="Leônidas Müller de Oliveira" userId="5af9566427f0cd7a" providerId="LiveId" clId="{86AB097D-25F3-4527-9EFD-ACB2A68473FA}" dt="2025-05-27T00:55:28.524" v="1478" actId="478"/>
          <ac:inkMkLst>
            <pc:docMk/>
            <pc:sldMk cId="2256507086" sldId="339"/>
            <ac:inkMk id="403" creationId="{7A0DCF3C-841B-8038-F64F-789F00DF2655}"/>
          </ac:inkMkLst>
        </pc:inkChg>
        <pc:inkChg chg="add mod">
          <ac:chgData name="Leônidas Müller de Oliveira" userId="5af9566427f0cd7a" providerId="LiveId" clId="{86AB097D-25F3-4527-9EFD-ACB2A68473FA}" dt="2025-05-27T00:53:49.203" v="1458"/>
          <ac:inkMkLst>
            <pc:docMk/>
            <pc:sldMk cId="2256507086" sldId="339"/>
            <ac:inkMk id="404" creationId="{90A76892-A799-CE9C-FE46-AA4999F803D9}"/>
          </ac:inkMkLst>
        </pc:inkChg>
        <pc:inkChg chg="add mod">
          <ac:chgData name="Leônidas Müller de Oliveira" userId="5af9566427f0cd7a" providerId="LiveId" clId="{86AB097D-25F3-4527-9EFD-ACB2A68473FA}" dt="2025-05-27T00:53:49.203" v="1458"/>
          <ac:inkMkLst>
            <pc:docMk/>
            <pc:sldMk cId="2256507086" sldId="339"/>
            <ac:inkMk id="405" creationId="{26439152-ACF9-58FF-C6EB-19F661F78F7D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07" creationId="{8A62C241-9108-E2D3-CB3E-FF7D3B272DCF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09" creationId="{50356C51-E924-A804-9DE9-0276F5159D37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10" creationId="{013EEADF-0B32-9D8B-00E2-A86FBDC5DB64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11" creationId="{B14B2F10-80CB-4BDD-3046-1C4B9E4F537C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13" creationId="{D9CB823F-3297-59A3-F5AA-92C1490CCD8B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14" creationId="{83A9E267-6809-2C95-715F-7468C44E5A91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15" creationId="{5F47733D-AE9C-E6E0-C8C4-08D6C196D805}"/>
          </ac:inkMkLst>
        </pc:inkChg>
        <pc:inkChg chg="add del mod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17" creationId="{1E3A2E39-755D-BAC7-85F1-6C7DFFD26A69}"/>
          </ac:inkMkLst>
        </pc:inkChg>
        <pc:inkChg chg="add del mod topLvl">
          <ac:chgData name="Leônidas Müller de Oliveira" userId="5af9566427f0cd7a" providerId="LiveId" clId="{86AB097D-25F3-4527-9EFD-ACB2A68473FA}" dt="2025-05-27T00:55:26.899" v="1477" actId="478"/>
          <ac:inkMkLst>
            <pc:docMk/>
            <pc:sldMk cId="2256507086" sldId="339"/>
            <ac:inkMk id="419" creationId="{F2C2AF78-3B2E-3DCB-BEB8-4431909594F4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21" creationId="{B4FD0169-55CB-54B8-1C52-75E2FB2D75A3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22" creationId="{2B396DFA-4876-B4B9-5377-2B551BC0609E}"/>
          </ac:inkMkLst>
        </pc:inkChg>
        <pc:inkChg chg="add del mod topLv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23" creationId="{573203CA-C152-FFA4-2737-AE159619EEFA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24" creationId="{4C64A18A-7F60-CA42-D036-08C5FDB6B282}"/>
          </ac:inkMkLst>
        </pc:inkChg>
        <pc:inkChg chg="add de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26" creationId="{E0578710-6410-096D-7523-E221641A462B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27" creationId="{0658600C-1FFD-9FBD-E16C-915399D189A0}"/>
          </ac:inkMkLst>
        </pc:inkChg>
        <pc:inkChg chg="add del mod topLv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28" creationId="{843A411E-3BD2-DD5D-20BA-B4579E822B65}"/>
          </ac:inkMkLst>
        </pc:inkChg>
        <pc:inkChg chg="add de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29" creationId="{B5E55D62-D0FF-AE52-7235-08E8D0341F64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31" creationId="{8530AA71-21A7-16F4-8B1F-5ADC27626554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32" creationId="{0EF514BF-63C5-68D5-C842-6714033A2E85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34" creationId="{6164509E-0CEB-4ABA-B9AB-CAB1DEB9DFD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35" creationId="{8F52C2F9-1832-1F2A-C6BA-FCD33867772D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37" creationId="{D91377A8-2992-2D53-6044-4DBEDA5B5E4C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38" creationId="{5AC03A32-E786-4730-1DD9-0EE369B6CD2A}"/>
          </ac:inkMkLst>
        </pc:inkChg>
        <pc:inkChg chg="add del mod topLv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39" creationId="{E612F37D-0A71-D15F-9146-F1C9EB31B473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0" creationId="{BF5940D9-65CA-59AF-3408-0C5862C854F5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1" creationId="{F957AB33-A699-3B33-92B4-B301669F62B0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2" creationId="{BDCCD821-2C1A-A8E0-B10F-44E828CB57E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3" creationId="{DBB116E2-4A41-D065-54CA-1A9828F5353D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4" creationId="{D60FAC7C-8CDE-7DAE-E49D-DC49B4BB2AA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5" creationId="{3A9DE059-7A0A-D4AE-E09A-7ECE7D8C6490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6" creationId="{05019EBB-0A5F-72E7-62D9-A989038B8FAC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7" creationId="{92F713E6-B89F-3ED6-7DE7-38729F6A0174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49" creationId="{AFE4AB8D-6A70-B3D7-DAAF-74DAB896F533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0" creationId="{F7EACE76-BD37-A26E-9E7F-49A47168C538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1" creationId="{27D69021-7C59-DB36-BC05-D573D67B2D56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2" creationId="{D88DCBFB-6890-B04D-64F3-AF407C0DBAC0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4" creationId="{146BC020-A2F7-1588-FFB2-2F82CAE2EE1D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5" creationId="{FF569085-E062-EB80-A9F9-1F1D80F5018C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6" creationId="{B20CC92E-6DB2-2180-4D3C-278E4BBCBF57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7" creationId="{782D4A56-865D-9EF9-D606-518CE95DAA3C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8" creationId="{3F21D4FB-3DA1-F1D3-D51E-FD13FE3601E5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59" creationId="{FBE5D1CA-0524-217F-EA04-68483A093C57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0" creationId="{FA5A1879-1825-710E-02F2-D292EEF6DE77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1" creationId="{96783AF1-0542-2BF1-6011-217839C81A89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2" creationId="{C630CD17-EDBF-45B8-3466-B8D609CDABE7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3" creationId="{A89D5BCB-A52C-D11B-7A36-9485E7B5A55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5" creationId="{6B43D0C0-4DEA-65D5-3C1C-0A97B946B63A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6" creationId="{99DC3BCD-A5E3-33B9-4282-4DE72EE0307A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7" creationId="{1224D672-C27A-FFF6-2523-EA790530049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8" creationId="{EDA243B4-185D-DBED-F42F-3EE8E3926042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69" creationId="{3335F1F9-56F8-7D46-9D05-1998D0D602F8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70" creationId="{1E88B4F2-5457-85DA-845C-E157CDBD6E21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71" creationId="{901935D6-3EF8-8492-B9A1-C3030227CF66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72" creationId="{60F26EE5-F843-4DE3-8565-8962EAF0E3B3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73" creationId="{E7FC7F43-6289-5C9C-5BA9-F2F5D4BFD0D2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74" creationId="{9C7BB891-58F1-3F61-6317-A4EC9157ECEC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75" creationId="{15459D8C-47D8-6B66-3532-C24A6572AEC9}"/>
          </ac:inkMkLst>
        </pc:inkChg>
        <pc:inkChg chg="add del mod topLv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76" creationId="{0226EC12-1EA1-6651-5383-5593DB755683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79" creationId="{6585AF0E-9FD3-4BAA-5114-275AA21A48F4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81" creationId="{A065C320-3A72-40C5-4EFF-58CD12240FDD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82" creationId="{526B2BE9-DD1B-365E-63D1-90932C1834CB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83" creationId="{1134DBF1-F307-053B-923A-B94BBF2FFDE3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84" creationId="{654A7448-BE5F-9C05-0281-1876EF138F5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85" creationId="{FD95C032-C80B-F160-C43B-0DE1DCC667E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86" creationId="{43B4DC3B-834B-DE53-B828-76D5DCA895CD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87" creationId="{CC66D97A-47BD-C37E-C6C0-8C0F66D47D43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88" creationId="{89E4FD74-5B07-76BD-D822-89476DC591E0}"/>
          </ac:inkMkLst>
        </pc:inkChg>
        <pc:inkChg chg="add de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1" creationId="{6B1350C3-49F8-0DC2-1F69-0AED99384950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2" creationId="{3DB120A1-1629-5336-1B3E-AF7D6A7BDC19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3" creationId="{DD4504D5-BC3D-01AB-A24E-2B972788780D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4" creationId="{D078D16C-E32F-7029-342A-491B6D4CCBD1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5" creationId="{88D79D88-E913-CBF2-0CB7-32861D347917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6" creationId="{76B16F8F-B7C3-AEFD-3B79-E6A84378EF19}"/>
          </ac:inkMkLst>
        </pc:inkChg>
        <pc:inkChg chg="add del mod topLv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7" creationId="{D49226DE-60F2-1584-2652-E15E1887FE43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8" creationId="{09C35D43-628A-3174-7DAB-327553BE36EF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499" creationId="{AF1DDF9D-C574-2810-DFE5-335B9AE63BB7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00" creationId="{2789FC5A-1F10-4965-91C9-143DE6DCC876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01" creationId="{AFC762F7-5ABB-0C22-E6A4-38A98371319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02" creationId="{270F9262-A3C0-DEE6-A0B7-DE6819D41A38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03" creationId="{3560DDDC-DC76-49A6-8635-98CA2784434B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04" creationId="{CAE9F8DE-AEDC-7519-971E-1546AE5F621B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05" creationId="{90A20AF5-4415-6694-FA44-21CD66753A74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06" creationId="{0BC55D3C-F8F8-A70B-CBF8-6DCCE67CAFF5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10" creationId="{7B22A364-EBFC-4ADA-BF58-A86ED8859068}"/>
          </ac:inkMkLst>
        </pc:inkChg>
        <pc:inkChg chg="add del mod topLv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12" creationId="{54D02CC8-FE16-9F86-A3E1-B57626148182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14" creationId="{D300D21B-A352-69D3-5F4F-A53B0A9083AF}"/>
          </ac:inkMkLst>
        </pc:inkChg>
        <pc:inkChg chg="add de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15" creationId="{12685768-ECA1-B2E7-637A-9C450A9C8ADA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17" creationId="{25216739-4974-A255-1E3E-0D166424F3FE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18" creationId="{295383F8-0F90-9A4A-FE20-3772F513E617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19" creationId="{C1B284A6-6225-33F0-E083-A8E7799989B6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20" creationId="{7417A7F0-42DC-6491-B00E-2A7B4287A642}"/>
          </ac:inkMkLst>
        </pc:inkChg>
        <pc:inkChg chg="add del mod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21" creationId="{CA8F0771-7D53-5919-90CB-BEB7ED32D6FD}"/>
          </ac:inkMkLst>
        </pc:inkChg>
        <pc:inkChg chg="add del">
          <ac:chgData name="Leônidas Müller de Oliveira" userId="5af9566427f0cd7a" providerId="LiveId" clId="{86AB097D-25F3-4527-9EFD-ACB2A68473FA}" dt="2025-05-27T00:58:06.240" v="1579" actId="478"/>
          <ac:inkMkLst>
            <pc:docMk/>
            <pc:sldMk cId="2256507086" sldId="339"/>
            <ac:inkMk id="523" creationId="{1AE70FFE-9961-9FA6-7341-1D339B665AF2}"/>
          </ac:inkMkLst>
        </pc:inkChg>
      </pc:sldChg>
      <pc:sldChg chg="addSp delSp modSp add mod">
        <pc:chgData name="Leônidas Müller de Oliveira" userId="5af9566427f0cd7a" providerId="LiveId" clId="{86AB097D-25F3-4527-9EFD-ACB2A68473FA}" dt="2025-05-27T01:02:34.919" v="1695" actId="478"/>
        <pc:sldMkLst>
          <pc:docMk/>
          <pc:sldMk cId="3414370246" sldId="340"/>
        </pc:sldMkLst>
        <pc:spChg chg="mod">
          <ac:chgData name="Leônidas Müller de Oliveira" userId="5af9566427f0cd7a" providerId="LiveId" clId="{86AB097D-25F3-4527-9EFD-ACB2A68473FA}" dt="2025-05-26T13:12:11.727" v="235" actId="14100"/>
          <ac:spMkLst>
            <pc:docMk/>
            <pc:sldMk cId="3414370246" sldId="340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6T15:13:00.054" v="943"/>
          <ac:grpSpMkLst>
            <pc:docMk/>
            <pc:sldMk cId="3414370246" sldId="340"/>
            <ac:grpSpMk id="8" creationId="{D51D7D8E-E376-AA19-C31E-763C2B8813AA}"/>
          </ac:grpSpMkLst>
        </pc:grpChg>
        <pc:grpChg chg="del mod">
          <ac:chgData name="Leônidas Müller de Oliveira" userId="5af9566427f0cd7a" providerId="LiveId" clId="{86AB097D-25F3-4527-9EFD-ACB2A68473FA}" dt="2025-05-26T15:13:26.114" v="952"/>
          <ac:grpSpMkLst>
            <pc:docMk/>
            <pc:sldMk cId="3414370246" sldId="340"/>
            <ac:grpSpMk id="16" creationId="{11826F5F-8720-ACC7-F9B6-97799BCC3C11}"/>
          </ac:grpSpMkLst>
        </pc:grpChg>
        <pc:grpChg chg="del mod">
          <ac:chgData name="Leônidas Müller de Oliveira" userId="5af9566427f0cd7a" providerId="LiveId" clId="{86AB097D-25F3-4527-9EFD-ACB2A68473FA}" dt="2025-05-26T15:13:26.114" v="952"/>
          <ac:grpSpMkLst>
            <pc:docMk/>
            <pc:sldMk cId="3414370246" sldId="340"/>
            <ac:grpSpMk id="20" creationId="{EFA2436A-0814-64EF-C37E-CA2F5C04875A}"/>
          </ac:grpSpMkLst>
        </pc:grpChg>
        <pc:grpChg chg="del mod">
          <ac:chgData name="Leônidas Müller de Oliveira" userId="5af9566427f0cd7a" providerId="LiveId" clId="{86AB097D-25F3-4527-9EFD-ACB2A68473FA}" dt="2025-05-26T15:13:53.549" v="955"/>
          <ac:grpSpMkLst>
            <pc:docMk/>
            <pc:sldMk cId="3414370246" sldId="340"/>
            <ac:grpSpMk id="25" creationId="{EF6F9C27-6BEA-21B8-8B7C-0F1B6B716252}"/>
          </ac:grpSpMkLst>
        </pc:grpChg>
        <pc:grpChg chg="del mod">
          <ac:chgData name="Leônidas Müller de Oliveira" userId="5af9566427f0cd7a" providerId="LiveId" clId="{86AB097D-25F3-4527-9EFD-ACB2A68473FA}" dt="2025-05-26T15:14:02.792" v="964"/>
          <ac:grpSpMkLst>
            <pc:docMk/>
            <pc:sldMk cId="3414370246" sldId="340"/>
            <ac:grpSpMk id="28" creationId="{AA682F67-3D8A-FBFE-760F-78E6EFC9920E}"/>
          </ac:grpSpMkLst>
        </pc:grpChg>
        <pc:grpChg chg="del mod">
          <ac:chgData name="Leônidas Müller de Oliveira" userId="5af9566427f0cd7a" providerId="LiveId" clId="{86AB097D-25F3-4527-9EFD-ACB2A68473FA}" dt="2025-05-26T15:14:07.918" v="966"/>
          <ac:grpSpMkLst>
            <pc:docMk/>
            <pc:sldMk cId="3414370246" sldId="340"/>
            <ac:grpSpMk id="37" creationId="{82CBEFE8-DC48-9D23-FCE2-AA5A8787FE8B}"/>
          </ac:grpSpMkLst>
        </pc:grpChg>
        <pc:grpChg chg="del mod">
          <ac:chgData name="Leônidas Müller de Oliveira" userId="5af9566427f0cd7a" providerId="LiveId" clId="{86AB097D-25F3-4527-9EFD-ACB2A68473FA}" dt="2025-05-26T15:16:39.032" v="1058"/>
          <ac:grpSpMkLst>
            <pc:docMk/>
            <pc:sldMk cId="3414370246" sldId="340"/>
            <ac:grpSpMk id="39" creationId="{D9A231A1-FEE4-4411-AB63-097E7EB9FE15}"/>
          </ac:grpSpMkLst>
        </pc:grpChg>
        <pc:grpChg chg="del mod">
          <ac:chgData name="Leônidas Müller de Oliveira" userId="5af9566427f0cd7a" providerId="LiveId" clId="{86AB097D-25F3-4527-9EFD-ACB2A68473FA}" dt="2025-05-26T15:14:37.658" v="977"/>
          <ac:grpSpMkLst>
            <pc:docMk/>
            <pc:sldMk cId="3414370246" sldId="340"/>
            <ac:grpSpMk id="44" creationId="{A7C33D82-F2C9-FCBD-0592-4322591BCE68}"/>
          </ac:grpSpMkLst>
        </pc:grpChg>
        <pc:grpChg chg="del mod">
          <ac:chgData name="Leônidas Müller de Oliveira" userId="5af9566427f0cd7a" providerId="LiveId" clId="{86AB097D-25F3-4527-9EFD-ACB2A68473FA}" dt="2025-05-26T15:15:21.109" v="1019"/>
          <ac:grpSpMkLst>
            <pc:docMk/>
            <pc:sldMk cId="3414370246" sldId="340"/>
            <ac:grpSpMk id="50" creationId="{91903471-19A3-4A82-E4B2-321BCC225430}"/>
          </ac:grpSpMkLst>
        </pc:grpChg>
        <pc:grpChg chg="del mod">
          <ac:chgData name="Leônidas Müller de Oliveira" userId="5af9566427f0cd7a" providerId="LiveId" clId="{86AB097D-25F3-4527-9EFD-ACB2A68473FA}" dt="2025-05-26T15:15:04.719" v="1014"/>
          <ac:grpSpMkLst>
            <pc:docMk/>
            <pc:sldMk cId="3414370246" sldId="340"/>
            <ac:grpSpMk id="128" creationId="{1694C4E6-FCFF-77C8-64A5-9ECF72AFB9ED}"/>
          </ac:grpSpMkLst>
        </pc:grpChg>
        <pc:grpChg chg="del mod">
          <ac:chgData name="Leônidas Müller de Oliveira" userId="5af9566427f0cd7a" providerId="LiveId" clId="{86AB097D-25F3-4527-9EFD-ACB2A68473FA}" dt="2025-05-26T15:15:21.109" v="1019"/>
          <ac:grpSpMkLst>
            <pc:docMk/>
            <pc:sldMk cId="3414370246" sldId="340"/>
            <ac:grpSpMk id="146" creationId="{2DDA7188-B94E-ADB5-4425-018848AF8182}"/>
          </ac:grpSpMkLst>
        </pc:grpChg>
        <pc:grpChg chg="del mod">
          <ac:chgData name="Leônidas Müller de Oliveira" userId="5af9566427f0cd7a" providerId="LiveId" clId="{86AB097D-25F3-4527-9EFD-ACB2A68473FA}" dt="2025-05-26T15:15:21.109" v="1019"/>
          <ac:grpSpMkLst>
            <pc:docMk/>
            <pc:sldMk cId="3414370246" sldId="340"/>
            <ac:grpSpMk id="151" creationId="{4DED91EC-E247-3D17-6CBA-3CD323C5DB8F}"/>
          </ac:grpSpMkLst>
        </pc:grpChg>
        <pc:grpChg chg="del mod">
          <ac:chgData name="Leônidas Müller de Oliveira" userId="5af9566427f0cd7a" providerId="LiveId" clId="{86AB097D-25F3-4527-9EFD-ACB2A68473FA}" dt="2025-05-26T15:15:55.206" v="1048"/>
          <ac:grpSpMkLst>
            <pc:docMk/>
            <pc:sldMk cId="3414370246" sldId="340"/>
            <ac:grpSpMk id="152" creationId="{511A7192-1DD6-1991-03F2-2A820C0750BB}"/>
          </ac:grpSpMkLst>
        </pc:grpChg>
        <pc:grpChg chg="del mod">
          <ac:chgData name="Leônidas Müller de Oliveira" userId="5af9566427f0cd7a" providerId="LiveId" clId="{86AB097D-25F3-4527-9EFD-ACB2A68473FA}" dt="2025-05-26T15:16:39.032" v="1058"/>
          <ac:grpSpMkLst>
            <pc:docMk/>
            <pc:sldMk cId="3414370246" sldId="340"/>
            <ac:grpSpMk id="158" creationId="{634A7533-502B-85C7-FC2C-97E7A3275EA0}"/>
          </ac:grpSpMkLst>
        </pc:grpChg>
        <pc:grpChg chg="del mod">
          <ac:chgData name="Leônidas Müller de Oliveira" userId="5af9566427f0cd7a" providerId="LiveId" clId="{86AB097D-25F3-4527-9EFD-ACB2A68473FA}" dt="2025-05-26T15:16:39.032" v="1058"/>
          <ac:grpSpMkLst>
            <pc:docMk/>
            <pc:sldMk cId="3414370246" sldId="340"/>
            <ac:grpSpMk id="181" creationId="{CC7F2CE0-6877-D71C-F82B-F44309D51E86}"/>
          </ac:grpSpMkLst>
        </pc:grpChg>
        <pc:grpChg chg="del mod">
          <ac:chgData name="Leônidas Müller de Oliveira" userId="5af9566427f0cd7a" providerId="LiveId" clId="{86AB097D-25F3-4527-9EFD-ACB2A68473FA}" dt="2025-05-26T15:16:40.008" v="1060"/>
          <ac:grpSpMkLst>
            <pc:docMk/>
            <pc:sldMk cId="3414370246" sldId="340"/>
            <ac:grpSpMk id="183" creationId="{3F70C127-4F74-3CB6-87F6-79057650C9E9}"/>
          </ac:grpSpMkLst>
        </pc:grpChg>
        <pc:grpChg chg="del mod">
          <ac:chgData name="Leônidas Müller de Oliveira" userId="5af9566427f0cd7a" providerId="LiveId" clId="{86AB097D-25F3-4527-9EFD-ACB2A68473FA}" dt="2025-05-26T15:16:44.059" v="1066"/>
          <ac:grpSpMkLst>
            <pc:docMk/>
            <pc:sldMk cId="3414370246" sldId="340"/>
            <ac:grpSpMk id="185" creationId="{F55E6B51-EA41-BF27-0588-60A434BFA525}"/>
          </ac:grpSpMkLst>
        </pc:grpChg>
        <pc:grpChg chg="del mod">
          <ac:chgData name="Leônidas Müller de Oliveira" userId="5af9566427f0cd7a" providerId="LiveId" clId="{86AB097D-25F3-4527-9EFD-ACB2A68473FA}" dt="2025-05-26T15:17:00.010" v="1069"/>
          <ac:grpSpMkLst>
            <pc:docMk/>
            <pc:sldMk cId="3414370246" sldId="340"/>
            <ac:grpSpMk id="191" creationId="{CA12E15B-61C2-1CCF-C330-1763291ABD39}"/>
          </ac:grpSpMkLst>
        </pc:grpChg>
        <pc:grpChg chg="del mod">
          <ac:chgData name="Leônidas Müller de Oliveira" userId="5af9566427f0cd7a" providerId="LiveId" clId="{86AB097D-25F3-4527-9EFD-ACB2A68473FA}" dt="2025-05-26T15:17:06.297" v="1072"/>
          <ac:grpSpMkLst>
            <pc:docMk/>
            <pc:sldMk cId="3414370246" sldId="340"/>
            <ac:grpSpMk id="194" creationId="{AE3D67F4-2160-9392-E8E7-4D46DCD021EC}"/>
          </ac:grpSpMkLst>
        </pc:grpChg>
        <pc:grpChg chg="del mod">
          <ac:chgData name="Leônidas Müller de Oliveira" userId="5af9566427f0cd7a" providerId="LiveId" clId="{86AB097D-25F3-4527-9EFD-ACB2A68473FA}" dt="2025-05-27T00:58:19.221" v="1580" actId="478"/>
          <ac:grpSpMkLst>
            <pc:docMk/>
            <pc:sldMk cId="3414370246" sldId="340"/>
            <ac:grpSpMk id="197" creationId="{C35C765A-10C0-09AF-DADF-C8157EAD11E0}"/>
          </ac:grpSpMkLst>
        </pc:grpChg>
        <pc:grpChg chg="del mod">
          <ac:chgData name="Leônidas Müller de Oliveira" userId="5af9566427f0cd7a" providerId="LiveId" clId="{86AB097D-25F3-4527-9EFD-ACB2A68473FA}" dt="2025-05-27T00:59:23.531" v="1597"/>
          <ac:grpSpMkLst>
            <pc:docMk/>
            <pc:sldMk cId="3414370246" sldId="340"/>
            <ac:grpSpMk id="205" creationId="{5A9991E6-D432-1CFE-0357-0DE63BC76AED}"/>
          </ac:grpSpMkLst>
        </pc:grpChg>
        <pc:grpChg chg="del mod">
          <ac:chgData name="Leônidas Müller de Oliveira" userId="5af9566427f0cd7a" providerId="LiveId" clId="{86AB097D-25F3-4527-9EFD-ACB2A68473FA}" dt="2025-05-27T00:59:32.501" v="1602"/>
          <ac:grpSpMkLst>
            <pc:docMk/>
            <pc:sldMk cId="3414370246" sldId="340"/>
            <ac:grpSpMk id="210" creationId="{552ECE94-AB41-7EDC-73A6-8C7620F93F3E}"/>
          </ac:grpSpMkLst>
        </pc:grpChg>
        <pc:grpChg chg="del mod">
          <ac:chgData name="Leônidas Müller de Oliveira" userId="5af9566427f0cd7a" providerId="LiveId" clId="{86AB097D-25F3-4527-9EFD-ACB2A68473FA}" dt="2025-05-27T00:59:46.053" v="1609"/>
          <ac:grpSpMkLst>
            <pc:docMk/>
            <pc:sldMk cId="3414370246" sldId="340"/>
            <ac:grpSpMk id="215" creationId="{BBDD7711-D245-924F-0767-AAB6A3D8154E}"/>
          </ac:grpSpMkLst>
        </pc:grpChg>
        <pc:grpChg chg="del mod">
          <ac:chgData name="Leônidas Müller de Oliveira" userId="5af9566427f0cd7a" providerId="LiveId" clId="{86AB097D-25F3-4527-9EFD-ACB2A68473FA}" dt="2025-05-27T00:59:52.432" v="1622"/>
          <ac:grpSpMkLst>
            <pc:docMk/>
            <pc:sldMk cId="3414370246" sldId="340"/>
            <ac:grpSpMk id="222" creationId="{02DCAE08-0CE8-D24F-2788-BCFA2E1E8809}"/>
          </ac:grpSpMkLst>
        </pc:grpChg>
        <pc:grpChg chg="del mod">
          <ac:chgData name="Leônidas Müller de Oliveira" userId="5af9566427f0cd7a" providerId="LiveId" clId="{86AB097D-25F3-4527-9EFD-ACB2A68473FA}" dt="2025-05-27T01:00:02.050" v="1632"/>
          <ac:grpSpMkLst>
            <pc:docMk/>
            <pc:sldMk cId="3414370246" sldId="340"/>
            <ac:grpSpMk id="235" creationId="{26CB9248-5D19-CC34-825F-695361153BD9}"/>
          </ac:grpSpMkLst>
        </pc:grpChg>
        <pc:grpChg chg="del mod">
          <ac:chgData name="Leônidas Müller de Oliveira" userId="5af9566427f0cd7a" providerId="LiveId" clId="{86AB097D-25F3-4527-9EFD-ACB2A68473FA}" dt="2025-05-27T01:00:40.395" v="1635"/>
          <ac:grpSpMkLst>
            <pc:docMk/>
            <pc:sldMk cId="3414370246" sldId="340"/>
            <ac:grpSpMk id="245" creationId="{618488B0-F5D6-199C-5451-91E6B59D7898}"/>
          </ac:grpSpMkLst>
        </pc:grpChg>
        <pc:grpChg chg="del mod">
          <ac:chgData name="Leônidas Müller de Oliveira" userId="5af9566427f0cd7a" providerId="LiveId" clId="{86AB097D-25F3-4527-9EFD-ACB2A68473FA}" dt="2025-05-27T01:01:00.521" v="1653"/>
          <ac:grpSpMkLst>
            <pc:docMk/>
            <pc:sldMk cId="3414370246" sldId="340"/>
            <ac:grpSpMk id="248" creationId="{DB8E4393-D78C-D5AF-65E2-D47A4C948536}"/>
          </ac:grpSpMkLst>
        </pc:grpChg>
        <pc:grpChg chg="del mod">
          <ac:chgData name="Leônidas Müller de Oliveira" userId="5af9566427f0cd7a" providerId="LiveId" clId="{86AB097D-25F3-4527-9EFD-ACB2A68473FA}" dt="2025-05-27T01:00:46.681" v="1640"/>
          <ac:grpSpMkLst>
            <pc:docMk/>
            <pc:sldMk cId="3414370246" sldId="340"/>
            <ac:grpSpMk id="251" creationId="{55F45F35-EFB5-EAC1-22B9-9D3E4B9DBDE6}"/>
          </ac:grpSpMkLst>
        </pc:grpChg>
        <pc:grpChg chg="del mod">
          <ac:chgData name="Leônidas Müller de Oliveira" userId="5af9566427f0cd7a" providerId="LiveId" clId="{86AB097D-25F3-4527-9EFD-ACB2A68473FA}" dt="2025-05-27T01:01:43.698" v="1661"/>
          <ac:grpSpMkLst>
            <pc:docMk/>
            <pc:sldMk cId="3414370246" sldId="340"/>
            <ac:grpSpMk id="253" creationId="{E83FB335-4D12-7B65-502A-AE3BFE9A6F36}"/>
          </ac:grpSpMkLst>
        </pc:grpChg>
        <pc:grpChg chg="del mod">
          <ac:chgData name="Leônidas Müller de Oliveira" userId="5af9566427f0cd7a" providerId="LiveId" clId="{86AB097D-25F3-4527-9EFD-ACB2A68473FA}" dt="2025-05-27T01:01:08.083" v="1655"/>
          <ac:grpSpMkLst>
            <pc:docMk/>
            <pc:sldMk cId="3414370246" sldId="340"/>
            <ac:grpSpMk id="266" creationId="{7CD59526-3761-2A04-E2AC-D08FD0211CED}"/>
          </ac:grpSpMkLst>
        </pc:grpChg>
        <pc:grpChg chg="del mod">
          <ac:chgData name="Leônidas Müller de Oliveira" userId="5af9566427f0cd7a" providerId="LiveId" clId="{86AB097D-25F3-4527-9EFD-ACB2A68473FA}" dt="2025-05-27T01:02:34.919" v="1695" actId="478"/>
          <ac:grpSpMkLst>
            <pc:docMk/>
            <pc:sldMk cId="3414370246" sldId="340"/>
            <ac:grpSpMk id="268" creationId="{6706AA0C-5B2F-0489-C9BC-122225567AB4}"/>
          </ac:grpSpMkLst>
        </pc:grpChg>
        <pc:grpChg chg="del mod">
          <ac:chgData name="Leônidas Müller de Oliveira" userId="5af9566427f0cd7a" providerId="LiveId" clId="{86AB097D-25F3-4527-9EFD-ACB2A68473FA}" dt="2025-05-27T01:02:34.919" v="1695" actId="478"/>
          <ac:grpSpMkLst>
            <pc:docMk/>
            <pc:sldMk cId="3414370246" sldId="340"/>
            <ac:grpSpMk id="271" creationId="{E845C34E-1A4C-58E0-D097-5A68A70AEDF9}"/>
          </ac:grpSpMkLst>
        </pc:grpChg>
        <pc:grpChg chg="del mod">
          <ac:chgData name="Leônidas Müller de Oliveira" userId="5af9566427f0cd7a" providerId="LiveId" clId="{86AB097D-25F3-4527-9EFD-ACB2A68473FA}" dt="2025-05-27T01:02:18.216" v="1694"/>
          <ac:grpSpMkLst>
            <pc:docMk/>
            <pc:sldMk cId="3414370246" sldId="340"/>
            <ac:grpSpMk id="274" creationId="{300818CF-16C6-ED1E-5385-9FFA10A41087}"/>
          </ac:grpSpMkLst>
        </pc:grpChg>
        <pc:grpChg chg="del mod">
          <ac:chgData name="Leônidas Müller de Oliveira" userId="5af9566427f0cd7a" providerId="LiveId" clId="{86AB097D-25F3-4527-9EFD-ACB2A68473FA}" dt="2025-05-27T01:01:58.644" v="1688"/>
          <ac:grpSpMkLst>
            <pc:docMk/>
            <pc:sldMk cId="3414370246" sldId="340"/>
            <ac:grpSpMk id="297" creationId="{C63595C0-98DE-3CD0-1019-3F2C3DCE1124}"/>
          </ac:grpSpMkLst>
        </pc:grpChg>
        <pc:grpChg chg="del mod">
          <ac:chgData name="Leônidas Müller de Oliveira" userId="5af9566427f0cd7a" providerId="LiveId" clId="{86AB097D-25F3-4527-9EFD-ACB2A68473FA}" dt="2025-05-27T01:01:57.670" v="1686"/>
          <ac:grpSpMkLst>
            <pc:docMk/>
            <pc:sldMk cId="3414370246" sldId="340"/>
            <ac:grpSpMk id="298" creationId="{779F97EC-E1BE-5024-9B09-C6E2CC6ED08D}"/>
          </ac:grpSpMkLst>
        </pc:grpChg>
        <pc:grpChg chg="del mod">
          <ac:chgData name="Leônidas Müller de Oliveira" userId="5af9566427f0cd7a" providerId="LiveId" clId="{86AB097D-25F3-4527-9EFD-ACB2A68473FA}" dt="2025-05-27T01:01:58.644" v="1688"/>
          <ac:grpSpMkLst>
            <pc:docMk/>
            <pc:sldMk cId="3414370246" sldId="340"/>
            <ac:grpSpMk id="300" creationId="{B790476F-39FD-F931-ECD1-9E1B96E315DD}"/>
          </ac:grpSpMkLst>
        </pc:grpChg>
        <pc:grpChg chg="del mod">
          <ac:chgData name="Leônidas Müller de Oliveira" userId="5af9566427f0cd7a" providerId="LiveId" clId="{86AB097D-25F3-4527-9EFD-ACB2A68473FA}" dt="2025-05-27T01:02:34.919" v="1695" actId="478"/>
          <ac:grpSpMkLst>
            <pc:docMk/>
            <pc:sldMk cId="3414370246" sldId="340"/>
            <ac:grpSpMk id="302" creationId="{9CB6A9C5-86A3-E0B8-46C0-65B1ED4C39ED}"/>
          </ac:grpSpMkLst>
        </pc:grpChg>
        <pc:grpChg chg="del mod">
          <ac:chgData name="Leônidas Müller de Oliveira" userId="5af9566427f0cd7a" providerId="LiveId" clId="{86AB097D-25F3-4527-9EFD-ACB2A68473FA}" dt="2025-05-27T01:02:18.216" v="1694"/>
          <ac:grpSpMkLst>
            <pc:docMk/>
            <pc:sldMk cId="3414370246" sldId="340"/>
            <ac:grpSpMk id="306" creationId="{75423B52-6451-DE0D-E21B-0909C25AD371}"/>
          </ac:grpSpMkLst>
        </pc:grpChg>
        <pc:grpChg chg="del mod">
          <ac:chgData name="Leônidas Müller de Oliveira" userId="5af9566427f0cd7a" providerId="LiveId" clId="{86AB097D-25F3-4527-9EFD-ACB2A68473FA}" dt="2025-05-27T01:02:34.919" v="1695" actId="478"/>
          <ac:grpSpMkLst>
            <pc:docMk/>
            <pc:sldMk cId="3414370246" sldId="340"/>
            <ac:grpSpMk id="308" creationId="{439A97C5-4183-FC08-6C82-8B47CAF16E50}"/>
          </ac:grpSpMkLst>
        </pc:grpChg>
        <pc:graphicFrameChg chg="add del mod modGraphic">
          <ac:chgData name="Leônidas Müller de Oliveira" userId="5af9566427f0cd7a" providerId="LiveId" clId="{86AB097D-25F3-4527-9EFD-ACB2A68473FA}" dt="2025-05-26T13:11:07.573" v="230" actId="478"/>
          <ac:graphicFrameMkLst>
            <pc:docMk/>
            <pc:sldMk cId="3414370246" sldId="340"/>
            <ac:graphicFrameMk id="2" creationId="{782364F5-662B-065D-C8BF-89414265EC7A}"/>
          </ac:graphicFrameMkLst>
        </pc:graphicFrameChg>
        <pc:picChg chg="add mod">
          <ac:chgData name="Leônidas Müller de Oliveira" userId="5af9566427f0cd7a" providerId="LiveId" clId="{86AB097D-25F3-4527-9EFD-ACB2A68473FA}" dt="2025-05-26T13:12:16.259" v="236" actId="1076"/>
          <ac:picMkLst>
            <pc:docMk/>
            <pc:sldMk cId="3414370246" sldId="340"/>
            <ac:picMk id="4" creationId="{CC85BF08-2A91-7833-ABC3-E8A2EA642FE0}"/>
          </ac:picMkLst>
        </pc:pic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2" creationId="{6B7654EC-659F-C100-B00F-7DBC27B3E02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" creationId="{A9573D53-C2A1-1C24-9201-5DD8F89E0317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" creationId="{B3599D5F-E7C8-07F4-5727-CB7C502D50E6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6" creationId="{9B9B025C-A5AD-9399-D0D2-FB2931F584B5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9" creationId="{7AB06667-7C0F-8A65-F499-179AFDA803A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0" creationId="{A57B37CA-7A76-599D-CA6A-F31547A931E7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1" creationId="{D7C17366-E189-1B5A-91DA-42DBAA3DB095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2" creationId="{34DE0A9E-8627-85B5-F5F5-5DA6E0FB7F3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" creationId="{D9741A59-D6C9-A518-D184-C941D5CDF616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4" creationId="{72AB327E-820A-7802-1B82-7B1DED6E5032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5" creationId="{414132C0-2239-27B2-C409-4E4BD0516C44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" creationId="{AF88B77B-AD00-106E-2BFA-C94741D9A802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8" creationId="{55B51528-93C4-4F21-E26E-159FE1D5DD2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9" creationId="{56D9543F-0D19-C6D8-45CC-F61DE17AC741}"/>
          </ac:inkMkLst>
        </pc:inkChg>
        <pc:inkChg chg="add del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21" creationId="{71931A32-AD34-70EF-5F4E-2C82F095EDE4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22" creationId="{CE25CA36-B295-2C90-C0FE-F02A190274CE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23" creationId="{C131A04C-B2EF-E029-2BBF-EED0DCCE295A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24" creationId="{3EB8E053-B81C-0CDD-D564-324AB678D4F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26" creationId="{507819B4-C353-FC50-90C8-4613967B727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27" creationId="{ACEBDB1A-7378-FE26-2839-E02D87C34F91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29" creationId="{3AFC7548-F84E-283A-BAD5-6501D264E53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0" creationId="{8366A593-D77C-6509-1B57-19CFF8211F92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1" creationId="{48E3D994-49E9-2019-E2CF-451A35AEF390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2" creationId="{25564CEF-C81E-2E5B-5478-42852090BF9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3" creationId="{809CE6FC-5D49-BB82-7806-432EAE08DBE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4" creationId="{F7C32BA3-A732-2B35-4462-7FB673745AFC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5" creationId="{4F789B12-FB77-D087-E0D3-8C49966C785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6" creationId="{2EFEC7D8-3BB8-E2C7-E6EC-F822C2D04E4D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38" creationId="{62D5548B-584B-A1C0-A7BF-D4F5957F5A4D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0" creationId="{050BDA27-C99D-0C14-633A-7D369B2E621E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1" creationId="{071C29FE-1E4F-6540-DF72-B68C0304838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2" creationId="{51481A55-0B57-1232-120E-F5DF87D87F9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3" creationId="{38275320-D849-D15B-A1AB-3A0578425450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5" creationId="{36183CDC-EDD2-CEDB-18B2-C1AAEA199F62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6" creationId="{8127A50F-AABA-653C-6154-BB1CAD0AD56C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7" creationId="{6DE8D64D-61DC-C88C-8A0E-1A058072C3ED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8" creationId="{FC696F43-BD38-A665-9183-145FD8F77312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49" creationId="{9AFB5C95-6660-3199-B61D-727AEAC03535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1" creationId="{C8D4572F-7DA8-FB71-35CE-9A4A430DA0EA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2" creationId="{3C35CA44-5DB0-EE52-5DD6-A9505D9C77BC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3" creationId="{E1850C0D-EBDA-70C0-60A4-ECE018F6E4C3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4" creationId="{76241E93-B63B-D005-FBD4-4F90239C9460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5" creationId="{8D4E49E7-258C-5BE2-765A-1A50AEA40693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6" creationId="{1C8BC8A6-CD0D-EA83-A169-123492C5EFB2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7" creationId="{DE3A2BDA-C7B4-2BE5-6D22-046BF7D0A548}"/>
          </ac:inkMkLst>
        </pc:inkChg>
        <pc:inkChg chg="add del mod topLvl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8" creationId="{7B56735D-AE23-9490-60CB-13FC6A236875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59" creationId="{2D3C1BD2-C197-7F15-9547-61BA6A3B03E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60" creationId="{C42A5944-2954-DB9E-01AB-6B4B3967AAA6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61" creationId="{B6093E37-1BD1-B772-4E33-9F3F0A8E278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62" creationId="{FFF83291-6812-85F5-AA92-60984E64FB0E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63" creationId="{C15C61D6-F5CF-0D1A-D99C-B1D1DAF4E01A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29" creationId="{DAE122F4-5157-ED7D-AC5C-3993AED209F6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0" creationId="{086806EF-3FF8-3534-DCF0-1BD7170FF1A5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1" creationId="{86BAB1EB-BA14-017C-3C82-F0F2B3AA4DC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2" creationId="{228DDCA4-6252-7630-87D3-6683946BDF1A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3" creationId="{D1A1E42C-89FF-60A3-06E2-C226424471C4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4" creationId="{B95DE152-ABB9-EAD7-67CC-FD9682049F0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5" creationId="{265F672C-CFDE-0A1C-A446-76101DD0EB7D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6" creationId="{1523E427-0577-5423-0626-8A069D0FD3D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7" creationId="{FC961F65-AA01-D9AD-55FE-33B24D68BA93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8" creationId="{CB2D6AB7-5CE7-A534-1651-EE6C1D5E564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39" creationId="{16094BBC-EF70-3158-4AA6-05864FAC125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42" creationId="{52C3398C-4C41-3F9E-972B-1C2088D0B64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44" creationId="{EC205B41-40F5-0B60-9F3B-22FE359DF7A7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45" creationId="{09EF283B-EF2F-FBBB-DCCC-6A042B3B078A}"/>
          </ac:inkMkLst>
        </pc:inkChg>
        <pc:inkChg chg="add del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47" creationId="{21597939-B122-51A8-AFF3-E84E65598E92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48" creationId="{B7273D9E-B3CE-3F62-077D-38FEC4046FD1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49" creationId="{BEB45A95-8D89-6F7C-B961-1FCF578C3AA3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50" creationId="{B1FED69B-3570-5608-49F5-F65C039D2864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53" creationId="{665E82EA-2456-87C3-F9B7-38E8A8F5D974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54" creationId="{46D6C7B3-263E-2459-412E-B0EEEEE4EEE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55" creationId="{387B343D-A371-2371-F306-062D38B70981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56" creationId="{47675397-F0B9-D4DB-A36C-6DE7DFA60B1D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57" creationId="{13839778-6272-91A0-D03C-88900824E16F}"/>
          </ac:inkMkLst>
        </pc:inkChg>
        <pc:inkChg chg="add del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59" creationId="{D483CC5B-FCDF-1949-2EBA-07DD512351D1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0" creationId="{B365C7D6-559D-1AD6-B6FE-9D73DC71E2A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1" creationId="{2CF23D34-9201-3BE9-6432-16F992061E4A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2" creationId="{2E949A45-C3AE-E49F-DFCF-957D8AC6072D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3" creationId="{8F8D26ED-FDED-27CA-4AB1-D5423B446CA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4" creationId="{EF9687BB-BB38-E47B-26E5-9821733A287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5" creationId="{A679BD07-B4EC-A9D8-49D9-DADBCE8C1D54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6" creationId="{E03468B2-8CB8-42FA-3A85-70FB26909AD3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7" creationId="{1B82DC33-B52C-171D-BEE6-7BB1C53CCF99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8" creationId="{33CDE989-7BD5-023F-4410-31A2A4BFFD51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69" creationId="{D1F3AA57-AB6C-8162-C87B-88FCF9CECE76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0" creationId="{48A2F8FC-652A-CCDE-0021-8424C1D9DD18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1" creationId="{70EC3336-F770-994C-4241-B160807F4BB6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2" creationId="{4C852AD8-74EE-D2E6-43F9-A733513F33F3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3" creationId="{3F924A74-4654-A75B-3BC6-5A716AE1135A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4" creationId="{AD1160B7-C847-C128-5E65-7AEA01CC834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5" creationId="{24F963F2-96EE-B280-BAD3-0ABAE2D8FF1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6" creationId="{A304C8DC-2F07-F95A-FDC1-1FCC9F11C9A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7" creationId="{E696D5F2-E178-778D-C969-2B814BA6CA80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8" creationId="{2265CEA4-F466-444B-629B-8D2FC340DEA6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79" creationId="{B7406C2C-A912-6A47-E488-C0100FF8644B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80" creationId="{22251D5C-AFBA-997D-09C5-62F693693033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82" creationId="{0C027CEA-C262-60CF-F252-A0241E903A12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84" creationId="{6D3B6818-BD45-F40D-B6DD-A794063317BA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86" creationId="{A030EED5-0BD1-64EC-9CD7-4559B6322FB7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87" creationId="{24F16313-F02A-62B6-C7BF-BD78D4C07317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88" creationId="{DE51CE62-3FD9-F4B6-8762-8293FE412F0A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89" creationId="{3E392F1B-8ABE-A0F7-2F94-4719A6895D26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90" creationId="{65A1CA4B-2EA0-5CA5-A860-236F00AE5A13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92" creationId="{A46F0199-8225-8D6C-7F95-DEB4257DF3F4}"/>
          </ac:inkMkLst>
        </pc:inkChg>
        <pc:inkChg chg="add del mod topLvl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93" creationId="{EDE37441-9902-4079-D543-143ECECDB3AD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95" creationId="{495B86F3-16E2-D2E6-85F0-5383D9AA3D1F}"/>
          </ac:inkMkLst>
        </pc:inkChg>
        <pc:inkChg chg="add del mod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96" creationId="{694CB54E-2119-4A1F-6F83-69F6AC575605}"/>
          </ac:inkMkLst>
        </pc:inkChg>
        <pc:inkChg chg="add del">
          <ac:chgData name="Leônidas Müller de Oliveira" userId="5af9566427f0cd7a" providerId="LiveId" clId="{86AB097D-25F3-4527-9EFD-ACB2A68473FA}" dt="2025-05-27T00:58:19.221" v="1580" actId="478"/>
          <ac:inkMkLst>
            <pc:docMk/>
            <pc:sldMk cId="3414370246" sldId="340"/>
            <ac:inkMk id="198" creationId="{A512E6A2-DA41-4E83-74D4-8D881753E75E}"/>
          </ac:inkMkLst>
        </pc:inkChg>
        <pc:inkChg chg="add de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199" creationId="{CB36ADA8-29E0-A003-8DE4-6DF1FE3283FC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0" creationId="{FEA9B536-874A-C5C6-4A5E-6893D1888F93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1" creationId="{4C8FEBA5-F620-55F9-40DE-C52A974AF734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2" creationId="{C84081F7-4F61-F4D8-47FC-095814FA3266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3" creationId="{14497FDE-0CC7-3B38-5701-6C9122296789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4" creationId="{F8A1A9A6-043A-6968-B4BF-37F2E0E662F5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6" creationId="{6048BC37-3B44-408E-4412-F0596277C89C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7" creationId="{1ABD17E8-BFCA-A5BB-476E-BAC57FD9300F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8" creationId="{91D4329C-88F5-84A1-793A-DB8BFE8AEE7F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09" creationId="{7B72F814-C674-552B-417D-7E404610824A}"/>
          </ac:inkMkLst>
        </pc:inkChg>
        <pc:inkChg chg="add de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11" creationId="{92BDA768-0310-988F-D681-C0E068BF1DAE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12" creationId="{65F06DC7-7CAA-9CE4-2F9F-1872F6943277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13" creationId="{08281D14-DCDF-F499-FE6F-9208AC97ED20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14" creationId="{4D1507CE-CD64-6FC6-05F4-B232955EC1A9}"/>
          </ac:inkMkLst>
        </pc:inkChg>
        <pc:inkChg chg="add de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16" creationId="{66EA93BB-27A6-25CC-D410-446DAA8031A2}"/>
          </ac:inkMkLst>
        </pc:inkChg>
        <pc:inkChg chg="add de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17" creationId="{2EAB219F-6DFE-E0B7-8DBB-1DA9B6F23F55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18" creationId="{563847AC-AE18-CE97-1CC5-404F393E9E26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19" creationId="{0C1A05F1-54AB-8C8F-B459-E6D4881C4CA2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0" creationId="{4C7994B2-B158-EA95-5389-03F6FBEB425E}"/>
          </ac:inkMkLst>
        </pc:inkChg>
        <pc:inkChg chg="add del mod topLv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1" creationId="{8A8C6586-2BE5-CBDC-D602-F9307ADC0F86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3" creationId="{5C494CF8-12F3-177A-7FF0-AEE7C5005357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4" creationId="{A8DD9C3A-9459-37F9-C4A5-440A7C1E0C98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5" creationId="{87F8DDAF-A031-351D-446A-C07D6BCE45D7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6" creationId="{9C7F7BE3-B39D-AA8E-5C95-A35F087820DF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7" creationId="{413675CF-E8F2-E0FB-B635-2E04486E12B7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8" creationId="{68E4E843-9DD5-F323-79B5-9CE7759E05FA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29" creationId="{89E9D3AE-A84D-5868-8AC0-86DCCE3A9D2F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0" creationId="{5B2B97EC-DD4D-9C70-871E-D577708E9F50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1" creationId="{05E1E0F1-EFBE-E6EB-D934-0D518ECE22AB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2" creationId="{6606E8D5-655D-9C95-114C-FCC803783E50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3" creationId="{E2640D2E-33AC-043D-462A-6AF6351E80DE}"/>
          </ac:inkMkLst>
        </pc:inkChg>
        <pc:inkChg chg="add del mod topLv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4" creationId="{C681FAE5-88EE-344B-6DB2-3943CF960327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6" creationId="{86CAA571-4208-E366-7692-17A9583D7D19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7" creationId="{550F7693-A610-FC62-274D-CDBF8400B0AD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8" creationId="{4CD65BBF-A60E-5A47-C1C6-C0E541DA172A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39" creationId="{1A3DF304-F8B9-17E1-950D-EC9A470AA619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40" creationId="{5A40950E-4265-0C0D-AE85-0DDF6E303B77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41" creationId="{0C0D5943-F9A1-0AA0-BC3F-FE41ACD3F2F2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42" creationId="{FDC5BC84-3833-DE99-2FE6-573C1C37C41E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43" creationId="{170A400E-2149-7B94-9AC4-238B69D565F5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44" creationId="{7C258DFC-803D-6A85-FDFC-B4F172D738AF}"/>
          </ac:inkMkLst>
        </pc:inkChg>
        <pc:inkChg chg="add de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46" creationId="{870792A4-2FBE-8C04-17D1-1CFA6C40ECD8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47" creationId="{766AAE83-2624-0E86-8E87-880CCD644E98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49" creationId="{42A512C5-6725-7EDD-1AF2-FA05891756A8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50" creationId="{F45A6892-D9BD-6CFE-F425-CB36E9F6DCB6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52" creationId="{DFC44E7C-7307-29EB-D208-0E8201431164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54" creationId="{5E86B5F7-EC3D-9BD0-3B7F-999BDC97AC2D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55" creationId="{69314169-5F94-FA05-744A-2D2379993B6D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56" creationId="{ABC98258-AC02-A0BD-6A35-E1A4F9F18650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57" creationId="{E841411E-6687-62B5-7A66-B9E7942565AB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58" creationId="{C6DB51C3-4F93-0AFA-5B78-8C32BDC05F77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59" creationId="{7F41F706-FD3C-9241-3466-D3B1DC2B3653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60" creationId="{C4D71E96-CA4C-445D-9CAF-9120956A5DB2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61" creationId="{B9F460DA-9082-BCC1-2293-FA0DB0706D6A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62" creationId="{039BEF8B-0E7F-F566-5FEA-2E7F24FC69DF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63" creationId="{9AE31F3D-62EE-F97D-EFB7-21A885CF2703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64" creationId="{E14D52B4-0386-03C5-7E21-ABF6C8E641C3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65" creationId="{5C583382-D4EF-4B0B-80CE-3BBCF1BBD66D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67" creationId="{D2069C1E-6CC5-79D4-C5B9-61797F35D4C3}"/>
          </ac:inkMkLst>
        </pc:inkChg>
        <pc:inkChg chg="add del mod topLv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69" creationId="{5FABE0B2-96E0-7E6E-79BC-E3B0AA76D83D}"/>
          </ac:inkMkLst>
        </pc:inkChg>
        <pc:inkChg chg="add del mod topLv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70" creationId="{9A5B96D6-A355-A8F3-8C08-5873FC6D34A1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72" creationId="{1739C998-43DA-D23A-993E-75838D60829C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73" creationId="{C9913125-2128-1D3A-86E5-3F015D99D34D}"/>
          </ac:inkMkLst>
        </pc:inkChg>
        <pc:inkChg chg="add del mod topLv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75" creationId="{ECC4B949-238A-6740-B5A1-7B332F03CA40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76" creationId="{9195E919-5B88-CB6D-A8F3-30B0D9920E3B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77" creationId="{2F38805F-B350-A537-9ABC-E6B63324E1C2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78" creationId="{0FB98133-A532-FEE7-953E-3AED3497277D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79" creationId="{37F946CB-EFA9-9E87-CA06-8CA50C5E7FFA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0" creationId="{F02F68F0-3DA3-46DD-51B0-BC44FCBF2D95}"/>
          </ac:inkMkLst>
        </pc:inkChg>
        <pc:inkChg chg="add del mod topLv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1" creationId="{2A35AA39-8F74-9013-677C-6E472F52971B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2" creationId="{8FB2F67C-F865-7B82-7779-AAD76BE7F67C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3" creationId="{ECBEE35C-F02F-3156-E3CD-11C77EA9113C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4" creationId="{08D3D48F-E12D-9E59-6B0F-6D2ACFD80521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5" creationId="{E5AF37E0-F060-53BC-E3F7-B6E978CEB8E2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6" creationId="{E2BAA2A1-89D2-BB98-38DE-34DCD30E21F7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7" creationId="{D88EBE04-559E-400B-BB86-0FDC6192AE8D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8" creationId="{A2CF5C3B-3418-2A08-B705-54AE96DE05FA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89" creationId="{AA5713BF-A490-79D1-12F4-697C9F01D524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90" creationId="{0A4F731B-7DB8-CA4F-1024-79F777823743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91" creationId="{6199C1DF-1D67-128D-68E5-C2D4B9B50526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92" creationId="{59273E8B-39C7-ECC9-6E6C-1A0A4EB3972B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93" creationId="{5860EA17-C095-9B34-EC31-9DD2124C4A31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94" creationId="{A57D9D9C-DCCC-104B-CFFF-B84FC250C498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95" creationId="{DE9401FA-745D-8092-D9F6-87FEF630274D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96" creationId="{0879C29E-283E-BF57-9EDB-F7BDC516029C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299" creationId="{9344D0AD-7461-94B3-96D7-DF2A01345CAD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301" creationId="{FE920E61-AA3D-8903-DE1B-1F0BC9620CFA}"/>
          </ac:inkMkLst>
        </pc:inkChg>
        <pc:inkChg chg="add del mod topLv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303" creationId="{96ED9B09-428F-25CB-026A-248B1BAB91F6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304" creationId="{97410735-0538-1B70-681C-E7C81C0BEC80}"/>
          </ac:inkMkLst>
        </pc:inkChg>
        <pc:inkChg chg="add del mod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305" creationId="{6C1A301A-B915-3989-BD24-5D5B99EF836D}"/>
          </ac:inkMkLst>
        </pc:inkChg>
        <pc:inkChg chg="add del mod topLvl">
          <ac:chgData name="Leônidas Müller de Oliveira" userId="5af9566427f0cd7a" providerId="LiveId" clId="{86AB097D-25F3-4527-9EFD-ACB2A68473FA}" dt="2025-05-27T01:02:34.919" v="1695" actId="478"/>
          <ac:inkMkLst>
            <pc:docMk/>
            <pc:sldMk cId="3414370246" sldId="340"/>
            <ac:inkMk id="307" creationId="{AFA591E7-8BF0-5D31-3995-E9CCC19CD9E4}"/>
          </ac:inkMkLst>
        </pc:inkChg>
      </pc:sldChg>
      <pc:sldChg chg="addSp delSp modSp add mod">
        <pc:chgData name="Leônidas Müller de Oliveira" userId="5af9566427f0cd7a" providerId="LiveId" clId="{86AB097D-25F3-4527-9EFD-ACB2A68473FA}" dt="2025-05-27T01:23:50.641" v="1766" actId="478"/>
        <pc:sldMkLst>
          <pc:docMk/>
          <pc:sldMk cId="2788820435" sldId="341"/>
        </pc:sldMkLst>
        <pc:spChg chg="mod">
          <ac:chgData name="Leônidas Müller de Oliveira" userId="5af9566427f0cd7a" providerId="LiveId" clId="{86AB097D-25F3-4527-9EFD-ACB2A68473FA}" dt="2025-05-26T13:13:20.807" v="251" actId="20577"/>
          <ac:spMkLst>
            <pc:docMk/>
            <pc:sldMk cId="2788820435" sldId="341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6T15:18:05.001" v="1082"/>
          <ac:grpSpMkLst>
            <pc:docMk/>
            <pc:sldMk cId="2788820435" sldId="341"/>
            <ac:grpSpMk id="9" creationId="{8B28A85A-6DE0-0C57-55DD-93F14633B564}"/>
          </ac:grpSpMkLst>
        </pc:grpChg>
        <pc:grpChg chg="del mod">
          <ac:chgData name="Leônidas Müller de Oliveira" userId="5af9566427f0cd7a" providerId="LiveId" clId="{86AB097D-25F3-4527-9EFD-ACB2A68473FA}" dt="2025-05-26T15:18:14.211" v="1086"/>
          <ac:grpSpMkLst>
            <pc:docMk/>
            <pc:sldMk cId="2788820435" sldId="341"/>
            <ac:grpSpMk id="11" creationId="{642FE952-5DE8-472B-77F3-75649740C8B4}"/>
          </ac:grpSpMkLst>
        </pc:grpChg>
        <pc:grpChg chg="del mod">
          <ac:chgData name="Leônidas Müller de Oliveira" userId="5af9566427f0cd7a" providerId="LiveId" clId="{86AB097D-25F3-4527-9EFD-ACB2A68473FA}" dt="2025-05-26T15:18:15.173" v="1088"/>
          <ac:grpSpMkLst>
            <pc:docMk/>
            <pc:sldMk cId="2788820435" sldId="341"/>
            <ac:grpSpMk id="15" creationId="{D6B0B530-69E1-8963-BDB6-A255FCA657E0}"/>
          </ac:grpSpMkLst>
        </pc:grpChg>
        <pc:grpChg chg="del mod">
          <ac:chgData name="Leônidas Müller de Oliveira" userId="5af9566427f0cd7a" providerId="LiveId" clId="{86AB097D-25F3-4527-9EFD-ACB2A68473FA}" dt="2025-05-26T15:18:19.307" v="1097"/>
          <ac:grpSpMkLst>
            <pc:docMk/>
            <pc:sldMk cId="2788820435" sldId="341"/>
            <ac:grpSpMk id="17" creationId="{399D2C68-4FDD-275E-D772-19CF27187D72}"/>
          </ac:grpSpMkLst>
        </pc:grpChg>
        <pc:grpChg chg="del mod">
          <ac:chgData name="Leônidas Müller de Oliveira" userId="5af9566427f0cd7a" providerId="LiveId" clId="{86AB097D-25F3-4527-9EFD-ACB2A68473FA}" dt="2025-05-26T15:19:50.978" v="1132"/>
          <ac:grpSpMkLst>
            <pc:docMk/>
            <pc:sldMk cId="2788820435" sldId="341"/>
            <ac:grpSpMk id="26" creationId="{34144567-46EC-A7C3-E5E9-8E90FD5B9956}"/>
          </ac:grpSpMkLst>
        </pc:grpChg>
        <pc:grpChg chg="del mod">
          <ac:chgData name="Leônidas Müller de Oliveira" userId="5af9566427f0cd7a" providerId="LiveId" clId="{86AB097D-25F3-4527-9EFD-ACB2A68473FA}" dt="2025-05-27T01:06:07.018" v="1696" actId="478"/>
          <ac:grpSpMkLst>
            <pc:docMk/>
            <pc:sldMk cId="2788820435" sldId="341"/>
            <ac:grpSpMk id="34" creationId="{D90ABFE7-89A0-AAE5-4B4F-7A524781DE7B}"/>
          </ac:grpSpMkLst>
        </pc:grpChg>
        <pc:grpChg chg="del mod">
          <ac:chgData name="Leônidas Müller de Oliveira" userId="5af9566427f0cd7a" providerId="LiveId" clId="{86AB097D-25F3-4527-9EFD-ACB2A68473FA}" dt="2025-05-26T15:19:16.962" v="1126"/>
          <ac:grpSpMkLst>
            <pc:docMk/>
            <pc:sldMk cId="2788820435" sldId="341"/>
            <ac:grpSpMk id="41" creationId="{D3AF1E7C-1D89-1686-02EE-412D3022ED0A}"/>
          </ac:grpSpMkLst>
        </pc:grpChg>
        <pc:grpChg chg="del mod">
          <ac:chgData name="Leônidas Müller de Oliveira" userId="5af9566427f0cd7a" providerId="LiveId" clId="{86AB097D-25F3-4527-9EFD-ACB2A68473FA}" dt="2025-05-26T15:19:19.570" v="1130"/>
          <ac:grpSpMkLst>
            <pc:docMk/>
            <pc:sldMk cId="2788820435" sldId="341"/>
            <ac:grpSpMk id="55" creationId="{4B307D72-FCB7-463E-DE6E-70099211C1A2}"/>
          </ac:grpSpMkLst>
        </pc:grpChg>
        <pc:grpChg chg="del mod">
          <ac:chgData name="Leônidas Müller de Oliveira" userId="5af9566427f0cd7a" providerId="LiveId" clId="{86AB097D-25F3-4527-9EFD-ACB2A68473FA}" dt="2025-05-27T01:06:07.018" v="1696" actId="478"/>
          <ac:grpSpMkLst>
            <pc:docMk/>
            <pc:sldMk cId="2788820435" sldId="341"/>
            <ac:grpSpMk id="59" creationId="{5E4E5FE6-714A-01A7-3D24-B45967E73274}"/>
          </ac:grpSpMkLst>
        </pc:grpChg>
        <pc:grpChg chg="del mod">
          <ac:chgData name="Leônidas Müller de Oliveira" userId="5af9566427f0cd7a" providerId="LiveId" clId="{86AB097D-25F3-4527-9EFD-ACB2A68473FA}" dt="2025-05-26T15:19:58.423" v="1134"/>
          <ac:grpSpMkLst>
            <pc:docMk/>
            <pc:sldMk cId="2788820435" sldId="341"/>
            <ac:grpSpMk id="61" creationId="{ADF72A8F-CF22-21DA-7F87-106B66877B09}"/>
          </ac:grpSpMkLst>
        </pc:grpChg>
        <pc:grpChg chg="del mod">
          <ac:chgData name="Leônidas Müller de Oliveira" userId="5af9566427f0cd7a" providerId="LiveId" clId="{86AB097D-25F3-4527-9EFD-ACB2A68473FA}" dt="2025-05-26T15:20:05.343" v="1137"/>
          <ac:grpSpMkLst>
            <pc:docMk/>
            <pc:sldMk cId="2788820435" sldId="341"/>
            <ac:grpSpMk id="63" creationId="{5F24F3B5-23C7-8FD7-6CF2-C004C81C18A3}"/>
          </ac:grpSpMkLst>
        </pc:grpChg>
        <pc:grpChg chg="del mod">
          <ac:chgData name="Leônidas Müller de Oliveira" userId="5af9566427f0cd7a" providerId="LiveId" clId="{86AB097D-25F3-4527-9EFD-ACB2A68473FA}" dt="2025-05-26T15:20:07.971" v="1139"/>
          <ac:grpSpMkLst>
            <pc:docMk/>
            <pc:sldMk cId="2788820435" sldId="341"/>
            <ac:grpSpMk id="130" creationId="{8C091478-BA8B-382C-B1DC-8FD920C6DE03}"/>
          </ac:grpSpMkLst>
        </pc:grpChg>
        <pc:grpChg chg="del mod">
          <ac:chgData name="Leônidas Müller de Oliveira" userId="5af9566427f0cd7a" providerId="LiveId" clId="{86AB097D-25F3-4527-9EFD-ACB2A68473FA}" dt="2025-05-27T01:06:07.018" v="1696" actId="478"/>
          <ac:grpSpMkLst>
            <pc:docMk/>
            <pc:sldMk cId="2788820435" sldId="341"/>
            <ac:grpSpMk id="132" creationId="{B7859662-762A-ECAB-DA1B-39FD5CB80B67}"/>
          </ac:grpSpMkLst>
        </pc:grpChg>
        <pc:grpChg chg="del mod">
          <ac:chgData name="Leônidas Müller de Oliveira" userId="5af9566427f0cd7a" providerId="LiveId" clId="{86AB097D-25F3-4527-9EFD-ACB2A68473FA}" dt="2025-05-27T01:06:07.018" v="1696" actId="478"/>
          <ac:grpSpMkLst>
            <pc:docMk/>
            <pc:sldMk cId="2788820435" sldId="341"/>
            <ac:grpSpMk id="136" creationId="{C47F3749-4115-C922-6D9F-98B8838254F9}"/>
          </ac:grpSpMkLst>
        </pc:grpChg>
        <pc:grpChg chg="del mod">
          <ac:chgData name="Leônidas Müller de Oliveira" userId="5af9566427f0cd7a" providerId="LiveId" clId="{86AB097D-25F3-4527-9EFD-ACB2A68473FA}" dt="2025-05-27T01:17:30.190" v="1702"/>
          <ac:grpSpMkLst>
            <pc:docMk/>
            <pc:sldMk cId="2788820435" sldId="341"/>
            <ac:grpSpMk id="142" creationId="{B8C727D3-4D9C-00FF-922B-AB0417173213}"/>
          </ac:grpSpMkLst>
        </pc:grpChg>
        <pc:grpChg chg="del mod">
          <ac:chgData name="Leônidas Müller de Oliveira" userId="5af9566427f0cd7a" providerId="LiveId" clId="{86AB097D-25F3-4527-9EFD-ACB2A68473FA}" dt="2025-05-27T01:17:31.941" v="1704"/>
          <ac:grpSpMkLst>
            <pc:docMk/>
            <pc:sldMk cId="2788820435" sldId="341"/>
            <ac:grpSpMk id="145" creationId="{B1A27D33-F5CB-3E76-A45D-554FDCE61245}"/>
          </ac:grpSpMkLst>
        </pc:grpChg>
        <pc:grpChg chg="del mod">
          <ac:chgData name="Leônidas Müller de Oliveira" userId="5af9566427f0cd7a" providerId="LiveId" clId="{86AB097D-25F3-4527-9EFD-ACB2A68473FA}" dt="2025-05-27T01:17:41.274" v="1706"/>
          <ac:grpSpMkLst>
            <pc:docMk/>
            <pc:sldMk cId="2788820435" sldId="341"/>
            <ac:grpSpMk id="147" creationId="{11E61EF3-F61B-EF47-B3A4-F9D1D7739A8E}"/>
          </ac:grpSpMkLst>
        </pc:grpChg>
        <pc:grpChg chg="del mod">
          <ac:chgData name="Leônidas Müller de Oliveira" userId="5af9566427f0cd7a" providerId="LiveId" clId="{86AB097D-25F3-4527-9EFD-ACB2A68473FA}" dt="2025-05-27T01:18:17.035" v="1708"/>
          <ac:grpSpMkLst>
            <pc:docMk/>
            <pc:sldMk cId="2788820435" sldId="341"/>
            <ac:grpSpMk id="149" creationId="{3E81A6F3-ED5C-D7D9-DEBC-AD850BC5005C}"/>
          </ac:grpSpMkLst>
        </pc:grpChg>
        <pc:grpChg chg="del mod">
          <ac:chgData name="Leônidas Müller de Oliveira" userId="5af9566427f0cd7a" providerId="LiveId" clId="{86AB097D-25F3-4527-9EFD-ACB2A68473FA}" dt="2025-05-27T01:18:35.512" v="1710" actId="478"/>
          <ac:grpSpMkLst>
            <pc:docMk/>
            <pc:sldMk cId="2788820435" sldId="341"/>
            <ac:grpSpMk id="151" creationId="{1711A20D-7BC3-9DB8-3B5E-5E3F1A29DB94}"/>
          </ac:grpSpMkLst>
        </pc:grpChg>
        <pc:grpChg chg="del mod">
          <ac:chgData name="Leônidas Müller de Oliveira" userId="5af9566427f0cd7a" providerId="LiveId" clId="{86AB097D-25F3-4527-9EFD-ACB2A68473FA}" dt="2025-05-27T01:23:50.641" v="1766" actId="478"/>
          <ac:grpSpMkLst>
            <pc:docMk/>
            <pc:sldMk cId="2788820435" sldId="341"/>
            <ac:grpSpMk id="160" creationId="{C62F37F3-0F56-1533-0AE3-2C352FA5C7C0}"/>
          </ac:grpSpMkLst>
        </pc:grpChg>
        <pc:picChg chg="del">
          <ac:chgData name="Leônidas Müller de Oliveira" userId="5af9566427f0cd7a" providerId="LiveId" clId="{86AB097D-25F3-4527-9EFD-ACB2A68473FA}" dt="2025-05-26T13:13:04.755" v="246" actId="478"/>
          <ac:picMkLst>
            <pc:docMk/>
            <pc:sldMk cId="2788820435" sldId="341"/>
            <ac:picMk id="4" creationId="{CC85BF08-2A91-7833-ABC3-E8A2EA642FE0}"/>
          </ac:picMkLst>
        </pc:picChg>
        <pc:inkChg chg="add de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" creationId="{53596826-4078-8ADF-70C8-4E42A3868503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" creationId="{CE27BFF4-2F51-A45B-A0FA-2623EF1661F9}"/>
          </ac:inkMkLst>
        </pc:inkChg>
        <pc:inkChg chg="add del mod topLv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" creationId="{8D26D1F4-B70E-6898-6D59-101E08901F38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" creationId="{648406C2-BFC6-B83E-1330-A53033D22C16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6" creationId="{459E9D4B-20E6-859B-C962-C87A37AE3FAD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8" creationId="{2818145E-5FEA-A904-320E-4DE53A553605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0" creationId="{883A4E3D-4804-A12A-44D5-24C158734229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2" creationId="{01486C25-400E-98F8-DFB1-069532C6E80A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3" creationId="{914B938A-90E4-8628-817B-9E6D703D4E5C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4" creationId="{D335EC43-3938-8F78-BE4A-41DD1DC33226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6" creationId="{F2086C02-D380-1438-51D7-C898D3B13187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8" creationId="{F3C5DE02-C87E-C59E-CB53-CAFFF4F6FD90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9" creationId="{5F9644FA-7257-C3F4-5A92-C9DF71513039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0" creationId="{33911876-949C-0A56-81F3-6322F5063CBA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1" creationId="{C61DA238-88CF-4A7C-3E7E-C6E3B2FAD9B5}"/>
          </ac:inkMkLst>
        </pc:inkChg>
        <pc:inkChg chg="add del mod topLv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2" creationId="{AAAE1AE5-1649-8FD4-B901-F4B2EF423395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3" creationId="{CE7A2CB2-8CAB-46ED-8037-B1F1489DF3BE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4" creationId="{AC87BF5C-A67E-4078-6D72-029E259CC49C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5" creationId="{BCA5629D-0E44-DFE9-1EA5-AB78299EDC66}"/>
          </ac:inkMkLst>
        </pc:inkChg>
        <pc:inkChg chg="add de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7" creationId="{096CF8D2-D1D3-242F-E2A4-FC390A4E175C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8" creationId="{04753CF0-E83F-52CB-198F-5582C9F616EA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29" creationId="{27C6A6EE-8A47-A09E-BF33-7FD8A38144D9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0" creationId="{ADCAE4E3-3635-F59E-F24B-1A0B2BAAC838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1" creationId="{6F65C379-D454-8998-5793-4BB382A3971B}"/>
          </ac:inkMkLst>
        </pc:inkChg>
        <pc:inkChg chg="add del mod topLv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2" creationId="{C949179E-70E3-2A8A-0636-81A129D24300}"/>
          </ac:inkMkLst>
        </pc:inkChg>
        <pc:inkChg chg="add del mod topLv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3" creationId="{728398A8-88A4-2FE7-AA96-01E82E9B5DFE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5" creationId="{ADD33F14-8FDF-70FC-3BB4-9FA929A1A481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6" creationId="{9FB0A266-CFEF-B805-2C69-701E3FD07C1B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7" creationId="{981B3FFC-911D-0E05-EC58-C7A1BCBD3E88}"/>
          </ac:inkMkLst>
        </pc:inkChg>
        <pc:inkChg chg="add del mod topLv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8" creationId="{7175FBD0-D7BE-03D2-2B72-4FCAA6DBF3DE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39" creationId="{BD9EA659-7A51-6145-0BBA-55F1252DFA98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0" creationId="{7D9DDEE5-AAE6-2138-3A54-44DECB500F40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2" creationId="{6CEC7D5B-33AC-0E2D-3FA6-267C792D8CCB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3" creationId="{959F0C1C-5E10-C9A9-2743-A8B6A01C99E2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4" creationId="{B3CCEE65-7C9B-7193-7107-BBBCB6D35F5D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5" creationId="{FF0A164C-FDBD-BB56-3487-A3B1D1F7C70C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6" creationId="{EA68F979-08C2-3B46-D808-C055C08A9A49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7" creationId="{6469AD36-B16F-FD58-5373-E35F90E2BF99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8" creationId="{C4054187-8484-4A21-75F5-266A690BAB31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49" creationId="{4AF5DACE-C4F4-7111-3171-70DC19349F46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0" creationId="{A44D9039-AD65-EFEF-E6E8-0108FB2A1665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1" creationId="{BADF1E22-6D7D-2517-F636-280469F7168A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2" creationId="{10A3B863-C58A-E053-E78B-B68A25B77437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3" creationId="{5843DD82-52FF-B66C-69BF-A691B21ACC6F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4" creationId="{E0269AB4-6AE0-4129-3B4D-8DA47B45DA79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6" creationId="{1BC3D50E-044B-400E-DD61-B06BB0B82C1A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7" creationId="{503444BE-7029-EB81-E12C-0D4088C0533C}"/>
          </ac:inkMkLst>
        </pc:inkChg>
        <pc:inkChg chg="add del mod topLv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58" creationId="{D0155379-EA3A-30C5-6846-24C12C7096FF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60" creationId="{048D780B-832E-AF86-5D05-0C64E687069A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62" creationId="{B800C7ED-135B-6480-2755-C9DAB4305203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28" creationId="{0117E1E1-EF23-9B38-7047-373389725F60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29" creationId="{D3036876-8D7D-8802-6209-15977BD681B9}"/>
          </ac:inkMkLst>
        </pc:inkChg>
        <pc:inkChg chg="add del mod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31" creationId="{389B7BF7-0E38-5F8F-0146-069C9BD82F71}"/>
          </ac:inkMkLst>
        </pc:inkChg>
        <pc:inkChg chg="add de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33" creationId="{48EBB722-8D5D-C3F4-EF70-8E54025F1EF2}"/>
          </ac:inkMkLst>
        </pc:inkChg>
        <pc:inkChg chg="add del mod topLv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34" creationId="{F964F370-A2EF-EAA5-CB7B-66878292EA33}"/>
          </ac:inkMkLst>
        </pc:inkChg>
        <pc:inkChg chg="add del mod topLvl">
          <ac:chgData name="Leônidas Müller de Oliveira" userId="5af9566427f0cd7a" providerId="LiveId" clId="{86AB097D-25F3-4527-9EFD-ACB2A68473FA}" dt="2025-05-27T01:06:07.018" v="1696" actId="478"/>
          <ac:inkMkLst>
            <pc:docMk/>
            <pc:sldMk cId="2788820435" sldId="341"/>
            <ac:inkMk id="135" creationId="{D88C472A-4249-DA8C-6A5C-1E0274C95570}"/>
          </ac:inkMkLst>
        </pc:inkChg>
        <pc:inkChg chg="add del">
          <ac:chgData name="Leônidas Müller de Oliveira" userId="5af9566427f0cd7a" providerId="LiveId" clId="{86AB097D-25F3-4527-9EFD-ACB2A68473FA}" dt="2025-05-27T01:18:35.512" v="1710" actId="478"/>
          <ac:inkMkLst>
            <pc:docMk/>
            <pc:sldMk cId="2788820435" sldId="341"/>
            <ac:inkMk id="137" creationId="{30669557-DD2C-BA9C-8FB5-47D2A532B7F8}"/>
          </ac:inkMkLst>
        </pc:inkChg>
        <pc:inkChg chg="add del mod topLvl">
          <ac:chgData name="Leônidas Müller de Oliveira" userId="5af9566427f0cd7a" providerId="LiveId" clId="{86AB097D-25F3-4527-9EFD-ACB2A68473FA}" dt="2025-05-27T01:18:35.512" v="1710" actId="478"/>
          <ac:inkMkLst>
            <pc:docMk/>
            <pc:sldMk cId="2788820435" sldId="341"/>
            <ac:inkMk id="138" creationId="{84C81041-DB56-4C99-2B83-93AD5A93C200}"/>
          </ac:inkMkLst>
        </pc:inkChg>
        <pc:inkChg chg="add del mod topLvl">
          <ac:chgData name="Leônidas Müller de Oliveira" userId="5af9566427f0cd7a" providerId="LiveId" clId="{86AB097D-25F3-4527-9EFD-ACB2A68473FA}" dt="2025-05-27T01:18:35.512" v="1710" actId="478"/>
          <ac:inkMkLst>
            <pc:docMk/>
            <pc:sldMk cId="2788820435" sldId="341"/>
            <ac:inkMk id="139" creationId="{8C2DF9F7-FED7-38D3-9340-8AE3981683C9}"/>
          </ac:inkMkLst>
        </pc:inkChg>
        <pc:inkChg chg="add del mod">
          <ac:chgData name="Leônidas Müller de Oliveira" userId="5af9566427f0cd7a" providerId="LiveId" clId="{86AB097D-25F3-4527-9EFD-ACB2A68473FA}" dt="2025-05-27T01:18:35.512" v="1710" actId="478"/>
          <ac:inkMkLst>
            <pc:docMk/>
            <pc:sldMk cId="2788820435" sldId="341"/>
            <ac:inkMk id="144" creationId="{BE72FB6C-F4B6-75BE-C30A-7F1559C372AC}"/>
          </ac:inkMkLst>
        </pc:inkChg>
        <pc:inkChg chg="add del mod">
          <ac:chgData name="Leônidas Müller de Oliveira" userId="5af9566427f0cd7a" providerId="LiveId" clId="{86AB097D-25F3-4527-9EFD-ACB2A68473FA}" dt="2025-05-27T01:18:35.512" v="1710" actId="478"/>
          <ac:inkMkLst>
            <pc:docMk/>
            <pc:sldMk cId="2788820435" sldId="341"/>
            <ac:inkMk id="146" creationId="{E3997E15-B01E-D14F-CB98-3E6A6BDB2892}"/>
          </ac:inkMkLst>
        </pc:inkChg>
        <pc:inkChg chg="add del mod">
          <ac:chgData name="Leônidas Müller de Oliveira" userId="5af9566427f0cd7a" providerId="LiveId" clId="{86AB097D-25F3-4527-9EFD-ACB2A68473FA}" dt="2025-05-27T01:18:35.512" v="1710" actId="478"/>
          <ac:inkMkLst>
            <pc:docMk/>
            <pc:sldMk cId="2788820435" sldId="341"/>
            <ac:inkMk id="148" creationId="{3A97AA13-8BED-A78F-8274-856895BD4DBB}"/>
          </ac:inkMkLst>
        </pc:inkChg>
        <pc:inkChg chg="add del mod">
          <ac:chgData name="Leônidas Müller de Oliveira" userId="5af9566427f0cd7a" providerId="LiveId" clId="{86AB097D-25F3-4527-9EFD-ACB2A68473FA}" dt="2025-05-27T01:18:35.512" v="1710" actId="478"/>
          <ac:inkMkLst>
            <pc:docMk/>
            <pc:sldMk cId="2788820435" sldId="341"/>
            <ac:inkMk id="150" creationId="{FED9F367-0A1F-74E1-63B9-774FDEEE8279}"/>
          </ac:inkMkLst>
        </pc:inkChg>
        <pc:inkChg chg="add del mod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52" creationId="{A29CAA3A-C4A0-4396-C3F4-844B14D84D89}"/>
          </ac:inkMkLst>
        </pc:inkChg>
        <pc:inkChg chg="add del mod topLvl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53" creationId="{407E65A9-0579-E967-3284-6C03213D286A}"/>
          </ac:inkMkLst>
        </pc:inkChg>
        <pc:inkChg chg="add del mod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54" creationId="{7AA7BA3D-8A80-D895-109D-7DD4C3EB88D6}"/>
          </ac:inkMkLst>
        </pc:inkChg>
        <pc:inkChg chg="add del mod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55" creationId="{920B6649-401E-BDCF-B1C0-D2141A89181D}"/>
          </ac:inkMkLst>
        </pc:inkChg>
        <pc:inkChg chg="add del mod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56" creationId="{1FEDEF70-6093-08E7-0C34-1637325EF1D2}"/>
          </ac:inkMkLst>
        </pc:inkChg>
        <pc:inkChg chg="add del mod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57" creationId="{2B936CB6-DC7A-86C2-5E13-6DB2DA424D52}"/>
          </ac:inkMkLst>
        </pc:inkChg>
        <pc:inkChg chg="add del mod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58" creationId="{D1D63FFD-19E6-4523-8683-EBD46DFEB9DE}"/>
          </ac:inkMkLst>
        </pc:inkChg>
        <pc:inkChg chg="add del mod topLvl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59" creationId="{0750DADB-70BE-8D1D-7855-2CF056351592}"/>
          </ac:inkMkLst>
        </pc:inkChg>
        <pc:inkChg chg="add del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61" creationId="{09713CE0-4BD8-153F-4569-1EDD6BB4EB5A}"/>
          </ac:inkMkLst>
        </pc:inkChg>
        <pc:inkChg chg="add del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62" creationId="{C0FB4745-A10D-F6E1-1D98-6292BF11EC83}"/>
          </ac:inkMkLst>
        </pc:inkChg>
        <pc:inkChg chg="add del">
          <ac:chgData name="Leônidas Müller de Oliveira" userId="5af9566427f0cd7a" providerId="LiveId" clId="{86AB097D-25F3-4527-9EFD-ACB2A68473FA}" dt="2025-05-27T01:23:50.641" v="1766" actId="478"/>
          <ac:inkMkLst>
            <pc:docMk/>
            <pc:sldMk cId="2788820435" sldId="341"/>
            <ac:inkMk id="163" creationId="{BC0F6FBD-A396-8743-89A3-E9678ED23C75}"/>
          </ac:inkMkLst>
        </pc:inkChg>
      </pc:sldChg>
      <pc:sldChg chg="addSp delSp modSp add mod ord">
        <pc:chgData name="Leônidas Müller de Oliveira" userId="5af9566427f0cd7a" providerId="LiveId" clId="{86AB097D-25F3-4527-9EFD-ACB2A68473FA}" dt="2025-05-27T01:23:40.801" v="1764" actId="478"/>
        <pc:sldMkLst>
          <pc:docMk/>
          <pc:sldMk cId="58901747" sldId="342"/>
        </pc:sldMkLst>
        <pc:spChg chg="mod">
          <ac:chgData name="Leônidas Müller de Oliveira" userId="5af9566427f0cd7a" providerId="LiveId" clId="{86AB097D-25F3-4527-9EFD-ACB2A68473FA}" dt="2025-05-26T13:21:54.536" v="273" actId="20577"/>
          <ac:spMkLst>
            <pc:docMk/>
            <pc:sldMk cId="58901747" sldId="342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7T01:22:12.609" v="1728"/>
          <ac:grpSpMkLst>
            <pc:docMk/>
            <pc:sldMk cId="58901747" sldId="342"/>
            <ac:grpSpMk id="10" creationId="{152E8CD6-CF4C-0EEF-A9BB-C58CA03CB1DC}"/>
          </ac:grpSpMkLst>
        </pc:grpChg>
        <pc:grpChg chg="del mod">
          <ac:chgData name="Leônidas Müller de Oliveira" userId="5af9566427f0cd7a" providerId="LiveId" clId="{86AB097D-25F3-4527-9EFD-ACB2A68473FA}" dt="2025-05-27T01:22:22.038" v="1732"/>
          <ac:grpSpMkLst>
            <pc:docMk/>
            <pc:sldMk cId="58901747" sldId="342"/>
            <ac:grpSpMk id="14" creationId="{AD16353D-2ACF-1569-9978-4F4A31C4F639}"/>
          </ac:grpSpMkLst>
        </pc:grpChg>
        <pc:grpChg chg="del mod">
          <ac:chgData name="Leônidas Müller de Oliveira" userId="5af9566427f0cd7a" providerId="LiveId" clId="{86AB097D-25F3-4527-9EFD-ACB2A68473FA}" dt="2025-05-27T01:22:33.230" v="1747"/>
          <ac:grpSpMkLst>
            <pc:docMk/>
            <pc:sldMk cId="58901747" sldId="342"/>
            <ac:grpSpMk id="18" creationId="{954943D5-DAB7-F36D-CD52-337AF4B92F42}"/>
          </ac:grpSpMkLst>
        </pc:grpChg>
        <pc:grpChg chg="del mod">
          <ac:chgData name="Leônidas Müller de Oliveira" userId="5af9566427f0cd7a" providerId="LiveId" clId="{86AB097D-25F3-4527-9EFD-ACB2A68473FA}" dt="2025-05-27T01:22:31.289" v="1745"/>
          <ac:grpSpMkLst>
            <pc:docMk/>
            <pc:sldMk cId="58901747" sldId="342"/>
            <ac:grpSpMk id="28" creationId="{1387B8C0-D835-815C-21A6-ABCF337D6DE2}"/>
          </ac:grpSpMkLst>
        </pc:grpChg>
        <pc:grpChg chg="del mod">
          <ac:chgData name="Leônidas Müller de Oliveira" userId="5af9566427f0cd7a" providerId="LiveId" clId="{86AB097D-25F3-4527-9EFD-ACB2A68473FA}" dt="2025-05-27T01:22:33.230" v="1747"/>
          <ac:grpSpMkLst>
            <pc:docMk/>
            <pc:sldMk cId="58901747" sldId="342"/>
            <ac:grpSpMk id="31" creationId="{C17588E1-8BD5-A3AD-34E5-6E594240C956}"/>
          </ac:grpSpMkLst>
        </pc:grpChg>
        <pc:grpChg chg="del mod">
          <ac:chgData name="Leônidas Müller de Oliveira" userId="5af9566427f0cd7a" providerId="LiveId" clId="{86AB097D-25F3-4527-9EFD-ACB2A68473FA}" dt="2025-05-27T01:23:40.801" v="1764" actId="478"/>
          <ac:grpSpMkLst>
            <pc:docMk/>
            <pc:sldMk cId="58901747" sldId="342"/>
            <ac:grpSpMk id="33" creationId="{65ECF2BB-532B-B066-122E-C874C53B0BD5}"/>
          </ac:grpSpMkLst>
        </pc:grpChg>
        <pc:picChg chg="add mod">
          <ac:chgData name="Leônidas Müller de Oliveira" userId="5af9566427f0cd7a" providerId="LiveId" clId="{86AB097D-25F3-4527-9EFD-ACB2A68473FA}" dt="2025-05-26T13:23:24.700" v="277" actId="1076"/>
          <ac:picMkLst>
            <pc:docMk/>
            <pc:sldMk cId="58901747" sldId="342"/>
            <ac:picMk id="3" creationId="{28A87F1E-8136-0D47-B9EA-C4CC5AE55D34}"/>
          </ac:picMkLst>
        </pc:picChg>
        <pc:inkChg chg="add de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" creationId="{FCAEBA14-A470-46BC-D9E1-DA04D214F845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4" creationId="{78B39D90-3027-1DAC-7F5C-725B29305CD6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5" creationId="{05D2F0BD-4EC2-6967-0023-7933DCCD8A65}"/>
          </ac:inkMkLst>
        </pc:inkChg>
        <pc:inkChg chg="add de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6" creationId="{CFD83A36-E567-B1B0-87F5-B6B1EC0417E0}"/>
          </ac:inkMkLst>
        </pc:inkChg>
        <pc:inkChg chg="add de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8" creationId="{A3794A59-58F3-E900-1F74-2FC43D0070B9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9" creationId="{FE3B6474-E1D3-03BC-28C0-590C2658DA75}"/>
          </ac:inkMkLst>
        </pc:inkChg>
        <pc:inkChg chg="add de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11" creationId="{D40B2D2A-8A61-F65E-705A-340FEE1CF8DC}"/>
          </ac:inkMkLst>
        </pc:inkChg>
        <pc:inkChg chg="add de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12" creationId="{50123515-AF91-3679-961D-52265545649E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13" creationId="{E1B1CCE6-E954-E688-FF75-CDD1B8BAC2E5}"/>
          </ac:inkMkLst>
        </pc:inkChg>
        <pc:inkChg chg="add de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15" creationId="{28A30CB4-BFCD-CED7-B056-6067024B504C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16" creationId="{0AB199E3-37DB-ED9D-8C82-22F5FBFEB611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17" creationId="{8EFEF106-6717-2FCC-7AC9-C9E6C5CE657F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19" creationId="{085318DD-8089-E043-11C1-3FA79A5CA798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0" creationId="{8BF2634B-5E01-312B-7A29-1167CAD8D77C}"/>
          </ac:inkMkLst>
        </pc:inkChg>
        <pc:inkChg chg="add del mod topLv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1" creationId="{8926B559-9964-D47D-AA94-F4ED4DFB0369}"/>
          </ac:inkMkLst>
        </pc:inkChg>
        <pc:inkChg chg="add del mod topLv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2" creationId="{65819D4B-9459-A350-F9AF-FDF58B1F23B7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3" creationId="{5EA7B8AE-5FC3-D55C-FB60-87E38C9EF06A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4" creationId="{4A29F944-F3FB-2FF3-E335-999CB3A47512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5" creationId="{46586B00-8775-37A1-8C74-59D59EC600BE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6" creationId="{0DE72B5E-73FB-9644-EF11-C30C9D453252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7" creationId="{B40A8AAF-F007-8D6F-5A65-4734412FA53C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29" creationId="{B7DE9B46-89CA-7A99-80D0-4326D25041AA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30" creationId="{F7029042-7E90-81B0-9A1F-0656F75F3542}"/>
          </ac:inkMkLst>
        </pc:inkChg>
        <pc:inkChg chg="add del mod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32" creationId="{CDE2A4A9-36C6-AC22-14FC-2539D09FA5E5}"/>
          </ac:inkMkLst>
        </pc:inkChg>
        <pc:inkChg chg="add del">
          <ac:chgData name="Leônidas Müller de Oliveira" userId="5af9566427f0cd7a" providerId="LiveId" clId="{86AB097D-25F3-4527-9EFD-ACB2A68473FA}" dt="2025-05-27T01:23:40.801" v="1764" actId="478"/>
          <ac:inkMkLst>
            <pc:docMk/>
            <pc:sldMk cId="58901747" sldId="342"/>
            <ac:inkMk id="34" creationId="{91A1189F-705C-170C-A82F-4A58F7CD2E7A}"/>
          </ac:inkMkLst>
        </pc:inkChg>
      </pc:sldChg>
      <pc:sldChg chg="addSp delSp modSp add mod">
        <pc:chgData name="Leônidas Müller de Oliveira" userId="5af9566427f0cd7a" providerId="LiveId" clId="{86AB097D-25F3-4527-9EFD-ACB2A68473FA}" dt="2025-05-27T01:23:36.958" v="1763" actId="478"/>
        <pc:sldMkLst>
          <pc:docMk/>
          <pc:sldMk cId="2039562959" sldId="343"/>
        </pc:sldMkLst>
        <pc:spChg chg="mod">
          <ac:chgData name="Leônidas Müller de Oliveira" userId="5af9566427f0cd7a" providerId="LiveId" clId="{86AB097D-25F3-4527-9EFD-ACB2A68473FA}" dt="2025-05-26T13:38:56.556" v="387" actId="20577"/>
          <ac:spMkLst>
            <pc:docMk/>
            <pc:sldMk cId="2039562959" sldId="343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7T01:23:13.689" v="1760"/>
          <ac:grpSpMkLst>
            <pc:docMk/>
            <pc:sldMk cId="2039562959" sldId="343"/>
            <ac:grpSpMk id="9" creationId="{CB11704D-F053-887E-8185-F5AF57AD37D9}"/>
          </ac:grpSpMkLst>
        </pc:grpChg>
        <pc:grpChg chg="del mod">
          <ac:chgData name="Leônidas Müller de Oliveira" userId="5af9566427f0cd7a" providerId="LiveId" clId="{86AB097D-25F3-4527-9EFD-ACB2A68473FA}" dt="2025-05-27T01:23:36.958" v="1763" actId="478"/>
          <ac:grpSpMkLst>
            <pc:docMk/>
            <pc:sldMk cId="2039562959" sldId="343"/>
            <ac:grpSpMk id="14" creationId="{51DEE027-9821-0CFC-5294-C86323E86701}"/>
          </ac:grpSpMkLst>
        </pc:grpChg>
        <pc:grpChg chg="del mod">
          <ac:chgData name="Leônidas Müller de Oliveira" userId="5af9566427f0cd7a" providerId="LiveId" clId="{86AB097D-25F3-4527-9EFD-ACB2A68473FA}" dt="2025-05-27T01:23:28.990" v="1762"/>
          <ac:grpSpMkLst>
            <pc:docMk/>
            <pc:sldMk cId="2039562959" sldId="343"/>
            <ac:grpSpMk id="18" creationId="{344EA152-31EE-4816-0E1B-EFD08E52354D}"/>
          </ac:grpSpMkLst>
        </pc:grpChg>
        <pc:grpChg chg="del mod">
          <ac:chgData name="Leônidas Müller de Oliveira" userId="5af9566427f0cd7a" providerId="LiveId" clId="{86AB097D-25F3-4527-9EFD-ACB2A68473FA}" dt="2025-05-27T01:23:36.958" v="1763" actId="478"/>
          <ac:grpSpMkLst>
            <pc:docMk/>
            <pc:sldMk cId="2039562959" sldId="343"/>
            <ac:grpSpMk id="20" creationId="{60E46DC6-F437-70BB-116B-0CB786040947}"/>
          </ac:grpSpMkLst>
        </pc:grpChg>
        <pc:picChg chg="del">
          <ac:chgData name="Leônidas Müller de Oliveira" userId="5af9566427f0cd7a" providerId="LiveId" clId="{86AB097D-25F3-4527-9EFD-ACB2A68473FA}" dt="2025-05-26T13:24:58.479" v="279" actId="478"/>
          <ac:picMkLst>
            <pc:docMk/>
            <pc:sldMk cId="2039562959" sldId="343"/>
            <ac:picMk id="3" creationId="{28A87F1E-8136-0D47-B9EA-C4CC5AE55D34}"/>
          </ac:picMkLst>
        </pc:picChg>
        <pc:inkChg chg="add de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2" creationId="{DA79253F-1F04-D4B6-5188-4BDFF1E8A1BE}"/>
          </ac:inkMkLst>
        </pc:inkChg>
        <pc:inkChg chg="add de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3" creationId="{45104E58-0834-71EF-E192-D00FEB0427EF}"/>
          </ac:inkMkLst>
        </pc:inkChg>
        <pc:inkChg chg="add de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4" creationId="{E7B9311D-EF96-85D2-4771-2E39C32CCF79}"/>
          </ac:inkMkLst>
        </pc:inkChg>
        <pc:inkChg chg="add de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5" creationId="{C20F7F14-37DC-2089-B274-36ACAB2D4475}"/>
          </ac:inkMkLst>
        </pc:inkChg>
        <pc:inkChg chg="add del mod topLv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6" creationId="{849CECFC-70A7-E497-0B77-A555AC7D7662}"/>
          </ac:inkMkLst>
        </pc:inkChg>
        <pc:inkChg chg="add del mod topLv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8" creationId="{B2591247-009F-08DF-04E2-3165FBA813D4}"/>
          </ac:inkMkLst>
        </pc:inkChg>
        <pc:inkChg chg="add de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10" creationId="{EF64CF2F-F763-1F98-87AD-CF6E2B368C93}"/>
          </ac:inkMkLst>
        </pc:inkChg>
        <pc:inkChg chg="add de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11" creationId="{18EB0676-5DA7-CA09-72F9-979F003B58EE}"/>
          </ac:inkMkLst>
        </pc:inkChg>
        <pc:inkChg chg="add del mod topLv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12" creationId="{1B71F60E-8F8B-F055-FE7C-1230A3C8A16F}"/>
          </ac:inkMkLst>
        </pc:inkChg>
        <pc:inkChg chg="add del mod topLv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13" creationId="{47D46BDF-9AE0-AD85-8476-ACE2D772F484}"/>
          </ac:inkMkLst>
        </pc:inkChg>
        <pc:inkChg chg="add de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15" creationId="{D7A91AE8-A175-B7F0-F5F9-8E53B93EAE0B}"/>
          </ac:inkMkLst>
        </pc:inkChg>
        <pc:inkChg chg="add del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16" creationId="{AE79B2B8-2E79-934C-8390-739FE8CC827E}"/>
          </ac:inkMkLst>
        </pc:inkChg>
        <pc:inkChg chg="add del mod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17" creationId="{4D5365BC-ED8E-CB3E-76F5-49A8E38F0C1E}"/>
          </ac:inkMkLst>
        </pc:inkChg>
        <pc:inkChg chg="add del mod">
          <ac:chgData name="Leônidas Müller de Oliveira" userId="5af9566427f0cd7a" providerId="LiveId" clId="{86AB097D-25F3-4527-9EFD-ACB2A68473FA}" dt="2025-05-27T01:23:36.958" v="1763" actId="478"/>
          <ac:inkMkLst>
            <pc:docMk/>
            <pc:sldMk cId="2039562959" sldId="343"/>
            <ac:inkMk id="19" creationId="{C5D4EC98-9C6E-D1CB-976B-C5264A83BA5C}"/>
          </ac:inkMkLst>
        </pc:inkChg>
      </pc:sldChg>
      <pc:sldChg chg="modSp add del mod">
        <pc:chgData name="Leônidas Müller de Oliveira" userId="5af9566427f0cd7a" providerId="LiveId" clId="{86AB097D-25F3-4527-9EFD-ACB2A68473FA}" dt="2025-05-26T13:48:34.683" v="393" actId="47"/>
        <pc:sldMkLst>
          <pc:docMk/>
          <pc:sldMk cId="1918532915" sldId="344"/>
        </pc:sldMkLst>
        <pc:spChg chg="mod">
          <ac:chgData name="Leônidas Müller de Oliveira" userId="5af9566427f0cd7a" providerId="LiveId" clId="{86AB097D-25F3-4527-9EFD-ACB2A68473FA}" dt="2025-05-26T13:28:07.807" v="313" actId="20577"/>
          <ac:spMkLst>
            <pc:docMk/>
            <pc:sldMk cId="1918532915" sldId="344"/>
            <ac:spMk id="7" creationId="{FD65234F-CE76-4586-9D67-44EDBAE0C0F0}"/>
          </ac:spMkLst>
        </pc:spChg>
        <pc:spChg chg="mod">
          <ac:chgData name="Leônidas Müller de Oliveira" userId="5af9566427f0cd7a" providerId="LiveId" clId="{86AB097D-25F3-4527-9EFD-ACB2A68473FA}" dt="2025-05-26T13:29:19.918" v="328" actId="404"/>
          <ac:spMkLst>
            <pc:docMk/>
            <pc:sldMk cId="1918532915" sldId="344"/>
            <ac:spMk id="143" creationId="{00000000-0000-0000-0000-000000000000}"/>
          </ac:spMkLst>
        </pc:spChg>
      </pc:sldChg>
      <pc:sldChg chg="modSp add mod ord">
        <pc:chgData name="Leônidas Müller de Oliveira" userId="5af9566427f0cd7a" providerId="LiveId" clId="{86AB097D-25F3-4527-9EFD-ACB2A68473FA}" dt="2025-05-26T14:54:16.533" v="401" actId="20577"/>
        <pc:sldMkLst>
          <pc:docMk/>
          <pc:sldMk cId="2736758698" sldId="345"/>
        </pc:sldMkLst>
        <pc:spChg chg="mod">
          <ac:chgData name="Leônidas Müller de Oliveira" userId="5af9566427f0cd7a" providerId="LiveId" clId="{86AB097D-25F3-4527-9EFD-ACB2A68473FA}" dt="2025-05-26T14:54:16.533" v="401" actId="20577"/>
          <ac:spMkLst>
            <pc:docMk/>
            <pc:sldMk cId="2736758698" sldId="345"/>
            <ac:spMk id="143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86AB097D-25F3-4527-9EFD-ACB2A68473FA}" dt="2025-05-27T00:54:08.742" v="1462" actId="9405"/>
        <pc:sldMkLst>
          <pc:docMk/>
          <pc:sldMk cId="1483973092" sldId="346"/>
        </pc:sldMkLst>
        <pc:spChg chg="mod">
          <ac:chgData name="Leônidas Müller de Oliveira" userId="5af9566427f0cd7a" providerId="LiveId" clId="{86AB097D-25F3-4527-9EFD-ACB2A68473FA}" dt="2025-05-26T13:36:30.830" v="359" actId="6549"/>
          <ac:spMkLst>
            <pc:docMk/>
            <pc:sldMk cId="1483973092" sldId="346"/>
            <ac:spMk id="143" creationId="{00000000-0000-0000-0000-000000000000}"/>
          </ac:spMkLst>
        </pc:spChg>
        <pc:grpChg chg="del mod">
          <ac:chgData name="Leônidas Müller de Oliveira" userId="5af9566427f0cd7a" providerId="LiveId" clId="{86AB097D-25F3-4527-9EFD-ACB2A68473FA}" dt="2025-05-26T14:57:09.575" v="506"/>
          <ac:grpSpMkLst>
            <pc:docMk/>
            <pc:sldMk cId="1483973092" sldId="346"/>
            <ac:grpSpMk id="8" creationId="{33DA5398-EBA9-461C-16E9-19727B05D0A6}"/>
          </ac:grpSpMkLst>
        </pc:grpChg>
        <pc:grpChg chg="del mod">
          <ac:chgData name="Leônidas Müller de Oliveira" userId="5af9566427f0cd7a" providerId="LiveId" clId="{86AB097D-25F3-4527-9EFD-ACB2A68473FA}" dt="2025-05-26T14:55:41.898" v="426"/>
          <ac:grpSpMkLst>
            <pc:docMk/>
            <pc:sldMk cId="1483973092" sldId="346"/>
            <ac:grpSpMk id="14" creationId="{226F187E-C76E-0FAF-B98F-8839F803F0B9}"/>
          </ac:grpSpMkLst>
        </pc:grpChg>
        <pc:grpChg chg="del mod">
          <ac:chgData name="Leônidas Müller de Oliveira" userId="5af9566427f0cd7a" providerId="LiveId" clId="{86AB097D-25F3-4527-9EFD-ACB2A68473FA}" dt="2025-05-26T14:55:41.898" v="426"/>
          <ac:grpSpMkLst>
            <pc:docMk/>
            <pc:sldMk cId="1483973092" sldId="346"/>
            <ac:grpSpMk id="18" creationId="{09DF3437-A0C1-52F3-8201-88D31215EEE1}"/>
          </ac:grpSpMkLst>
        </pc:grpChg>
        <pc:grpChg chg="del mod">
          <ac:chgData name="Leônidas Müller de Oliveira" userId="5af9566427f0cd7a" providerId="LiveId" clId="{86AB097D-25F3-4527-9EFD-ACB2A68473FA}" dt="2025-05-26T14:56:03.292" v="463"/>
          <ac:grpSpMkLst>
            <pc:docMk/>
            <pc:sldMk cId="1483973092" sldId="346"/>
            <ac:grpSpMk id="29" creationId="{8181A403-2D83-4F13-AE18-F03F61264687}"/>
          </ac:grpSpMkLst>
        </pc:grpChg>
        <pc:grpChg chg="del mod">
          <ac:chgData name="Leônidas Müller de Oliveira" userId="5af9566427f0cd7a" providerId="LiveId" clId="{86AB097D-25F3-4527-9EFD-ACB2A68473FA}" dt="2025-05-26T14:55:51.471" v="441"/>
          <ac:grpSpMkLst>
            <pc:docMk/>
            <pc:sldMk cId="1483973092" sldId="346"/>
            <ac:grpSpMk id="34" creationId="{22C572C3-C396-A908-2065-8B7B7DF8A86E}"/>
          </ac:grpSpMkLst>
        </pc:grpChg>
        <pc:grpChg chg="del mod">
          <ac:chgData name="Leônidas Müller de Oliveira" userId="5af9566427f0cd7a" providerId="LiveId" clId="{86AB097D-25F3-4527-9EFD-ACB2A68473FA}" dt="2025-05-26T14:57:09.575" v="506"/>
          <ac:grpSpMkLst>
            <pc:docMk/>
            <pc:sldMk cId="1483973092" sldId="346"/>
            <ac:grpSpMk id="44" creationId="{2B4FDAB9-7311-BDD8-0AEF-75F1F5AF7369}"/>
          </ac:grpSpMkLst>
        </pc:grpChg>
        <pc:grpChg chg="del mod">
          <ac:chgData name="Leônidas Müller de Oliveira" userId="5af9566427f0cd7a" providerId="LiveId" clId="{86AB097D-25F3-4527-9EFD-ACB2A68473FA}" dt="2025-05-26T14:55:54.771" v="446"/>
          <ac:grpSpMkLst>
            <pc:docMk/>
            <pc:sldMk cId="1483973092" sldId="346"/>
            <ac:grpSpMk id="45" creationId="{8A50F83D-126F-308B-E519-25AEA7CD1B5C}"/>
          </ac:grpSpMkLst>
        </pc:grpChg>
        <pc:grpChg chg="del mod">
          <ac:chgData name="Leônidas Müller de Oliveira" userId="5af9566427f0cd7a" providerId="LiveId" clId="{86AB097D-25F3-4527-9EFD-ACB2A68473FA}" dt="2025-05-26T14:56:01.235" v="459"/>
          <ac:grpSpMkLst>
            <pc:docMk/>
            <pc:sldMk cId="1483973092" sldId="346"/>
            <ac:grpSpMk id="50" creationId="{06AE5637-04AC-57A6-B60F-F5E4AAEA78F7}"/>
          </ac:grpSpMkLst>
        </pc:grpChg>
        <pc:grpChg chg="del mod">
          <ac:chgData name="Leônidas Müller de Oliveira" userId="5af9566427f0cd7a" providerId="LiveId" clId="{86AB097D-25F3-4527-9EFD-ACB2A68473FA}" dt="2025-05-26T14:57:09.575" v="506"/>
          <ac:grpSpMkLst>
            <pc:docMk/>
            <pc:sldMk cId="1483973092" sldId="346"/>
            <ac:grpSpMk id="63" creationId="{33FE8FE1-026B-04C8-C2BC-7FC4C907F6A1}"/>
          </ac:grpSpMkLst>
        </pc:grpChg>
        <pc:grpChg chg="del mod">
          <ac:chgData name="Leônidas Müller de Oliveira" userId="5af9566427f0cd7a" providerId="LiveId" clId="{86AB097D-25F3-4527-9EFD-ACB2A68473FA}" dt="2025-05-26T14:56:13.149" v="465"/>
          <ac:grpSpMkLst>
            <pc:docMk/>
            <pc:sldMk cId="1483973092" sldId="346"/>
            <ac:grpSpMk id="131" creationId="{D7D0FC93-8C36-4013-BEB0-2A26EF6DE33B}"/>
          </ac:grpSpMkLst>
        </pc:grpChg>
        <pc:grpChg chg="del mod">
          <ac:chgData name="Leônidas Müller de Oliveira" userId="5af9566427f0cd7a" providerId="LiveId" clId="{86AB097D-25F3-4527-9EFD-ACB2A68473FA}" dt="2025-05-26T14:56:16.403" v="467"/>
          <ac:grpSpMkLst>
            <pc:docMk/>
            <pc:sldMk cId="1483973092" sldId="346"/>
            <ac:grpSpMk id="133" creationId="{74B7A1E0-7B89-C521-8A3F-E26DE665E37F}"/>
          </ac:grpSpMkLst>
        </pc:grpChg>
        <pc:grpChg chg="del mod">
          <ac:chgData name="Leônidas Müller de Oliveira" userId="5af9566427f0cd7a" providerId="LiveId" clId="{86AB097D-25F3-4527-9EFD-ACB2A68473FA}" dt="2025-05-26T14:57:09.575" v="506"/>
          <ac:grpSpMkLst>
            <pc:docMk/>
            <pc:sldMk cId="1483973092" sldId="346"/>
            <ac:grpSpMk id="135" creationId="{C6BD9263-154A-9D0A-6E4B-0953903C571D}"/>
          </ac:grpSpMkLst>
        </pc:grpChg>
        <pc:grpChg chg="del mod">
          <ac:chgData name="Leônidas Müller de Oliveira" userId="5af9566427f0cd7a" providerId="LiveId" clId="{86AB097D-25F3-4527-9EFD-ACB2A68473FA}" dt="2025-05-26T14:56:40.206" v="479"/>
          <ac:grpSpMkLst>
            <pc:docMk/>
            <pc:sldMk cId="1483973092" sldId="346"/>
            <ac:grpSpMk id="148" creationId="{9EE919F0-67DF-1D2F-5612-2E47121A7EAE}"/>
          </ac:grpSpMkLst>
        </pc:grpChg>
        <pc:grpChg chg="del mod">
          <ac:chgData name="Leônidas Müller de Oliveira" userId="5af9566427f0cd7a" providerId="LiveId" clId="{86AB097D-25F3-4527-9EFD-ACB2A68473FA}" dt="2025-05-26T14:57:09.575" v="506"/>
          <ac:grpSpMkLst>
            <pc:docMk/>
            <pc:sldMk cId="1483973092" sldId="346"/>
            <ac:grpSpMk id="150" creationId="{A94F7749-7A2D-9E0A-F03F-899F87930048}"/>
          </ac:grpSpMkLst>
        </pc:grpChg>
        <pc:grpChg chg="del mod">
          <ac:chgData name="Leônidas Müller de Oliveira" userId="5af9566427f0cd7a" providerId="LiveId" clId="{86AB097D-25F3-4527-9EFD-ACB2A68473FA}" dt="2025-05-26T14:57:00.873" v="499"/>
          <ac:grpSpMkLst>
            <pc:docMk/>
            <pc:sldMk cId="1483973092" sldId="346"/>
            <ac:grpSpMk id="164" creationId="{F225A464-9369-9AC2-1252-8B6A2D24F747}"/>
          </ac:grpSpMkLst>
        </pc:grpChg>
        <pc:grpChg chg="del mod">
          <ac:chgData name="Leônidas Müller de Oliveira" userId="5af9566427f0cd7a" providerId="LiveId" clId="{86AB097D-25F3-4527-9EFD-ACB2A68473FA}" dt="2025-05-26T14:57:05.606" v="503"/>
          <ac:grpSpMkLst>
            <pc:docMk/>
            <pc:sldMk cId="1483973092" sldId="346"/>
            <ac:grpSpMk id="170" creationId="{E7A4E53F-6D0A-C2B4-5224-19CBAB49DB21}"/>
          </ac:grpSpMkLst>
        </pc:grpChg>
        <pc:grpChg chg="del mod">
          <ac:chgData name="Leônidas Müller de Oliveira" userId="5af9566427f0cd7a" providerId="LiveId" clId="{86AB097D-25F3-4527-9EFD-ACB2A68473FA}" dt="2025-05-26T14:57:09.575" v="506"/>
          <ac:grpSpMkLst>
            <pc:docMk/>
            <pc:sldMk cId="1483973092" sldId="346"/>
            <ac:grpSpMk id="174" creationId="{C93FE1A2-AE99-4826-07AA-4D864B23EE35}"/>
          </ac:grpSpMkLst>
        </pc:grpChg>
        <pc:grpChg chg="del mod">
          <ac:chgData name="Leônidas Müller de Oliveira" userId="5af9566427f0cd7a" providerId="LiveId" clId="{86AB097D-25F3-4527-9EFD-ACB2A68473FA}" dt="2025-05-26T14:57:11.134" v="509"/>
          <ac:grpSpMkLst>
            <pc:docMk/>
            <pc:sldMk cId="1483973092" sldId="346"/>
            <ac:grpSpMk id="177" creationId="{F01CF8A5-3591-19C9-530A-BC3919654ACC}"/>
          </ac:grpSpMkLst>
        </pc:grpChg>
        <pc:grpChg chg="del mod">
          <ac:chgData name="Leônidas Müller de Oliveira" userId="5af9566427f0cd7a" providerId="LiveId" clId="{86AB097D-25F3-4527-9EFD-ACB2A68473FA}" dt="2025-05-26T14:57:54.349" v="536" actId="478"/>
          <ac:grpSpMkLst>
            <pc:docMk/>
            <pc:sldMk cId="1483973092" sldId="346"/>
            <ac:grpSpMk id="180" creationId="{621D672E-9510-41C5-9E5C-5EDE1FAC56F9}"/>
          </ac:grpSpMkLst>
        </pc:grpChg>
        <pc:grpChg chg="del mod">
          <ac:chgData name="Leônidas Müller de Oliveira" userId="5af9566427f0cd7a" providerId="LiveId" clId="{86AB097D-25F3-4527-9EFD-ACB2A68473FA}" dt="2025-05-27T00:42:22.450" v="1197" actId="478"/>
          <ac:grpSpMkLst>
            <pc:docMk/>
            <pc:sldMk cId="1483973092" sldId="346"/>
            <ac:grpSpMk id="183" creationId="{1E05EE9B-4BDC-6B13-BBE5-AE262C8B6F68}"/>
          </ac:grpSpMkLst>
        </pc:grpChg>
        <pc:grpChg chg="del mod">
          <ac:chgData name="Leônidas Müller de Oliveira" userId="5af9566427f0cd7a" providerId="LiveId" clId="{86AB097D-25F3-4527-9EFD-ACB2A68473FA}" dt="2025-05-27T00:42:22.450" v="1197" actId="478"/>
          <ac:grpSpMkLst>
            <pc:docMk/>
            <pc:sldMk cId="1483973092" sldId="346"/>
            <ac:grpSpMk id="190" creationId="{2D5CBEA2-8BCD-C424-4CB5-FACA6396F177}"/>
          </ac:grpSpMkLst>
        </pc:grpChg>
        <pc:picChg chg="add del mod modCrop">
          <ac:chgData name="Leônidas Müller de Oliveira" userId="5af9566427f0cd7a" providerId="LiveId" clId="{86AB097D-25F3-4527-9EFD-ACB2A68473FA}" dt="2025-05-26T14:57:36.691" v="524" actId="478"/>
          <ac:picMkLst>
            <pc:docMk/>
            <pc:sldMk cId="1483973092" sldId="346"/>
            <ac:picMk id="3" creationId="{380A19B3-42B3-9621-9B0B-F8AB5BD6AB15}"/>
          </ac:picMkLst>
        </pc:picChg>
        <pc:picChg chg="add mod modCrop">
          <ac:chgData name="Leônidas Müller de Oliveira" userId="5af9566427f0cd7a" providerId="LiveId" clId="{86AB097D-25F3-4527-9EFD-ACB2A68473FA}" dt="2025-05-26T13:37:06.628" v="372" actId="1037"/>
          <ac:picMkLst>
            <pc:docMk/>
            <pc:sldMk cId="1483973092" sldId="346"/>
            <ac:picMk id="5" creationId="{1687C229-C617-7C98-5391-FB1D108F03B4}"/>
          </ac:picMkLst>
        </pc:picChg>
        <pc:inkChg chg="add del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2" creationId="{F3638D10-5C04-EA2C-ED6B-F213ECC44396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" creationId="{D0C80F5F-23CA-956B-15C5-8D2B8F45D277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6" creationId="{0A026B6A-1509-15ED-DD4D-95F16E66BEF5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9" creationId="{842613BC-79B9-A0A3-3FF0-0A42C4A784FD}"/>
          </ac:inkMkLst>
        </pc:inkChg>
        <pc:inkChg chg="add del mod">
          <ac:chgData name="Leônidas Müller de Oliveira" userId="5af9566427f0cd7a" providerId="LiveId" clId="{86AB097D-25F3-4527-9EFD-ACB2A68473FA}" dt="2025-05-26T14:57:40.493" v="527" actId="478"/>
          <ac:inkMkLst>
            <pc:docMk/>
            <pc:sldMk cId="1483973092" sldId="346"/>
            <ac:inkMk id="10" creationId="{20F25A00-3BB7-F6C9-A9EB-48138CD4C764}"/>
          </ac:inkMkLst>
        </pc:inkChg>
        <pc:inkChg chg="add del mod">
          <ac:chgData name="Leônidas Müller de Oliveira" userId="5af9566427f0cd7a" providerId="LiveId" clId="{86AB097D-25F3-4527-9EFD-ACB2A68473FA}" dt="2025-05-26T14:57:39.293" v="526" actId="478"/>
          <ac:inkMkLst>
            <pc:docMk/>
            <pc:sldMk cId="1483973092" sldId="346"/>
            <ac:inkMk id="11" creationId="{9DBB2B30-3EC2-97AA-029A-6C6BBB4EBFAF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2" creationId="{8323B4D6-AC32-49C3-EB3D-50E4685C8D5A}"/>
          </ac:inkMkLst>
        </pc:inkChg>
        <pc:inkChg chg="add del mod">
          <ac:chgData name="Leônidas Müller de Oliveira" userId="5af9566427f0cd7a" providerId="LiveId" clId="{86AB097D-25F3-4527-9EFD-ACB2A68473FA}" dt="2025-05-26T14:57:41.318" v="528" actId="478"/>
          <ac:inkMkLst>
            <pc:docMk/>
            <pc:sldMk cId="1483973092" sldId="346"/>
            <ac:inkMk id="13" creationId="{764FF78A-4937-DEC4-FE4D-2D7A9A518F4E}"/>
          </ac:inkMkLst>
        </pc:inkChg>
        <pc:inkChg chg="add del mod">
          <ac:chgData name="Leônidas Müller de Oliveira" userId="5af9566427f0cd7a" providerId="LiveId" clId="{86AB097D-25F3-4527-9EFD-ACB2A68473FA}" dt="2025-05-26T14:57:34.134" v="522" actId="478"/>
          <ac:inkMkLst>
            <pc:docMk/>
            <pc:sldMk cId="1483973092" sldId="346"/>
            <ac:inkMk id="15" creationId="{60718349-C23F-9D67-44AF-A82E8E8CD79C}"/>
          </ac:inkMkLst>
        </pc:inkChg>
        <pc:inkChg chg="add del mod">
          <ac:chgData name="Leônidas Müller de Oliveira" userId="5af9566427f0cd7a" providerId="LiveId" clId="{86AB097D-25F3-4527-9EFD-ACB2A68473FA}" dt="2025-05-26T14:57:27.038" v="513" actId="478"/>
          <ac:inkMkLst>
            <pc:docMk/>
            <pc:sldMk cId="1483973092" sldId="346"/>
            <ac:inkMk id="16" creationId="{CF9954A2-7650-60BC-4F4E-0D155C2CBB18}"/>
          </ac:inkMkLst>
        </pc:inkChg>
        <pc:inkChg chg="add del mod">
          <ac:chgData name="Leônidas Müller de Oliveira" userId="5af9566427f0cd7a" providerId="LiveId" clId="{86AB097D-25F3-4527-9EFD-ACB2A68473FA}" dt="2025-05-26T14:57:32.358" v="520" actId="478"/>
          <ac:inkMkLst>
            <pc:docMk/>
            <pc:sldMk cId="1483973092" sldId="346"/>
            <ac:inkMk id="17" creationId="{79CA31B0-10AA-D373-B303-ABC8DA84FCC0}"/>
          </ac:inkMkLst>
        </pc:inkChg>
        <pc:inkChg chg="add del mod">
          <ac:chgData name="Leônidas Müller de Oliveira" userId="5af9566427f0cd7a" providerId="LiveId" clId="{86AB097D-25F3-4527-9EFD-ACB2A68473FA}" dt="2025-05-26T14:57:29.201" v="516" actId="478"/>
          <ac:inkMkLst>
            <pc:docMk/>
            <pc:sldMk cId="1483973092" sldId="346"/>
            <ac:inkMk id="19" creationId="{0AD876E6-AF6B-71BF-084C-510B9C553261}"/>
          </ac:inkMkLst>
        </pc:inkChg>
        <pc:inkChg chg="add del mod">
          <ac:chgData name="Leônidas Müller de Oliveira" userId="5af9566427f0cd7a" providerId="LiveId" clId="{86AB097D-25F3-4527-9EFD-ACB2A68473FA}" dt="2025-05-26T14:57:29.901" v="517" actId="478"/>
          <ac:inkMkLst>
            <pc:docMk/>
            <pc:sldMk cId="1483973092" sldId="346"/>
            <ac:inkMk id="20" creationId="{D5DA66BC-7253-753D-45B4-14C476CD668F}"/>
          </ac:inkMkLst>
        </pc:inkChg>
        <pc:inkChg chg="add del mod">
          <ac:chgData name="Leônidas Müller de Oliveira" userId="5af9566427f0cd7a" providerId="LiveId" clId="{86AB097D-25F3-4527-9EFD-ACB2A68473FA}" dt="2025-05-26T14:57:27.711" v="514" actId="478"/>
          <ac:inkMkLst>
            <pc:docMk/>
            <pc:sldMk cId="1483973092" sldId="346"/>
            <ac:inkMk id="21" creationId="{88C699A6-B847-E294-D18B-F0C07FE3D76E}"/>
          </ac:inkMkLst>
        </pc:inkChg>
        <pc:inkChg chg="add del mod">
          <ac:chgData name="Leônidas Müller de Oliveira" userId="5af9566427f0cd7a" providerId="LiveId" clId="{86AB097D-25F3-4527-9EFD-ACB2A68473FA}" dt="2025-05-26T14:57:28.584" v="515" actId="478"/>
          <ac:inkMkLst>
            <pc:docMk/>
            <pc:sldMk cId="1483973092" sldId="346"/>
            <ac:inkMk id="22" creationId="{088E28ED-0C93-8725-33C6-F5F444430D11}"/>
          </ac:inkMkLst>
        </pc:inkChg>
        <pc:inkChg chg="add del mod">
          <ac:chgData name="Leônidas Müller de Oliveira" userId="5af9566427f0cd7a" providerId="LiveId" clId="{86AB097D-25F3-4527-9EFD-ACB2A68473FA}" dt="2025-05-26T14:57:30.749" v="518" actId="478"/>
          <ac:inkMkLst>
            <pc:docMk/>
            <pc:sldMk cId="1483973092" sldId="346"/>
            <ac:inkMk id="23" creationId="{3069E209-B2A3-ACE1-9899-FA10C1D59A2D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24" creationId="{04E1C20C-C662-C959-DC19-F7ECEA72DA90}"/>
          </ac:inkMkLst>
        </pc:inkChg>
        <pc:inkChg chg="add del mod">
          <ac:chgData name="Leônidas Müller de Oliveira" userId="5af9566427f0cd7a" providerId="LiveId" clId="{86AB097D-25F3-4527-9EFD-ACB2A68473FA}" dt="2025-05-26T14:57:42.787" v="530" actId="478"/>
          <ac:inkMkLst>
            <pc:docMk/>
            <pc:sldMk cId="1483973092" sldId="346"/>
            <ac:inkMk id="25" creationId="{B57CF45B-170E-C2F8-AEDD-D246D816C479}"/>
          </ac:inkMkLst>
        </pc:inkChg>
        <pc:inkChg chg="add del mod">
          <ac:chgData name="Leônidas Müller de Oliveira" userId="5af9566427f0cd7a" providerId="LiveId" clId="{86AB097D-25F3-4527-9EFD-ACB2A68473FA}" dt="2025-05-26T14:57:42.117" v="529" actId="478"/>
          <ac:inkMkLst>
            <pc:docMk/>
            <pc:sldMk cId="1483973092" sldId="346"/>
            <ac:inkMk id="26" creationId="{1716BA81-A238-B6D4-F700-85A5C0939F97}"/>
          </ac:inkMkLst>
        </pc:inkChg>
        <pc:inkChg chg="add del mod">
          <ac:chgData name="Leônidas Müller de Oliveira" userId="5af9566427f0cd7a" providerId="LiveId" clId="{86AB097D-25F3-4527-9EFD-ACB2A68473FA}" dt="2025-05-26T14:57:44.113" v="531" actId="478"/>
          <ac:inkMkLst>
            <pc:docMk/>
            <pc:sldMk cId="1483973092" sldId="346"/>
            <ac:inkMk id="27" creationId="{64B793D0-B39A-3602-3A82-0BB0C5D529E7}"/>
          </ac:inkMkLst>
        </pc:inkChg>
        <pc:inkChg chg="add del mod">
          <ac:chgData name="Leônidas Müller de Oliveira" userId="5af9566427f0cd7a" providerId="LiveId" clId="{86AB097D-25F3-4527-9EFD-ACB2A68473FA}" dt="2025-05-26T14:57:26.293" v="512" actId="478"/>
          <ac:inkMkLst>
            <pc:docMk/>
            <pc:sldMk cId="1483973092" sldId="346"/>
            <ac:inkMk id="28" creationId="{30955BC4-53C8-7FEC-2A14-DF5BC10305A6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30" creationId="{C192FF95-B3F1-D967-F7DE-58E8BBBA5376}"/>
          </ac:inkMkLst>
        </pc:inkChg>
        <pc:inkChg chg="add del mod">
          <ac:chgData name="Leônidas Müller de Oliveira" userId="5af9566427f0cd7a" providerId="LiveId" clId="{86AB097D-25F3-4527-9EFD-ACB2A68473FA}" dt="2025-05-26T14:57:58.935" v="540" actId="478"/>
          <ac:inkMkLst>
            <pc:docMk/>
            <pc:sldMk cId="1483973092" sldId="346"/>
            <ac:inkMk id="31" creationId="{A0B7DEE1-3237-6BE3-CCC1-BA47794CE02A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32" creationId="{D18ED0BD-0773-B7BC-53EB-9017CC43B737}"/>
          </ac:inkMkLst>
        </pc:inkChg>
        <pc:inkChg chg="add del mod">
          <ac:chgData name="Leônidas Müller de Oliveira" userId="5af9566427f0cd7a" providerId="LiveId" clId="{86AB097D-25F3-4527-9EFD-ACB2A68473FA}" dt="2025-05-26T14:57:59.911" v="541" actId="478"/>
          <ac:inkMkLst>
            <pc:docMk/>
            <pc:sldMk cId="1483973092" sldId="346"/>
            <ac:inkMk id="33" creationId="{CF4C115E-5FF2-734C-C442-72B0D1911238}"/>
          </ac:inkMkLst>
        </pc:inkChg>
        <pc:inkChg chg="add del mod">
          <ac:chgData name="Leônidas Müller de Oliveira" userId="5af9566427f0cd7a" providerId="LiveId" clId="{86AB097D-25F3-4527-9EFD-ACB2A68473FA}" dt="2025-05-26T14:57:58.040" v="539" actId="478"/>
          <ac:inkMkLst>
            <pc:docMk/>
            <pc:sldMk cId="1483973092" sldId="346"/>
            <ac:inkMk id="35" creationId="{965075E7-8071-2464-3476-180E27709432}"/>
          </ac:inkMkLst>
        </pc:inkChg>
        <pc:inkChg chg="add del mod">
          <ac:chgData name="Leônidas Müller de Oliveira" userId="5af9566427f0cd7a" providerId="LiveId" clId="{86AB097D-25F3-4527-9EFD-ACB2A68473FA}" dt="2025-05-26T14:58:00.843" v="542" actId="478"/>
          <ac:inkMkLst>
            <pc:docMk/>
            <pc:sldMk cId="1483973092" sldId="346"/>
            <ac:inkMk id="36" creationId="{2CA19AB7-0EF7-4845-C6AA-33E28B946D44}"/>
          </ac:inkMkLst>
        </pc:inkChg>
        <pc:inkChg chg="add del mod">
          <ac:chgData name="Leônidas Müller de Oliveira" userId="5af9566427f0cd7a" providerId="LiveId" clId="{86AB097D-25F3-4527-9EFD-ACB2A68473FA}" dt="2025-05-26T14:58:02.015" v="543" actId="478"/>
          <ac:inkMkLst>
            <pc:docMk/>
            <pc:sldMk cId="1483973092" sldId="346"/>
            <ac:inkMk id="37" creationId="{DE0E9B03-1B97-14E2-6098-ACB9A74AFB12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38" creationId="{23EFC389-CFE3-37C3-566E-A71264D5691E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39" creationId="{FD2C0B80-FDA2-7361-646E-ADFDC05D3540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0" creationId="{AA66D598-AAF2-A3C9-50C9-0E8E8A3A0398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1" creationId="{4133792A-8DEB-8096-3E49-93F9B540F044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2" creationId="{A1C28F65-103D-8C23-59E8-8C37F7A0C271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3" creationId="{B4B3659C-0282-F4F2-F8FD-DFEE9C634D6D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6" creationId="{1B1D027C-B211-81D6-8133-4585F40A4C19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7" creationId="{8F7F1E65-FA7E-068B-EDC8-2E26147E2169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8" creationId="{B2F7C9C4-6305-9C3D-6221-01927CA5F937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49" creationId="{B975B15C-2F92-6619-C0E5-2AAC93585949}"/>
          </ac:inkMkLst>
        </pc:inkChg>
        <pc:inkChg chg="add del mod">
          <ac:chgData name="Leônidas Müller de Oliveira" userId="5af9566427f0cd7a" providerId="LiveId" clId="{86AB097D-25F3-4527-9EFD-ACB2A68473FA}" dt="2025-05-26T14:57:56.670" v="538" actId="478"/>
          <ac:inkMkLst>
            <pc:docMk/>
            <pc:sldMk cId="1483973092" sldId="346"/>
            <ac:inkMk id="51" creationId="{DBD3A4D6-17E5-1675-4EDC-89C7D0B39DF6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52" creationId="{7B049492-C5EC-6FDE-A028-3F1CEFD498F8}"/>
          </ac:inkMkLst>
        </pc:inkChg>
        <pc:inkChg chg="add del mod">
          <ac:chgData name="Leônidas Müller de Oliveira" userId="5af9566427f0cd7a" providerId="LiveId" clId="{86AB097D-25F3-4527-9EFD-ACB2A68473FA}" dt="2025-05-26T14:57:48.516" v="533" actId="478"/>
          <ac:inkMkLst>
            <pc:docMk/>
            <pc:sldMk cId="1483973092" sldId="346"/>
            <ac:inkMk id="53" creationId="{E1260B6B-506A-34C2-7124-E168323D70C9}"/>
          </ac:inkMkLst>
        </pc:inkChg>
        <pc:inkChg chg="add del mod">
          <ac:chgData name="Leônidas Müller de Oliveira" userId="5af9566427f0cd7a" providerId="LiveId" clId="{86AB097D-25F3-4527-9EFD-ACB2A68473FA}" dt="2025-05-26T14:57:47.462" v="532" actId="478"/>
          <ac:inkMkLst>
            <pc:docMk/>
            <pc:sldMk cId="1483973092" sldId="346"/>
            <ac:inkMk id="54" creationId="{13D23C1E-D44C-CC80-9C80-738211152F31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55" creationId="{2D2C59F6-AB08-F955-3F0A-F98FEC087761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56" creationId="{5B182686-ED07-4431-6BFC-6E8C0F5E6F16}"/>
          </ac:inkMkLst>
        </pc:inkChg>
        <pc:inkChg chg="add del mod topLvl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57" creationId="{26E24FE6-4643-B5DF-C031-AA0247050271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58" creationId="{E2CC72C5-842E-C874-4A06-374AFCA53B1E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59" creationId="{A52AC9DF-A56D-A582-37CD-CF135A43ED85}"/>
          </ac:inkMkLst>
        </pc:inkChg>
        <pc:inkChg chg="add del mod topLvl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60" creationId="{B741F154-DDAD-1CB8-1E94-81216068106A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61" creationId="{DD086FBA-FBA3-914A-B61B-6E5376218D97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62" creationId="{EC1AEE16-7655-E881-37FE-0C722ADBDFDE}"/>
          </ac:inkMkLst>
        </pc:inkChg>
        <pc:inkChg chg="add del mod">
          <ac:chgData name="Leônidas Müller de Oliveira" userId="5af9566427f0cd7a" providerId="LiveId" clId="{86AB097D-25F3-4527-9EFD-ACB2A68473FA}" dt="2025-05-26T14:57:25.501" v="511" actId="478"/>
          <ac:inkMkLst>
            <pc:docMk/>
            <pc:sldMk cId="1483973092" sldId="346"/>
            <ac:inkMk id="128" creationId="{5B04111F-0542-9334-75AA-11A35C41358C}"/>
          </ac:inkMkLst>
        </pc:inkChg>
        <pc:inkChg chg="add del mod">
          <ac:chgData name="Leônidas Müller de Oliveira" userId="5af9566427f0cd7a" providerId="LiveId" clId="{86AB097D-25F3-4527-9EFD-ACB2A68473FA}" dt="2025-05-26T14:57:33.294" v="521" actId="478"/>
          <ac:inkMkLst>
            <pc:docMk/>
            <pc:sldMk cId="1483973092" sldId="346"/>
            <ac:inkMk id="129" creationId="{DD154ACA-D177-24C4-0D1F-8E98C5B62F49}"/>
          </ac:inkMkLst>
        </pc:inkChg>
        <pc:inkChg chg="add del mod">
          <ac:chgData name="Leônidas Müller de Oliveira" userId="5af9566427f0cd7a" providerId="LiveId" clId="{86AB097D-25F3-4527-9EFD-ACB2A68473FA}" dt="2025-05-26T14:57:31.621" v="519" actId="478"/>
          <ac:inkMkLst>
            <pc:docMk/>
            <pc:sldMk cId="1483973092" sldId="346"/>
            <ac:inkMk id="130" creationId="{970F6672-CB2A-19EC-657D-DF7790E7DF8F}"/>
          </ac:inkMkLst>
        </pc:inkChg>
        <pc:inkChg chg="add del mod">
          <ac:chgData name="Leônidas Müller de Oliveira" userId="5af9566427f0cd7a" providerId="LiveId" clId="{86AB097D-25F3-4527-9EFD-ACB2A68473FA}" dt="2025-05-26T14:57:38.301" v="525" actId="478"/>
          <ac:inkMkLst>
            <pc:docMk/>
            <pc:sldMk cId="1483973092" sldId="346"/>
            <ac:inkMk id="132" creationId="{D48FC889-408D-55E9-C6F5-2C52148B1603}"/>
          </ac:inkMkLst>
        </pc:inkChg>
        <pc:inkChg chg="add del mod">
          <ac:chgData name="Leônidas Müller de Oliveira" userId="5af9566427f0cd7a" providerId="LiveId" clId="{86AB097D-25F3-4527-9EFD-ACB2A68473FA}" dt="2025-05-26T14:57:24.502" v="510" actId="478"/>
          <ac:inkMkLst>
            <pc:docMk/>
            <pc:sldMk cId="1483973092" sldId="346"/>
            <ac:inkMk id="134" creationId="{0F7AD1E2-C59A-94D3-CAB1-FD753033567E}"/>
          </ac:inkMkLst>
        </pc:inkChg>
        <pc:inkChg chg="add del">
          <ac:chgData name="Leônidas Müller de Oliveira" userId="5af9566427f0cd7a" providerId="LiveId" clId="{86AB097D-25F3-4527-9EFD-ACB2A68473FA}" dt="2025-05-26T14:57:49.285" v="534" actId="478"/>
          <ac:inkMkLst>
            <pc:docMk/>
            <pc:sldMk cId="1483973092" sldId="346"/>
            <ac:inkMk id="136" creationId="{7A8F835C-B5FC-56A6-4423-60E88BE4D526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37" creationId="{8F31521A-0029-D839-9F61-11D3D25F835C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38" creationId="{E33A8304-F7B6-4C25-1BF1-F78DF34D1245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39" creationId="{98DB8C17-60F2-A6A7-6AAE-32C133C411F9}"/>
          </ac:inkMkLst>
        </pc:inkChg>
        <pc:inkChg chg="add del mod">
          <ac:chgData name="Leônidas Müller de Oliveira" userId="5af9566427f0cd7a" providerId="LiveId" clId="{86AB097D-25F3-4527-9EFD-ACB2A68473FA}" dt="2025-05-27T00:44:22.879" v="1250" actId="478"/>
          <ac:inkMkLst>
            <pc:docMk/>
            <pc:sldMk cId="1483973092" sldId="346"/>
            <ac:inkMk id="142" creationId="{55235635-0427-65B2-CFDE-A8DC1EF4E6A3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44" creationId="{267E0B39-4605-A29B-88CD-99F33D793436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45" creationId="{9E759BE9-254B-FFEF-951C-D3B1C96FEA92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46" creationId="{7BA4C8C4-5304-2E38-8583-3C17D0D75A38}"/>
          </ac:inkMkLst>
        </pc:inkChg>
        <pc:inkChg chg="add del mod">
          <ac:chgData name="Leônidas Müller de Oliveira" userId="5af9566427f0cd7a" providerId="LiveId" clId="{86AB097D-25F3-4527-9EFD-ACB2A68473FA}" dt="2025-05-26T14:57:50.051" v="535" actId="478"/>
          <ac:inkMkLst>
            <pc:docMk/>
            <pc:sldMk cId="1483973092" sldId="346"/>
            <ac:inkMk id="147" creationId="{1AB77F7B-35BF-BFF3-0327-C3C955D44E29}"/>
          </ac:inkMkLst>
        </pc:inkChg>
        <pc:inkChg chg="add del mod">
          <ac:chgData name="Leônidas Müller de Oliveira" userId="5af9566427f0cd7a" providerId="LiveId" clId="{86AB097D-25F3-4527-9EFD-ACB2A68473FA}" dt="2025-05-26T14:58:03.773" v="544" actId="478"/>
          <ac:inkMkLst>
            <pc:docMk/>
            <pc:sldMk cId="1483973092" sldId="346"/>
            <ac:inkMk id="149" creationId="{75AE03BF-4873-9F0B-50A8-99525A242DC6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51" creationId="{87FFA4DC-84B1-FEEB-92E4-BEED46BEC5BF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52" creationId="{44B42461-744C-A5CE-105C-D0EC5241D8A4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53" creationId="{E95B1382-2A36-4351-A8E9-8A5379D84894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54" creationId="{066EB879-8387-345C-F98D-10AC04A46B60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55" creationId="{A23D8137-C274-E41E-65ED-EEE0E498B9CA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56" creationId="{57E6EC6E-83BB-C8EF-E864-75B26F066858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57" creationId="{DABD5146-7FED-58B7-1B98-314CBBE9ED2D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58" creationId="{3DC45BD7-5EE1-293A-6E36-1B86ADBDBAF0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59" creationId="{045AC127-306F-F432-C810-9DBF4A9E260E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0" creationId="{CC8BD70D-15F2-561E-56B2-10BEFBC5B169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1" creationId="{FB17BFE5-2631-78FE-B338-2E079B47391D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2" creationId="{2F9BE13F-8607-C2C6-4BA5-4D319F09D4B6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3" creationId="{2A4C7044-BB88-05C7-3CE6-44CB96D227B8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5" creationId="{2F15FA90-8BDF-3DDD-BDF1-E5BE91A7FA28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6" creationId="{CF62142D-96A8-7B41-F9A5-2CA8B04043CA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7" creationId="{442AB017-53B1-2D23-88AE-457C935D4728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8" creationId="{8F898156-F85F-4BB1-B108-447495CB970A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69" creationId="{C0FED937-F965-FADA-B55B-E75B6F75BD02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71" creationId="{ED5F5425-7982-1111-A497-47C24FB174E5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72" creationId="{58C4192E-F36E-E5E6-E844-B63958A91883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73" creationId="{CAC6A682-62EF-79DE-1668-CB128FBC8154}"/>
          </ac:inkMkLst>
        </pc:inkChg>
        <pc:inkChg chg="add del mod">
          <ac:chgData name="Leônidas Müller de Oliveira" userId="5af9566427f0cd7a" providerId="LiveId" clId="{86AB097D-25F3-4527-9EFD-ACB2A68473FA}" dt="2025-05-26T14:57:55.820" v="537" actId="478"/>
          <ac:inkMkLst>
            <pc:docMk/>
            <pc:sldMk cId="1483973092" sldId="346"/>
            <ac:inkMk id="175" creationId="{51D256CE-93BA-CEF3-BD60-518C80B26C4B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76" creationId="{597CFFE7-D90B-BBED-0068-98FEEBC31561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78" creationId="{E34860FB-C8FF-8A58-675F-CE19D1B97552}"/>
          </ac:inkMkLst>
        </pc:inkChg>
        <pc:inkChg chg="add mod">
          <ac:chgData name="Leônidas Müller de Oliveira" userId="5af9566427f0cd7a" providerId="LiveId" clId="{86AB097D-25F3-4527-9EFD-ACB2A68473FA}" dt="2025-05-26T14:57:11.134" v="509"/>
          <ac:inkMkLst>
            <pc:docMk/>
            <pc:sldMk cId="1483973092" sldId="346"/>
            <ac:inkMk id="179" creationId="{B3A43615-7F47-96D6-F284-F86481E0CCA1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81" creationId="{706B3FC6-AF4E-6E2C-E2CA-825BF49413E5}"/>
          </ac:inkMkLst>
        </pc:inkChg>
        <pc:inkChg chg="add del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82" creationId="{C29D8579-F6BC-AA45-B5C7-3832B2089F29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84" creationId="{7DB1B5F9-4390-4D0C-AC56-453BA4254902}"/>
          </ac:inkMkLst>
        </pc:inkChg>
        <pc:inkChg chg="add del mod topLvl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85" creationId="{9F1D0367-AC2E-629E-9ADA-86F9B62F4F66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86" creationId="{C3CC3E6D-465E-D751-5870-D19BEEC500D2}"/>
          </ac:inkMkLst>
        </pc:inkChg>
        <pc:inkChg chg="add del mod topLvl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87" creationId="{21E72B37-0D40-E6CA-1976-307EBE25D0D4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88" creationId="{16A7E2E5-9223-992E-82A6-AA6C0AE1F769}"/>
          </ac:inkMkLst>
        </pc:inkChg>
        <pc:inkChg chg="add del mod">
          <ac:chgData name="Leônidas Müller de Oliveira" userId="5af9566427f0cd7a" providerId="LiveId" clId="{86AB097D-25F3-4527-9EFD-ACB2A68473FA}" dt="2025-05-27T00:42:22.450" v="1197" actId="478"/>
          <ac:inkMkLst>
            <pc:docMk/>
            <pc:sldMk cId="1483973092" sldId="346"/>
            <ac:inkMk id="189" creationId="{F4361962-F0B3-ED3F-B9C5-00899C810895}"/>
          </ac:inkMkLst>
        </pc:inkChg>
        <pc:inkChg chg="add del">
          <ac:chgData name="Leônidas Müller de Oliveira" userId="5af9566427f0cd7a" providerId="LiveId" clId="{86AB097D-25F3-4527-9EFD-ACB2A68473FA}" dt="2025-05-27T00:54:08.742" v="1462" actId="9405"/>
          <ac:inkMkLst>
            <pc:docMk/>
            <pc:sldMk cId="1483973092" sldId="346"/>
            <ac:inkMk id="191" creationId="{55B3992F-F6FA-7648-3489-D6A5D2751C98}"/>
          </ac:inkMkLst>
        </pc:inkChg>
      </pc:sldChg>
      <pc:sldChg chg="addSp delSp modSp add mod ord">
        <pc:chgData name="Leônidas Müller de Oliveira" userId="5af9566427f0cd7a" providerId="LiveId" clId="{86AB097D-25F3-4527-9EFD-ACB2A68473FA}" dt="2025-05-26T15:26:22.323" v="1196" actId="478"/>
        <pc:sldMkLst>
          <pc:docMk/>
          <pc:sldMk cId="3070906173" sldId="347"/>
        </pc:sldMkLst>
        <pc:grpChg chg="del mod">
          <ac:chgData name="Leônidas Müller de Oliveira" userId="5af9566427f0cd7a" providerId="LiveId" clId="{86AB097D-25F3-4527-9EFD-ACB2A68473FA}" dt="2025-05-26T15:25:12.547" v="1186"/>
          <ac:grpSpMkLst>
            <pc:docMk/>
            <pc:sldMk cId="3070906173" sldId="347"/>
            <ac:grpSpMk id="5" creationId="{E286AA06-84D2-79EF-8629-7BDD02DE5733}"/>
          </ac:grpSpMkLst>
        </pc:grpChg>
        <pc:grpChg chg="del mod">
          <ac:chgData name="Leônidas Müller de Oliveira" userId="5af9566427f0cd7a" providerId="LiveId" clId="{86AB097D-25F3-4527-9EFD-ACB2A68473FA}" dt="2025-05-26T15:25:38.064" v="1191"/>
          <ac:grpSpMkLst>
            <pc:docMk/>
            <pc:sldMk cId="3070906173" sldId="347"/>
            <ac:grpSpMk id="8" creationId="{836572C8-F10B-72FF-DB25-C2010E3108D7}"/>
          </ac:grpSpMkLst>
        </pc:grpChg>
        <pc:grpChg chg="del mod">
          <ac:chgData name="Leônidas Müller de Oliveira" userId="5af9566427f0cd7a" providerId="LiveId" clId="{86AB097D-25F3-4527-9EFD-ACB2A68473FA}" dt="2025-05-26T15:26:22.323" v="1196" actId="478"/>
          <ac:grpSpMkLst>
            <pc:docMk/>
            <pc:sldMk cId="3070906173" sldId="347"/>
            <ac:grpSpMk id="11" creationId="{F11E15E2-D634-BB80-7133-D08F1BD2C2F3}"/>
          </ac:grpSpMkLst>
        </pc:grpChg>
        <pc:grpChg chg="del mod">
          <ac:chgData name="Leônidas Müller de Oliveira" userId="5af9566427f0cd7a" providerId="LiveId" clId="{86AB097D-25F3-4527-9EFD-ACB2A68473FA}" dt="2025-05-26T15:25:39.543" v="1193"/>
          <ac:grpSpMkLst>
            <pc:docMk/>
            <pc:sldMk cId="3070906173" sldId="347"/>
            <ac:grpSpMk id="13" creationId="{59CF796C-CA49-7F7A-739E-38BA0D35176F}"/>
          </ac:grpSpMkLst>
        </pc:grpChg>
        <pc:grpChg chg="del mod">
          <ac:chgData name="Leônidas Müller de Oliveira" userId="5af9566427f0cd7a" providerId="LiveId" clId="{86AB097D-25F3-4527-9EFD-ACB2A68473FA}" dt="2025-05-26T15:26:20.545" v="1194" actId="478"/>
          <ac:grpSpMkLst>
            <pc:docMk/>
            <pc:sldMk cId="3070906173" sldId="347"/>
            <ac:grpSpMk id="15" creationId="{6B23AC93-F511-ADAD-6F81-7B70FE5DD034}"/>
          </ac:grpSpMkLst>
        </pc:grpChg>
        <pc:inkChg chg="add del">
          <ac:chgData name="Leônidas Müller de Oliveira" userId="5af9566427f0cd7a" providerId="LiveId" clId="{86AB097D-25F3-4527-9EFD-ACB2A68473FA}" dt="2025-05-26T15:26:21.679" v="1195" actId="478"/>
          <ac:inkMkLst>
            <pc:docMk/>
            <pc:sldMk cId="3070906173" sldId="347"/>
            <ac:inkMk id="2" creationId="{3F85710B-BC28-8418-E6A6-C48F3931628A}"/>
          </ac:inkMkLst>
        </pc:inkChg>
        <pc:inkChg chg="add mod">
          <ac:chgData name="Leônidas Müller de Oliveira" userId="5af9566427f0cd7a" providerId="LiveId" clId="{86AB097D-25F3-4527-9EFD-ACB2A68473FA}" dt="2025-05-26T15:25:39.543" v="1193"/>
          <ac:inkMkLst>
            <pc:docMk/>
            <pc:sldMk cId="3070906173" sldId="347"/>
            <ac:inkMk id="3" creationId="{841A36C3-A067-ECFA-6F5C-628F83B09A6C}"/>
          </ac:inkMkLst>
        </pc:inkChg>
        <pc:inkChg chg="add mod">
          <ac:chgData name="Leônidas Müller de Oliveira" userId="5af9566427f0cd7a" providerId="LiveId" clId="{86AB097D-25F3-4527-9EFD-ACB2A68473FA}" dt="2025-05-26T15:25:39.543" v="1193"/>
          <ac:inkMkLst>
            <pc:docMk/>
            <pc:sldMk cId="3070906173" sldId="347"/>
            <ac:inkMk id="4" creationId="{D9A7AEA8-2B11-CBFC-A0D0-1BEDCD2A8E6F}"/>
          </ac:inkMkLst>
        </pc:inkChg>
        <pc:inkChg chg="add mod">
          <ac:chgData name="Leônidas Müller de Oliveira" userId="5af9566427f0cd7a" providerId="LiveId" clId="{86AB097D-25F3-4527-9EFD-ACB2A68473FA}" dt="2025-05-26T15:25:39.543" v="1193"/>
          <ac:inkMkLst>
            <pc:docMk/>
            <pc:sldMk cId="3070906173" sldId="347"/>
            <ac:inkMk id="6" creationId="{A55DCC77-EA13-6303-FBE2-D74A014FD100}"/>
          </ac:inkMkLst>
        </pc:inkChg>
        <pc:inkChg chg="add mod">
          <ac:chgData name="Leônidas Müller de Oliveira" userId="5af9566427f0cd7a" providerId="LiveId" clId="{86AB097D-25F3-4527-9EFD-ACB2A68473FA}" dt="2025-05-26T15:25:17.492" v="1189"/>
          <ac:inkMkLst>
            <pc:docMk/>
            <pc:sldMk cId="3070906173" sldId="347"/>
            <ac:inkMk id="9" creationId="{7B39896B-4B5E-602A-96D1-37ED6850AA8E}"/>
          </ac:inkMkLst>
        </pc:inkChg>
        <pc:inkChg chg="add mod">
          <ac:chgData name="Leônidas Müller de Oliveira" userId="5af9566427f0cd7a" providerId="LiveId" clId="{86AB097D-25F3-4527-9EFD-ACB2A68473FA}" dt="2025-05-26T15:25:17.492" v="1189"/>
          <ac:inkMkLst>
            <pc:docMk/>
            <pc:sldMk cId="3070906173" sldId="347"/>
            <ac:inkMk id="10" creationId="{A99B5E9E-1C18-A4AD-4FF5-567DF743C25C}"/>
          </ac:inkMkLst>
        </pc:inkChg>
        <pc:inkChg chg="add mod">
          <ac:chgData name="Leônidas Müller de Oliveira" userId="5af9566427f0cd7a" providerId="LiveId" clId="{86AB097D-25F3-4527-9EFD-ACB2A68473FA}" dt="2025-05-26T15:25:39.543" v="1193"/>
          <ac:inkMkLst>
            <pc:docMk/>
            <pc:sldMk cId="3070906173" sldId="347"/>
            <ac:inkMk id="12" creationId="{076E04DF-AA85-4553-8ED5-0F887102DDF9}"/>
          </ac:inkMkLst>
        </pc:inkChg>
        <pc:inkChg chg="add mod">
          <ac:chgData name="Leônidas Müller de Oliveira" userId="5af9566427f0cd7a" providerId="LiveId" clId="{86AB097D-25F3-4527-9EFD-ACB2A68473FA}" dt="2025-05-26T15:25:39.543" v="1193"/>
          <ac:inkMkLst>
            <pc:docMk/>
            <pc:sldMk cId="3070906173" sldId="347"/>
            <ac:inkMk id="14" creationId="{B260367D-CCBE-0736-2B1D-D35087707489}"/>
          </ac:inkMkLst>
        </pc:inkChg>
      </pc:sldChg>
    </pc:docChg>
  </pc:docChgLst>
  <pc:docChgLst>
    <pc:chgData name="Leônidas Müller de Oliveira" userId="5af9566427f0cd7a" providerId="LiveId" clId="{58279E46-9DEE-48ED-9CFC-1A29DC653E87}"/>
    <pc:docChg chg="undo custSel addSld delSld modSld sldOrd">
      <pc:chgData name="Leônidas Müller de Oliveira" userId="5af9566427f0cd7a" providerId="LiveId" clId="{58279E46-9DEE-48ED-9CFC-1A29DC653E87}" dt="2025-05-24T21:23:06.748" v="700" actId="1076"/>
      <pc:docMkLst>
        <pc:docMk/>
      </pc:docMkLst>
      <pc:sldChg chg="addSp modSp mod">
        <pc:chgData name="Leônidas Müller de Oliveira" userId="5af9566427f0cd7a" providerId="LiveId" clId="{58279E46-9DEE-48ED-9CFC-1A29DC653E87}" dt="2025-05-24T21:23:06.748" v="700" actId="1076"/>
        <pc:sldMkLst>
          <pc:docMk/>
          <pc:sldMk cId="3187776213" sldId="282"/>
        </pc:sldMkLst>
        <pc:spChg chg="mod">
          <ac:chgData name="Leônidas Müller de Oliveira" userId="5af9566427f0cd7a" providerId="LiveId" clId="{58279E46-9DEE-48ED-9CFC-1A29DC653E87}" dt="2025-05-24T21:22:38.057" v="690" actId="1076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58279E46-9DEE-48ED-9CFC-1A29DC653E87}" dt="2025-05-24T21:22:17.424" v="666" actId="20577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1:22:59.896" v="697" actId="14100"/>
          <ac:spMkLst>
            <pc:docMk/>
            <pc:sldMk cId="3187776213" sldId="282"/>
            <ac:spMk id="143" creationId="{00000000-0000-0000-0000-000000000000}"/>
          </ac:spMkLst>
        </pc:spChg>
        <pc:picChg chg="add mod">
          <ac:chgData name="Leônidas Müller de Oliveira" userId="5af9566427f0cd7a" providerId="LiveId" clId="{58279E46-9DEE-48ED-9CFC-1A29DC653E87}" dt="2025-05-24T21:23:06.748" v="700" actId="1076"/>
          <ac:picMkLst>
            <pc:docMk/>
            <pc:sldMk cId="3187776213" sldId="282"/>
            <ac:picMk id="2" creationId="{1EFFEBF7-8F3E-C311-CFF7-2BFFA2BD60D4}"/>
          </ac:picMkLst>
        </pc:picChg>
      </pc:sldChg>
      <pc:sldChg chg="addSp delSp modSp mod ord">
        <pc:chgData name="Leônidas Müller de Oliveira" userId="5af9566427f0cd7a" providerId="LiveId" clId="{58279E46-9DEE-48ED-9CFC-1A29DC653E87}" dt="2025-05-24T20:50:15.936" v="67" actId="1076"/>
        <pc:sldMkLst>
          <pc:docMk/>
          <pc:sldMk cId="3283063515" sldId="283"/>
        </pc:sldMkLst>
        <pc:spChg chg="add del mod">
          <ac:chgData name="Leônidas Müller de Oliveira" userId="5af9566427f0cd7a" providerId="LiveId" clId="{58279E46-9DEE-48ED-9CFC-1A29DC653E87}" dt="2025-05-24T20:16:38.726" v="40" actId="478"/>
          <ac:spMkLst>
            <pc:docMk/>
            <pc:sldMk cId="3283063515" sldId="283"/>
            <ac:spMk id="2" creationId="{8DE5577E-A88F-F159-4E56-1CC6BC9A5C29}"/>
          </ac:spMkLst>
        </pc:spChg>
        <pc:spChg chg="add mod">
          <ac:chgData name="Leônidas Müller de Oliveira" userId="5af9566427f0cd7a" providerId="LiveId" clId="{58279E46-9DEE-48ED-9CFC-1A29DC653E87}" dt="2025-05-24T20:50:15.936" v="67" actId="1076"/>
          <ac:spMkLst>
            <pc:docMk/>
            <pc:sldMk cId="3283063515" sldId="283"/>
            <ac:spMk id="3" creationId="{516DE064-8790-F786-DD35-BB1B52114FBB}"/>
          </ac:spMkLst>
        </pc:spChg>
        <pc:spChg chg="add mod">
          <ac:chgData name="Leônidas Müller de Oliveira" userId="5af9566427f0cd7a" providerId="LiveId" clId="{58279E46-9DEE-48ED-9CFC-1A29DC653E87}" dt="2025-05-24T20:50:10.051" v="66"/>
          <ac:spMkLst>
            <pc:docMk/>
            <pc:sldMk cId="3283063515" sldId="283"/>
            <ac:spMk id="4" creationId="{0902CA44-3836-AC7B-00C7-9F401BB77A42}"/>
          </ac:spMkLst>
        </pc:spChg>
        <pc:spChg chg="mod">
          <ac:chgData name="Leônidas Müller de Oliveira" userId="5af9566427f0cd7a" providerId="LiveId" clId="{58279E46-9DEE-48ED-9CFC-1A29DC653E87}" dt="2025-05-24T20:50:06.615" v="65"/>
          <ac:spMkLst>
            <pc:docMk/>
            <pc:sldMk cId="3283063515" sldId="283"/>
            <ac:spMk id="140" creationId="{00000000-0000-0000-0000-000000000000}"/>
          </ac:spMkLst>
        </pc:spChg>
        <pc:spChg chg="del">
          <ac:chgData name="Leônidas Müller de Oliveira" userId="5af9566427f0cd7a" providerId="LiveId" clId="{58279E46-9DEE-48ED-9CFC-1A29DC653E87}" dt="2025-05-24T20:16:42.328" v="41" actId="478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0:50:15.936" v="67" actId="1076"/>
          <ac:spMkLst>
            <pc:docMk/>
            <pc:sldMk cId="3283063515" sldId="283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58279E46-9DEE-48ED-9CFC-1A29DC653E87}" dt="2025-05-24T21:12:39.260" v="426" actId="47"/>
        <pc:sldMkLst>
          <pc:docMk/>
          <pc:sldMk cId="14516376" sldId="294"/>
        </pc:sldMkLst>
        <pc:spChg chg="mod">
          <ac:chgData name="Leônidas Müller de Oliveira" userId="5af9566427f0cd7a" providerId="LiveId" clId="{58279E46-9DEE-48ED-9CFC-1A29DC653E87}" dt="2025-05-24T20:49:57.626" v="63"/>
          <ac:spMkLst>
            <pc:docMk/>
            <pc:sldMk cId="14516376" sldId="294"/>
            <ac:spMk id="142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12:32.634" v="425" actId="1076"/>
        <pc:sldMkLst>
          <pc:docMk/>
          <pc:sldMk cId="253044051" sldId="295"/>
        </pc:sldMkLst>
        <pc:spChg chg="add del mod">
          <ac:chgData name="Leônidas Müller de Oliveira" userId="5af9566427f0cd7a" providerId="LiveId" clId="{58279E46-9DEE-48ED-9CFC-1A29DC653E87}" dt="2025-05-24T21:09:15.343" v="370" actId="478"/>
          <ac:spMkLst>
            <pc:docMk/>
            <pc:sldMk cId="253044051" sldId="295"/>
            <ac:spMk id="2" creationId="{C1B47BD5-1850-14A5-CC6E-D793156BF973}"/>
          </ac:spMkLst>
        </pc:spChg>
        <pc:spChg chg="mod">
          <ac:chgData name="Leônidas Müller de Oliveira" userId="5af9566427f0cd7a" providerId="LiveId" clId="{58279E46-9DEE-48ED-9CFC-1A29DC653E87}" dt="2025-05-24T20:52:34.195" v="83" actId="20577"/>
          <ac:spMkLst>
            <pc:docMk/>
            <pc:sldMk cId="253044051" sldId="295"/>
            <ac:spMk id="3" creationId="{516DE064-8790-F786-DD35-BB1B52114FBB}"/>
          </ac:spMkLst>
        </pc:spChg>
        <pc:spChg chg="del mod">
          <ac:chgData name="Leônidas Müller de Oliveira" userId="5af9566427f0cd7a" providerId="LiveId" clId="{58279E46-9DEE-48ED-9CFC-1A29DC653E87}" dt="2025-05-24T20:53:15.450" v="122" actId="478"/>
          <ac:spMkLst>
            <pc:docMk/>
            <pc:sldMk cId="253044051" sldId="295"/>
            <ac:spMk id="4" creationId="{0902CA44-3836-AC7B-00C7-9F401BB77A42}"/>
          </ac:spMkLst>
        </pc:spChg>
        <pc:spChg chg="add mod">
          <ac:chgData name="Leônidas Müller de Oliveira" userId="5af9566427f0cd7a" providerId="LiveId" clId="{58279E46-9DEE-48ED-9CFC-1A29DC653E87}" dt="2025-05-24T21:12:32.634" v="425" actId="1076"/>
          <ac:spMkLst>
            <pc:docMk/>
            <pc:sldMk cId="253044051" sldId="295"/>
            <ac:spMk id="5" creationId="{DD6E867D-A8CD-3B18-2109-4D0F6524F7EC}"/>
          </ac:spMkLst>
        </pc:spChg>
        <pc:spChg chg="mod">
          <ac:chgData name="Leônidas Müller de Oliveira" userId="5af9566427f0cd7a" providerId="LiveId" clId="{58279E46-9DEE-48ED-9CFC-1A29DC653E87}" dt="2025-05-24T20:59:04.491" v="315" actId="14100"/>
          <ac:spMkLst>
            <pc:docMk/>
            <pc:sldMk cId="253044051" sldId="295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17:04.773" v="530" actId="478"/>
        <pc:sldMkLst>
          <pc:docMk/>
          <pc:sldMk cId="1222361712" sldId="296"/>
        </pc:sldMkLst>
        <pc:spChg chg="add del mod">
          <ac:chgData name="Leônidas Müller de Oliveira" userId="5af9566427f0cd7a" providerId="LiveId" clId="{58279E46-9DEE-48ED-9CFC-1A29DC653E87}" dt="2025-05-24T21:06:02.622" v="365" actId="478"/>
          <ac:spMkLst>
            <pc:docMk/>
            <pc:sldMk cId="1222361712" sldId="296"/>
            <ac:spMk id="2" creationId="{7AD14988-B0AD-7E1E-AE50-0C39ECF051E9}"/>
          </ac:spMkLst>
        </pc:spChg>
        <pc:spChg chg="mod">
          <ac:chgData name="Leônidas Müller de Oliveira" userId="5af9566427f0cd7a" providerId="LiveId" clId="{58279E46-9DEE-48ED-9CFC-1A29DC653E87}" dt="2025-05-24T20:54:12.686" v="141" actId="20577"/>
          <ac:spMkLst>
            <pc:docMk/>
            <pc:sldMk cId="1222361712" sldId="296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0:53:18.496" v="123" actId="478"/>
          <ac:spMkLst>
            <pc:docMk/>
            <pc:sldMk cId="1222361712" sldId="296"/>
            <ac:spMk id="4" creationId="{0902CA44-3836-AC7B-00C7-9F401BB77A42}"/>
          </ac:spMkLst>
        </pc:spChg>
        <pc:spChg chg="add del mod">
          <ac:chgData name="Leônidas Müller de Oliveira" userId="5af9566427f0cd7a" providerId="LiveId" clId="{58279E46-9DEE-48ED-9CFC-1A29DC653E87}" dt="2025-05-24T21:12:05.892" v="423" actId="478"/>
          <ac:spMkLst>
            <pc:docMk/>
            <pc:sldMk cId="1222361712" sldId="296"/>
            <ac:spMk id="5" creationId="{7371F974-D759-AF97-47D4-187FB21637D8}"/>
          </ac:spMkLst>
        </pc:spChg>
        <pc:spChg chg="add del mod">
          <ac:chgData name="Leônidas Müller de Oliveira" userId="5af9566427f0cd7a" providerId="LiveId" clId="{58279E46-9DEE-48ED-9CFC-1A29DC653E87}" dt="2025-05-24T21:12:44.750" v="427" actId="478"/>
          <ac:spMkLst>
            <pc:docMk/>
            <pc:sldMk cId="1222361712" sldId="296"/>
            <ac:spMk id="6" creationId="{5040266B-D4D6-7492-DA84-6B1857E19596}"/>
          </ac:spMkLst>
        </pc:spChg>
        <pc:spChg chg="add del mod">
          <ac:chgData name="Leônidas Müller de Oliveira" userId="5af9566427f0cd7a" providerId="LiveId" clId="{58279E46-9DEE-48ED-9CFC-1A29DC653E87}" dt="2025-05-24T21:17:04.773" v="530" actId="478"/>
          <ac:spMkLst>
            <pc:docMk/>
            <pc:sldMk cId="1222361712" sldId="296"/>
            <ac:spMk id="7" creationId="{97E78AB9-857F-D6BD-84B2-2690C32336CD}"/>
          </ac:spMkLst>
        </pc:spChg>
        <pc:spChg chg="mod">
          <ac:chgData name="Leônidas Müller de Oliveira" userId="5af9566427f0cd7a" providerId="LiveId" clId="{58279E46-9DEE-48ED-9CFC-1A29DC653E87}" dt="2025-05-24T20:55:01.699" v="146" actId="1076"/>
          <ac:spMkLst>
            <pc:docMk/>
            <pc:sldMk cId="1222361712" sldId="296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00:57.383" v="353" actId="1076"/>
        <pc:sldMkLst>
          <pc:docMk/>
          <pc:sldMk cId="3708159361" sldId="297"/>
        </pc:sldMkLst>
        <pc:spChg chg="del">
          <ac:chgData name="Leônidas Müller de Oliveira" userId="5af9566427f0cd7a" providerId="LiveId" clId="{58279E46-9DEE-48ED-9CFC-1A29DC653E87}" dt="2025-05-24T20:59:50.655" v="318" actId="478"/>
          <ac:spMkLst>
            <pc:docMk/>
            <pc:sldMk cId="3708159361" sldId="297"/>
            <ac:spMk id="2" creationId="{C1B47BD5-1850-14A5-CC6E-D793156BF973}"/>
          </ac:spMkLst>
        </pc:spChg>
        <pc:spChg chg="mod">
          <ac:chgData name="Leônidas Müller de Oliveira" userId="5af9566427f0cd7a" providerId="LiveId" clId="{58279E46-9DEE-48ED-9CFC-1A29DC653E87}" dt="2025-05-24T21:00:55.319" v="352" actId="20577"/>
          <ac:spMkLst>
            <pc:docMk/>
            <pc:sldMk cId="3708159361" sldId="297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0:59:59.475" v="335" actId="478"/>
          <ac:spMkLst>
            <pc:docMk/>
            <pc:sldMk cId="3708159361" sldId="297"/>
            <ac:spMk id="143" creationId="{00000000-0000-0000-0000-000000000000}"/>
          </ac:spMkLst>
        </pc:spChg>
        <pc:picChg chg="add del mod">
          <ac:chgData name="Leônidas Müller de Oliveira" userId="5af9566427f0cd7a" providerId="LiveId" clId="{58279E46-9DEE-48ED-9CFC-1A29DC653E87}" dt="2025-05-24T21:00:44.441" v="341" actId="478"/>
          <ac:picMkLst>
            <pc:docMk/>
            <pc:sldMk cId="3708159361" sldId="297"/>
            <ac:picMk id="5" creationId="{77C86FB3-F67E-0BC5-D594-B3E8CD6C5347}"/>
          </ac:picMkLst>
        </pc:picChg>
        <pc:picChg chg="add mod">
          <ac:chgData name="Leônidas Müller de Oliveira" userId="5af9566427f0cd7a" providerId="LiveId" clId="{58279E46-9DEE-48ED-9CFC-1A29DC653E87}" dt="2025-05-24T21:00:57.383" v="353" actId="1076"/>
          <ac:picMkLst>
            <pc:docMk/>
            <pc:sldMk cId="3708159361" sldId="297"/>
            <ac:picMk id="7" creationId="{E0E1E1AE-D06A-8FE6-7052-687897172428}"/>
          </ac:picMkLst>
        </pc:picChg>
      </pc:sldChg>
      <pc:sldChg chg="add">
        <pc:chgData name="Leônidas Müller de Oliveira" userId="5af9566427f0cd7a" providerId="LiveId" clId="{58279E46-9DEE-48ED-9CFC-1A29DC653E87}" dt="2025-05-24T21:00:42.468" v="340" actId="2890"/>
        <pc:sldMkLst>
          <pc:docMk/>
          <pc:sldMk cId="1068881733" sldId="298"/>
        </pc:sldMkLst>
      </pc:sldChg>
      <pc:sldChg chg="addSp delSp modSp add mod">
        <pc:chgData name="Leônidas Müller de Oliveira" userId="5af9566427f0cd7a" providerId="LiveId" clId="{58279E46-9DEE-48ED-9CFC-1A29DC653E87}" dt="2025-05-24T21:01:55.699" v="364" actId="1076"/>
        <pc:sldMkLst>
          <pc:docMk/>
          <pc:sldMk cId="441636794" sldId="299"/>
        </pc:sldMkLst>
        <pc:spChg chg="mod">
          <ac:chgData name="Leônidas Müller de Oliveira" userId="5af9566427f0cd7a" providerId="LiveId" clId="{58279E46-9DEE-48ED-9CFC-1A29DC653E87}" dt="2025-05-24T21:01:46.557" v="360" actId="20577"/>
          <ac:spMkLst>
            <pc:docMk/>
            <pc:sldMk cId="441636794" sldId="299"/>
            <ac:spMk id="3" creationId="{516DE064-8790-F786-DD35-BB1B52114FBB}"/>
          </ac:spMkLst>
        </pc:spChg>
        <pc:picChg chg="add mod">
          <ac:chgData name="Leônidas Müller de Oliveira" userId="5af9566427f0cd7a" providerId="LiveId" clId="{58279E46-9DEE-48ED-9CFC-1A29DC653E87}" dt="2025-05-24T21:01:55.699" v="364" actId="1076"/>
          <ac:picMkLst>
            <pc:docMk/>
            <pc:sldMk cId="441636794" sldId="299"/>
            <ac:picMk id="4" creationId="{248446B5-F8A6-6E8C-1039-E3763CBC22F4}"/>
          </ac:picMkLst>
        </pc:picChg>
        <pc:picChg chg="del">
          <ac:chgData name="Leônidas Müller de Oliveira" userId="5af9566427f0cd7a" providerId="LiveId" clId="{58279E46-9DEE-48ED-9CFC-1A29DC653E87}" dt="2025-05-24T21:01:48.273" v="361" actId="478"/>
          <ac:picMkLst>
            <pc:docMk/>
            <pc:sldMk cId="441636794" sldId="299"/>
            <ac:picMk id="5" creationId="{77C86FB3-F67E-0BC5-D594-B3E8CD6C5347}"/>
          </ac:picMkLst>
        </pc:picChg>
      </pc:sldChg>
      <pc:sldChg chg="modSp add mod">
        <pc:chgData name="Leônidas Müller de Oliveira" userId="5af9566427f0cd7a" providerId="LiveId" clId="{58279E46-9DEE-48ED-9CFC-1A29DC653E87}" dt="2025-05-24T21:18:56.461" v="583" actId="20577"/>
        <pc:sldMkLst>
          <pc:docMk/>
          <pc:sldMk cId="536045490" sldId="300"/>
        </pc:sldMkLst>
        <pc:spChg chg="mod">
          <ac:chgData name="Leônidas Müller de Oliveira" userId="5af9566427f0cd7a" providerId="LiveId" clId="{58279E46-9DEE-48ED-9CFC-1A29DC653E87}" dt="2025-05-24T21:17:21.675" v="564" actId="20577"/>
          <ac:spMkLst>
            <pc:docMk/>
            <pc:sldMk cId="536045490" sldId="300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18:56.461" v="583" actId="20577"/>
          <ac:spMkLst>
            <pc:docMk/>
            <pc:sldMk cId="536045490" sldId="300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58279E46-9DEE-48ED-9CFC-1A29DC653E87}" dt="2025-05-24T21:20:06.807" v="620" actId="1076"/>
        <pc:sldMkLst>
          <pc:docMk/>
          <pc:sldMk cId="962331060" sldId="301"/>
        </pc:sldMkLst>
        <pc:spChg chg="mod">
          <ac:chgData name="Leônidas Müller de Oliveira" userId="5af9566427f0cd7a" providerId="LiveId" clId="{58279E46-9DEE-48ED-9CFC-1A29DC653E87}" dt="2025-05-24T21:19:20.035" v="609" actId="20577"/>
          <ac:spMkLst>
            <pc:docMk/>
            <pc:sldMk cId="962331060" sldId="301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20:06.807" v="620" actId="1076"/>
          <ac:spMkLst>
            <pc:docMk/>
            <pc:sldMk cId="962331060" sldId="301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58279E46-9DEE-48ED-9CFC-1A29DC653E87}" dt="2025-05-24T21:21:07.366" v="644" actId="20577"/>
        <pc:sldMkLst>
          <pc:docMk/>
          <pc:sldMk cId="2800828381" sldId="302"/>
        </pc:sldMkLst>
        <pc:spChg chg="mod">
          <ac:chgData name="Leônidas Müller de Oliveira" userId="5af9566427f0cd7a" providerId="LiveId" clId="{58279E46-9DEE-48ED-9CFC-1A29DC653E87}" dt="2025-05-24T21:20:36.110" v="628" actId="20577"/>
          <ac:spMkLst>
            <pc:docMk/>
            <pc:sldMk cId="2800828381" sldId="302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21:07.366" v="644" actId="20577"/>
          <ac:spMkLst>
            <pc:docMk/>
            <pc:sldMk cId="2800828381" sldId="302"/>
            <ac:spMk id="143" creationId="{00000000-0000-0000-0000-000000000000}"/>
          </ac:spMkLst>
        </pc:sp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A80AA9EE-3710-4EE1-8CCF-9C58DF61A99A}"/>
    <pc:docChg chg="undo custSel addSld delSld modSld sldOrd">
      <pc:chgData name="Leônidas Müller de Oliveira" userId="5af9566427f0cd7a" providerId="LiveId" clId="{A80AA9EE-3710-4EE1-8CCF-9C58DF61A99A}" dt="2025-05-23T13:57:32.529" v="2830" actId="20577"/>
      <pc:docMkLst>
        <pc:docMk/>
      </pc:docMkLst>
      <pc:sldChg chg="delSp modSp mod">
        <pc:chgData name="Leônidas Müller de Oliveira" userId="5af9566427f0cd7a" providerId="LiveId" clId="{A80AA9EE-3710-4EE1-8CCF-9C58DF61A99A}" dt="2025-05-22T13:28:29.170" v="312" actId="478"/>
        <pc:sldMkLst>
          <pc:docMk/>
          <pc:sldMk cId="0" sldId="257"/>
        </pc:sldMkLst>
        <pc:spChg chg="mod">
          <ac:chgData name="Leônidas Müller de Oliveira" userId="5af9566427f0cd7a" providerId="LiveId" clId="{A80AA9EE-3710-4EE1-8CCF-9C58DF61A99A}" dt="2025-05-18T22:48:08.416" v="19" actId="20577"/>
          <ac:spMkLst>
            <pc:docMk/>
            <pc:sldMk cId="0" sldId="257"/>
            <ac:spMk id="66" creationId="{00000000-0000-0000-0000-000000000000}"/>
          </ac:spMkLst>
        </pc:spChg>
        <pc:spChg chg="del mod">
          <ac:chgData name="Leônidas Müller de Oliveira" userId="5af9566427f0cd7a" providerId="LiveId" clId="{A80AA9EE-3710-4EE1-8CCF-9C58DF61A99A}" dt="2025-05-22T13:28:29.170" v="312" actId="478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ord">
        <pc:chgData name="Leônidas Müller de Oliveira" userId="5af9566427f0cd7a" providerId="LiveId" clId="{A80AA9EE-3710-4EE1-8CCF-9C58DF61A99A}" dt="2025-05-23T13:26:00.811" v="2584"/>
        <pc:sldMkLst>
          <pc:docMk/>
          <pc:sldMk cId="0" sldId="262"/>
        </pc:sldMkLst>
        <pc:spChg chg="add mod">
          <ac:chgData name="Leônidas Müller de Oliveira" userId="5af9566427f0cd7a" providerId="LiveId" clId="{A80AA9EE-3710-4EE1-8CCF-9C58DF61A99A}" dt="2025-05-22T19:45:28.428" v="2367" actId="20577"/>
          <ac:spMkLst>
            <pc:docMk/>
            <pc:sldMk cId="0" sldId="262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8:32:36.994" v="1719" actId="20577"/>
          <ac:spMkLst>
            <pc:docMk/>
            <pc:sldMk cId="0" sldId="262"/>
            <ac:spMk id="141" creationId="{00000000-0000-0000-0000-000000000000}"/>
          </ac:spMkLst>
        </pc:spChg>
        <pc:spChg chg="del">
          <ac:chgData name="Leônidas Müller de Oliveira" userId="5af9566427f0cd7a" providerId="LiveId" clId="{A80AA9EE-3710-4EE1-8CCF-9C58DF61A99A}" dt="2025-05-18T22:49:30.879" v="8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5:22.964" v="2358" actId="14100"/>
          <ac:spMkLst>
            <pc:docMk/>
            <pc:sldMk cId="0" sldId="262"/>
            <ac:spMk id="143" creationId="{00000000-0000-0000-0000-000000000000}"/>
          </ac:spMkLst>
        </pc:spChg>
      </pc:sldChg>
      <pc:sldChg chg="delSp modSp mod">
        <pc:chgData name="Leônidas Müller de Oliveira" userId="5af9566427f0cd7a" providerId="LiveId" clId="{A80AA9EE-3710-4EE1-8CCF-9C58DF61A99A}" dt="2025-05-22T18:23:47.640" v="1708" actId="5793"/>
        <pc:sldMkLst>
          <pc:docMk/>
          <pc:sldMk cId="3187776213" sldId="282"/>
        </pc:sldMkLst>
        <pc:spChg chg="mod">
          <ac:chgData name="Leônidas Müller de Oliveira" userId="5af9566427f0cd7a" providerId="LiveId" clId="{A80AA9EE-3710-4EE1-8CCF-9C58DF61A99A}" dt="2025-05-22T18:22:27.432" v="1690" actId="20577"/>
          <ac:spMkLst>
            <pc:docMk/>
            <pc:sldMk cId="3187776213" sldId="282"/>
            <ac:spMk id="7" creationId="{FD65234F-CE76-4586-9D67-44EDBAE0C0F0}"/>
          </ac:spMkLst>
        </pc:spChg>
        <pc:spChg chg="del">
          <ac:chgData name="Leônidas Müller de Oliveira" userId="5af9566427f0cd7a" providerId="LiveId" clId="{A80AA9EE-3710-4EE1-8CCF-9C58DF61A99A}" dt="2025-05-18T22:48:41.967" v="73" actId="478"/>
          <ac:spMkLst>
            <pc:docMk/>
            <pc:sldMk cId="3187776213" sldId="282"/>
            <ac:spMk id="8" creationId="{62CAAAAD-2D0D-416A-A598-DBBFD5C0667F}"/>
          </ac:spMkLst>
        </pc:spChg>
        <pc:spChg chg="del">
          <ac:chgData name="Leônidas Müller de Oliveira" userId="5af9566427f0cd7a" providerId="LiveId" clId="{A80AA9EE-3710-4EE1-8CCF-9C58DF61A99A}" dt="2025-05-18T22:48:43.180" v="74" actId="478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A80AA9EE-3710-4EE1-8CCF-9C58DF61A99A}" dt="2025-05-22T18:22:10.065" v="1670" actId="404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8:23:47.640" v="1708" actId="5793"/>
          <ac:spMkLst>
            <pc:docMk/>
            <pc:sldMk cId="3187776213" sldId="28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5:02:42.096" v="470" actId="6549"/>
        <pc:sldMkLst>
          <pc:docMk/>
          <pc:sldMk cId="3283063515" sldId="283"/>
        </pc:sldMkLst>
        <pc:spChg chg="mod">
          <ac:chgData name="Leônidas Müller de Oliveira" userId="5af9566427f0cd7a" providerId="LiveId" clId="{A80AA9EE-3710-4EE1-8CCF-9C58DF61A99A}" dt="2025-05-22T15:01:26.532" v="319" actId="20577"/>
          <ac:spMkLst>
            <pc:docMk/>
            <pc:sldMk cId="3283063515" sldId="283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1:57.037" v="403" actId="20577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2:42.096" v="470" actId="6549"/>
          <ac:spMkLst>
            <pc:docMk/>
            <pc:sldMk cId="3283063515" sldId="283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57:32.529" v="2830" actId="20577"/>
        <pc:sldMkLst>
          <pc:docMk/>
          <pc:sldMk cId="1223144774" sldId="284"/>
        </pc:sldMkLst>
        <pc:spChg chg="mod">
          <ac:chgData name="Leônidas Müller de Oliveira" userId="5af9566427f0cd7a" providerId="LiveId" clId="{A80AA9EE-3710-4EE1-8CCF-9C58DF61A99A}" dt="2025-05-22T15:02:54.999" v="473" actId="6549"/>
          <ac:spMkLst>
            <pc:docMk/>
            <pc:sldMk cId="1223144774" sldId="284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3:06.213" v="511" actId="20577"/>
          <ac:spMkLst>
            <pc:docMk/>
            <pc:sldMk cId="1223144774" sldId="284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3T13:57:32.529" v="2830" actId="20577"/>
          <ac:spMkLst>
            <pc:docMk/>
            <pc:sldMk cId="1223144774" sldId="284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27:56.790" v="1180" actId="20577"/>
        <pc:sldMkLst>
          <pc:docMk/>
          <pc:sldMk cId="3454911189" sldId="285"/>
        </pc:sldMkLst>
        <pc:spChg chg="mod">
          <ac:chgData name="Leônidas Müller de Oliveira" userId="5af9566427f0cd7a" providerId="LiveId" clId="{A80AA9EE-3710-4EE1-8CCF-9C58DF61A99A}" dt="2025-05-22T16:57:15.189" v="783" actId="6549"/>
          <ac:spMkLst>
            <pc:docMk/>
            <pc:sldMk cId="3454911189" sldId="285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6:57:39.225" v="785" actId="313"/>
          <ac:spMkLst>
            <pc:docMk/>
            <pc:sldMk cId="3454911189" sldId="285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27:56.790" v="1180" actId="20577"/>
          <ac:spMkLst>
            <pc:docMk/>
            <pc:sldMk cId="3454911189" sldId="285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34:34.275" v="1414" actId="20577"/>
        <pc:sldMkLst>
          <pc:docMk/>
          <pc:sldMk cId="858716699" sldId="286"/>
        </pc:sldMkLst>
        <pc:spChg chg="mod">
          <ac:chgData name="Leônidas Müller de Oliveira" userId="5af9566427f0cd7a" providerId="LiveId" clId="{A80AA9EE-3710-4EE1-8CCF-9C58DF61A99A}" dt="2025-05-22T17:18:11.115" v="804" actId="6549"/>
          <ac:spMkLst>
            <pc:docMk/>
            <pc:sldMk cId="858716699" sldId="286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0:57.713" v="1258" actId="6549"/>
          <ac:spMkLst>
            <pc:docMk/>
            <pc:sldMk cId="858716699" sldId="286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4:34.275" v="1414" actId="20577"/>
          <ac:spMkLst>
            <pc:docMk/>
            <pc:sldMk cId="858716699" sldId="286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A80AA9EE-3710-4EE1-8CCF-9C58DF61A99A}" dt="2025-05-22T17:27:59.849" v="1181" actId="47"/>
        <pc:sldMkLst>
          <pc:docMk/>
          <pc:sldMk cId="768941103" sldId="287"/>
        </pc:sldMkLst>
        <pc:spChg chg="mod">
          <ac:chgData name="Leônidas Müller de Oliveira" userId="5af9566427f0cd7a" providerId="LiveId" clId="{A80AA9EE-3710-4EE1-8CCF-9C58DF61A99A}" dt="2025-05-22T17:20:55.011" v="876" actId="6549"/>
          <ac:spMkLst>
            <pc:docMk/>
            <pc:sldMk cId="768941103" sldId="287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43:01.303" v="1643" actId="313"/>
        <pc:sldMkLst>
          <pc:docMk/>
          <pc:sldMk cId="2449695710" sldId="288"/>
        </pc:sldMkLst>
        <pc:spChg chg="mod">
          <ac:chgData name="Leônidas Müller de Oliveira" userId="5af9566427f0cd7a" providerId="LiveId" clId="{A80AA9EE-3710-4EE1-8CCF-9C58DF61A99A}" dt="2025-05-22T17:18:21.968" v="813" actId="6549"/>
          <ac:spMkLst>
            <pc:docMk/>
            <pc:sldMk cId="2449695710" sldId="288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8:57.083" v="1446" actId="20577"/>
          <ac:spMkLst>
            <pc:docMk/>
            <pc:sldMk cId="2449695710" sldId="288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43:01.303" v="1643" actId="313"/>
          <ac:spMkLst>
            <pc:docMk/>
            <pc:sldMk cId="2449695710" sldId="288"/>
            <ac:spMk id="143" creationId="{00000000-0000-0000-0000-000000000000}"/>
          </ac:spMkLst>
        </pc:spChg>
      </pc:sldChg>
      <pc:sldChg chg="modSp add mod ord">
        <pc:chgData name="Leônidas Müller de Oliveira" userId="5af9566427f0cd7a" providerId="LiveId" clId="{A80AA9EE-3710-4EE1-8CCF-9C58DF61A99A}" dt="2025-05-23T13:25:19.006" v="2582" actId="5793"/>
        <pc:sldMkLst>
          <pc:docMk/>
          <pc:sldMk cId="3380683963" sldId="289"/>
        </pc:sldMkLst>
        <pc:spChg chg="mod">
          <ac:chgData name="Leônidas Müller de Oliveira" userId="5af9566427f0cd7a" providerId="LiveId" clId="{A80AA9EE-3710-4EE1-8CCF-9C58DF61A99A}" dt="2025-05-23T13:25:19.006" v="2582" actId="5793"/>
          <ac:spMkLst>
            <pc:docMk/>
            <pc:sldMk cId="3380683963" sldId="289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A80AA9EE-3710-4EE1-8CCF-9C58DF61A99A}" dt="2025-05-22T19:10:46.782" v="2154" actId="47"/>
        <pc:sldMkLst>
          <pc:docMk/>
          <pc:sldMk cId="2666968473" sldId="290"/>
        </pc:sldMkLst>
      </pc:sldChg>
      <pc:sldChg chg="modSp add mod ord">
        <pc:chgData name="Leônidas Müller de Oliveira" userId="5af9566427f0cd7a" providerId="LiveId" clId="{A80AA9EE-3710-4EE1-8CCF-9C58DF61A99A}" dt="2025-05-22T19:11:41.512" v="2260" actId="20577"/>
        <pc:sldMkLst>
          <pc:docMk/>
          <pc:sldMk cId="1162287814" sldId="291"/>
        </pc:sldMkLst>
        <pc:spChg chg="mod">
          <ac:chgData name="Leônidas Müller de Oliveira" userId="5af9566427f0cd7a" providerId="LiveId" clId="{A80AA9EE-3710-4EE1-8CCF-9C58DF61A99A}" dt="2025-05-22T19:10:57.569" v="2184" actId="20577"/>
          <ac:spMkLst>
            <pc:docMk/>
            <pc:sldMk cId="1162287814" sldId="291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9:11:41.512" v="2260" actId="20577"/>
          <ac:spMkLst>
            <pc:docMk/>
            <pc:sldMk cId="1162287814" sldId="291"/>
            <ac:spMk id="143" creationId="{00000000-0000-0000-0000-000000000000}"/>
          </ac:spMkLst>
        </pc:spChg>
      </pc:sldChg>
      <pc:sldChg chg="delSp modSp add mod">
        <pc:chgData name="Leônidas Müller de Oliveira" userId="5af9566427f0cd7a" providerId="LiveId" clId="{A80AA9EE-3710-4EE1-8CCF-9C58DF61A99A}" dt="2025-05-22T19:54:03.330" v="2546" actId="6549"/>
        <pc:sldMkLst>
          <pc:docMk/>
          <pc:sldMk cId="4250600602" sldId="292"/>
        </pc:sldMkLst>
        <pc:spChg chg="del">
          <ac:chgData name="Leônidas Müller de Oliveira" userId="5af9566427f0cd7a" providerId="LiveId" clId="{A80AA9EE-3710-4EE1-8CCF-9C58DF61A99A}" dt="2025-05-22T19:51:50.117" v="2380" actId="478"/>
          <ac:spMkLst>
            <pc:docMk/>
            <pc:sldMk cId="4250600602" sldId="292"/>
            <ac:spMk id="7" creationId="{FD65234F-CE76-4586-9D67-44EDBAE0C0F0}"/>
          </ac:spMkLst>
        </pc:spChg>
        <pc:spChg chg="mod">
          <ac:chgData name="Leônidas Müller de Oliveira" userId="5af9566427f0cd7a" providerId="LiveId" clId="{A80AA9EE-3710-4EE1-8CCF-9C58DF61A99A}" dt="2025-05-22T19:52:14.229" v="2396" actId="14100"/>
          <ac:spMkLst>
            <pc:docMk/>
            <pc:sldMk cId="4250600602" sldId="292"/>
            <ac:spMk id="140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6:04.534" v="2376" actId="20577"/>
          <ac:spMkLst>
            <pc:docMk/>
            <pc:sldMk cId="4250600602" sldId="29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54:03.330" v="2546" actId="6549"/>
          <ac:spMkLst>
            <pc:docMk/>
            <pc:sldMk cId="4250600602" sldId="29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27:44.475" v="2786" actId="20577"/>
        <pc:sldMkLst>
          <pc:docMk/>
          <pc:sldMk cId="630394464" sldId="293"/>
        </pc:sldMkLst>
        <pc:spChg chg="mod">
          <ac:chgData name="Leônidas Müller de Oliveira" userId="5af9566427f0cd7a" providerId="LiveId" clId="{A80AA9EE-3710-4EE1-8CCF-9C58DF61A99A}" dt="2025-05-23T13:27:44.475" v="2786" actId="20577"/>
          <ac:spMkLst>
            <pc:docMk/>
            <pc:sldMk cId="630394464" sldId="293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3T13:27:34.053" v="2763" actId="20577"/>
          <ac:spMkLst>
            <pc:docMk/>
            <pc:sldMk cId="630394464" sldId="293"/>
            <ac:spMk id="143" creationId="{00000000-0000-0000-0000-000000000000}"/>
          </ac:spMkLst>
        </pc:sp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72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1027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378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422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142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87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1555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084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659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530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877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4459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4647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5" y="1779572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ESTRUTURAS METÁLICAS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381268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Se a edificação for totalmente impermeável ao ar, a pressão no interior desta será invariável no tempo e independente da corrente de ar externa.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Porém, usualmente as paredes e/ou a cobertura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de edificações consideradas como fechadas, em condições normais de serviço ou em consequência de acidentes, permitem a passagem de ar, modificando-se as condições ideais supostas nos ensaios.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Enquanto a permeabilidade não ultrapassar os limites indicados nessa subseção, pode ser admitido que a pressão externa não é modificada pela permeabilidade, devendo a pressão interna ser calculada de acordo com as especificações a seguir.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</p:spTree>
    <p:extLst>
      <p:ext uri="{BB962C8B-B14F-4D97-AF65-F5344CB8AC3E}">
        <p14:creationId xmlns:p14="http://schemas.microsoft.com/office/powerpoint/2010/main" val="318777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98641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Portanto: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q .A . (Ce - Ci)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Ce é o coeficiente de forma externo: Ce = Fe / (q A)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Ci é o coeficiente de forma interno: Ci = Fi / (q A)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Coeficientes de pressão</a:t>
            </a:r>
          </a:p>
        </p:txBody>
      </p:sp>
    </p:spTree>
    <p:extLst>
      <p:ext uri="{BB962C8B-B14F-4D97-AF65-F5344CB8AC3E}">
        <p14:creationId xmlns:p14="http://schemas.microsoft.com/office/powerpoint/2010/main" val="273675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98641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Os valores positivos dos coeficientes de forma externo e interno correspondem a sobrepressões e os valores negativos correspondem a sucções.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Um valor positivo para F indica que essa força atua para o interior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Um valor negativo indica que essa força atua para o exterior da edificação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Coeficientes de pressão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80A19B3-42B3-9621-9B0B-F8AB5BD6AB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41" b="1"/>
          <a:stretch/>
        </p:blipFill>
        <p:spPr>
          <a:xfrm>
            <a:off x="3825875" y="3047999"/>
            <a:ext cx="2276793" cy="145613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687C229-C617-7C98-5391-FB1D108F03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58"/>
          <a:stretch/>
        </p:blipFill>
        <p:spPr>
          <a:xfrm>
            <a:off x="6240879" y="3068780"/>
            <a:ext cx="2314898" cy="145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7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457468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 os fins desta Norma, são considerados impermeáveis os seguintes elementos construtivos e vedações: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Lajes e cortinas de concreto armado ou protendido; paredes de alvenaria de pedra, de tijolos, de blocos de concreto e afins, sem portas, janelas ou quaisquer outras aberturas.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Os demais elementos construtivos ou vedações são considerados permeáveis.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permeabilidade deve-se à presença de aberturas como: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Juntas entre painéis de vedação e entre telhas, frestas em portas e janelas, ventilações em telhas e telhados, vãos abertos de portas e janelas, chaminés, lanternins, etc.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</p:spTree>
    <p:extLst>
      <p:ext uri="{BB962C8B-B14F-4D97-AF65-F5344CB8AC3E}">
        <p14:creationId xmlns:p14="http://schemas.microsoft.com/office/powerpoint/2010/main" val="232982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457468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Aberturas na cobertura influirão nos esforços sobre as paredes nos casos de forro permeável (porosidade natural, alçapões, caixas de luz não estanques etc.) ou inexistente.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Em caso de forro estanque, estas aberturas vão interessar somente ao estudo da estrutura do telhado, seus suportes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 sua cobertura, bem como ao estudo do próprio forro.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</p:spTree>
    <p:extLst>
      <p:ext uri="{BB962C8B-B14F-4D97-AF65-F5344CB8AC3E}">
        <p14:creationId xmlns:p14="http://schemas.microsoft.com/office/powerpoint/2010/main" val="4134872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457468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valor de c</a:t>
            </a:r>
            <a:r>
              <a:rPr lang="pt-BR" sz="12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pi</a:t>
            </a: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pode ser limitado ou controlado vantajosamente por uma distribuição deliberada de permeabilidade nas paredes e cobertura, ou por um dispositivo de ventilação que atue como uma abertura dominante em uma posição com um valor adequado de pressão externa.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Alguns exemplos destes dispositivos são os seguintes: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 a) cumeeiras com ventilação em telhados submetidos a sucções para todas as orientações do vento, causando uma redução da força ascensional sobre o telhado;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 b) aberturas permanentes nas paredes paralelas à direção do vento e situadas próximas às bordas de barlavento (zonas de altas sucções externas), causando uma redução considerável da força ascensional sobre o telhado.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</p:spTree>
    <p:extLst>
      <p:ext uri="{BB962C8B-B14F-4D97-AF65-F5344CB8AC3E}">
        <p14:creationId xmlns:p14="http://schemas.microsoft.com/office/powerpoint/2010/main" val="378125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457468"/>
            <a:ext cx="4697525" cy="1701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 a) Duas faces opostas igualmente permeáveis; as outras faces impermeáveis: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— vento perpendicular a uma face permeável: cpi = +0,2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— vento perpendicular a uma face impermeável: cpi = -0,3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 b) Quatro faces igualmente permeáveis: cpi = -0,3 ou 0 (considerar o valor mais nocivo).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</p:spTree>
    <p:extLst>
      <p:ext uri="{BB962C8B-B14F-4D97-AF65-F5344CB8AC3E}">
        <p14:creationId xmlns:p14="http://schemas.microsoft.com/office/powerpoint/2010/main" val="2256507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457468"/>
            <a:ext cx="4697525" cy="161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 c) Abertura dominante em uma face; as outras faces de igual permeabilidade: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— abertura dominante na face de barlavento.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valor de cpi depende da proporção entre a área de todas as aberturas na face de barlavento e a área total das aberturas em todas as faces submetidas a sucções externas: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C85BF08-2A91-7833-ABC3-E8A2EA642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283" y="3173670"/>
            <a:ext cx="2178421" cy="171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70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457468"/>
            <a:ext cx="4697525" cy="161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— abertura dominante na face de sotavento.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Adotar o valor do coeficiente de forma externo, Ce, correspondente a esta face (ver a Tabela 4)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— abertura dominante em uma face paralela ao vento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— abertura dominante não situada em zona de alta sucção externa.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Adotar o valor do coeficiente de forma externo, Ce, correspondente ao local da abertura nesta face (ver a Tabela 6)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</p:spTree>
    <p:extLst>
      <p:ext uri="{BB962C8B-B14F-4D97-AF65-F5344CB8AC3E}">
        <p14:creationId xmlns:p14="http://schemas.microsoft.com/office/powerpoint/2010/main" val="2788820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1406400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 Light"/>
              </a:rPr>
              <a:t>Tabela 6 – Coeficientes de pressão e de forma, externos, para paredes de edificações de planta retangular a × b, sendo b a menor dimensão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D6A9FF-54A4-2F70-9410-B92A9D6F5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875" y="2064328"/>
            <a:ext cx="4926589" cy="2306781"/>
          </a:xfrm>
          <a:prstGeom prst="rect">
            <a:avLst/>
          </a:prstGeom>
        </p:spPr>
      </p:pic>
      <p:sp>
        <p:nvSpPr>
          <p:cNvPr id="2" name="Google Shape;142;p7">
            <a:extLst>
              <a:ext uri="{FF2B5EF4-FFF2-40B4-BE49-F238E27FC236}">
                <a16:creationId xmlns:a16="http://schemas.microsoft.com/office/drawing/2014/main" id="{6477191B-9835-10D6-38B3-424A8C4EA1B7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</p:spTree>
    <p:extLst>
      <p:ext uri="{BB962C8B-B14F-4D97-AF65-F5344CB8AC3E}">
        <p14:creationId xmlns:p14="http://schemas.microsoft.com/office/powerpoint/2010/main" val="2364839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457468"/>
            <a:ext cx="5443058" cy="161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— abertura dominante situada em zona de alta sucção externa.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valor de cpi depende da proporção entre a área da abertura dominante (ou área das aberturas situadas nesta zona) e a área total das outras aberturas situadas em todas as faces submetidas a sucções externas: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A87F1E-8136-0D47-B9EA-C4CC5AE55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875" y="2617752"/>
            <a:ext cx="2664635" cy="20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1457468"/>
            <a:ext cx="5110549" cy="161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zonas de alta sucção externa são as zonas hachuradas nas Tabelas 6 e 7 (cpe médio).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Quando não for considerado necessário ou quando não for possível determinar com exatidão razoável a relação de permeabilidade de deve ser adotado para valor do coeficiente de pressão interna o mesmo valor do coeficiente de forma externo, Ce (para incidência do vento de 0° e de 90°)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indicado nesta Norma para a zona em que se situa a abertura dominante, tanto em paredes como em coberturas.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Pressões internas em edificações</a:t>
            </a:r>
          </a:p>
        </p:txBody>
      </p:sp>
    </p:spTree>
    <p:extLst>
      <p:ext uri="{BB962C8B-B14F-4D97-AF65-F5344CB8AC3E}">
        <p14:creationId xmlns:p14="http://schemas.microsoft.com/office/powerpoint/2010/main" val="2039562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sz="3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0942" y="98641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Portanto: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q A (Ce - Ci)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Ce é o coeficiente de forma externo: Ce = Fe / (q A)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Ci é o coeficiente de forma interno: Ci = Fi / (q A)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Coeficientes de pressão</a:t>
            </a:r>
          </a:p>
        </p:txBody>
      </p:sp>
    </p:spTree>
    <p:extLst>
      <p:ext uri="{BB962C8B-B14F-4D97-AF65-F5344CB8AC3E}">
        <p14:creationId xmlns:p14="http://schemas.microsoft.com/office/powerpoint/2010/main" val="3070906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519246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É isso aí muito obrigado e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4605</TotalTime>
  <Words>1066</Words>
  <Application>Microsoft Office PowerPoint</Application>
  <PresentationFormat>Apresentação na tela (16:9)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Roboto Black</vt:lpstr>
      <vt:lpstr>Roboto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2025-05-27T01:24:01Z</dcterms:modified>
</cp:coreProperties>
</file>