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7" r:id="rId2"/>
    <p:sldId id="297" r:id="rId3"/>
    <p:sldId id="285" r:id="rId4"/>
    <p:sldId id="298" r:id="rId5"/>
    <p:sldId id="294" r:id="rId6"/>
    <p:sldId id="305" r:id="rId7"/>
    <p:sldId id="318" r:id="rId8"/>
    <p:sldId id="310" r:id="rId9"/>
    <p:sldId id="313" r:id="rId10"/>
    <p:sldId id="315" r:id="rId11"/>
    <p:sldId id="317" r:id="rId12"/>
    <p:sldId id="319" r:id="rId13"/>
    <p:sldId id="321" r:id="rId14"/>
    <p:sldId id="311" r:id="rId15"/>
    <p:sldId id="303" r:id="rId16"/>
    <p:sldId id="304" r:id="rId17"/>
    <p:sldId id="302" r:id="rId18"/>
    <p:sldId id="295" r:id="rId19"/>
    <p:sldId id="281" r:id="rId20"/>
    <p:sldId id="301" r:id="rId21"/>
    <p:sldId id="299" r:id="rId22"/>
    <p:sldId id="300" r:id="rId23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Cambria Math" panose="02040503050406030204" pitchFamily="18" charset="0"/>
      <p:regular r:id="rId29"/>
    </p:embeddedFont>
    <p:embeddedFont>
      <p:font typeface="Roboto" panose="02000000000000000000" pitchFamily="2" charset="0"/>
      <p:regular r:id="rId30"/>
      <p:bold r:id="rId31"/>
      <p:italic r:id="rId32"/>
      <p:boldItalic r:id="rId33"/>
    </p:embeddedFont>
    <p:embeddedFont>
      <p:font typeface="Roboto Black" panose="02000000000000000000" pitchFamily="2" charset="0"/>
      <p:bold r:id="rId34"/>
      <p:boldItalic r:id="rId35"/>
    </p:embeddedFont>
    <p:embeddedFont>
      <p:font typeface="Roboto Light" panose="02000000000000000000" pitchFamily="2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48" roundtripDataSignature="AMtx7miIJMjT5N1UhotwkRym+xiseY5+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2B610A-E03A-4034-B56E-B8AEB49F4638}" v="41" dt="2025-06-02T00:17:50.0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89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7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20" Type="http://schemas.openxmlformats.org/officeDocument/2006/relationships/slide" Target="slides/slide19.xml"/><Relationship Id="rId5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ônidas Müller de Oliveira" userId="5af9566427f0cd7a" providerId="LiveId" clId="{9019649D-9316-4696-B8B1-7A6B341347C0}"/>
    <pc:docChg chg="undo custSel addSld delSld modSld">
      <pc:chgData name="Leônidas Müller de Oliveira" userId="5af9566427f0cd7a" providerId="LiveId" clId="{9019649D-9316-4696-B8B1-7A6B341347C0}" dt="2021-01-24T01:17:13.452" v="4386" actId="20577"/>
      <pc:docMkLst>
        <pc:docMk/>
      </pc:docMkLst>
      <pc:sldChg chg="modSp mod">
        <pc:chgData name="Leônidas Müller de Oliveira" userId="5af9566427f0cd7a" providerId="LiveId" clId="{9019649D-9316-4696-B8B1-7A6B341347C0}" dt="2021-01-15T16:08:29.159" v="42" actId="20577"/>
        <pc:sldMkLst>
          <pc:docMk/>
          <pc:sldMk cId="0" sldId="257"/>
        </pc:sldMkLst>
        <pc:spChg chg="mod">
          <ac:chgData name="Leônidas Müller de Oliveira" userId="5af9566427f0cd7a" providerId="LiveId" clId="{9019649D-9316-4696-B8B1-7A6B341347C0}" dt="2021-01-15T16:08:29.159" v="42" actId="20577"/>
          <ac:spMkLst>
            <pc:docMk/>
            <pc:sldMk cId="0" sldId="257"/>
            <ac:spMk id="67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6T00:20:25.821" v="4306" actId="1076"/>
        <pc:sldMkLst>
          <pc:docMk/>
          <pc:sldMk cId="0" sldId="262"/>
        </pc:sldMkLst>
        <pc:spChg chg="mod">
          <ac:chgData name="Leônidas Müller de Oliveira" userId="5af9566427f0cd7a" providerId="LiveId" clId="{9019649D-9316-4696-B8B1-7A6B341347C0}" dt="2021-01-16T00:20:17.434" v="4303" actId="1076"/>
          <ac:spMkLst>
            <pc:docMk/>
            <pc:sldMk cId="0" sldId="262"/>
            <ac:spMk id="140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6T00:20:25.821" v="4306" actId="1076"/>
          <ac:spMkLst>
            <pc:docMk/>
            <pc:sldMk cId="0" sldId="262"/>
            <ac:spMk id="141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6T00:20:22.912" v="4305" actId="1076"/>
          <ac:spMkLst>
            <pc:docMk/>
            <pc:sldMk cId="0" sldId="262"/>
            <ac:spMk id="142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16:25:11.550" v="1379" actId="14100"/>
        <pc:sldMkLst>
          <pc:docMk/>
          <pc:sldMk cId="0" sldId="263"/>
        </pc:sldMkLst>
        <pc:spChg chg="mod">
          <ac:chgData name="Leônidas Müller de Oliveira" userId="5af9566427f0cd7a" providerId="LiveId" clId="{9019649D-9316-4696-B8B1-7A6B341347C0}" dt="2021-01-15T16:15:13.162" v="325" actId="20577"/>
          <ac:spMkLst>
            <pc:docMk/>
            <pc:sldMk cId="0" sldId="263"/>
            <ac:spMk id="149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25:11.550" v="1379" actId="14100"/>
          <ac:spMkLst>
            <pc:docMk/>
            <pc:sldMk cId="0" sldId="263"/>
            <ac:spMk id="150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16:10:12.667" v="175" actId="20577"/>
        <pc:sldMkLst>
          <pc:docMk/>
          <pc:sldMk cId="0" sldId="264"/>
        </pc:sldMkLst>
        <pc:spChg chg="mod">
          <ac:chgData name="Leônidas Müller de Oliveira" userId="5af9566427f0cd7a" providerId="LiveId" clId="{9019649D-9316-4696-B8B1-7A6B341347C0}" dt="2021-01-15T16:08:36.948" v="48" actId="20577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10:12.667" v="175" actId="20577"/>
          <ac:spMkLst>
            <pc:docMk/>
            <pc:sldMk cId="0" sldId="264"/>
            <ac:spMk id="158" creationId="{00000000-0000-0000-0000-000000000000}"/>
          </ac:spMkLst>
        </pc:spChg>
      </pc:sldChg>
      <pc:sldChg chg="addSp delSp modSp mod">
        <pc:chgData name="Leônidas Müller de Oliveira" userId="5af9566427f0cd7a" providerId="LiveId" clId="{9019649D-9316-4696-B8B1-7A6B341347C0}" dt="2021-01-15T16:49:05.707" v="1445"/>
        <pc:sldMkLst>
          <pc:docMk/>
          <pc:sldMk cId="0" sldId="266"/>
        </pc:sldMkLst>
        <pc:spChg chg="mod">
          <ac:chgData name="Leônidas Müller de Oliveira" userId="5af9566427f0cd7a" providerId="LiveId" clId="{9019649D-9316-4696-B8B1-7A6B341347C0}" dt="2021-01-15T16:48:43.600" v="1426" actId="1076"/>
          <ac:spMkLst>
            <pc:docMk/>
            <pc:sldMk cId="0" sldId="266"/>
            <ac:spMk id="175" creationId="{00000000-0000-0000-0000-000000000000}"/>
          </ac:spMkLst>
        </pc:spChg>
        <pc:picChg chg="del">
          <ac:chgData name="Leônidas Müller de Oliveira" userId="5af9566427f0cd7a" providerId="LiveId" clId="{9019649D-9316-4696-B8B1-7A6B341347C0}" dt="2021-01-15T16:42:36.268" v="1413" actId="478"/>
          <ac:picMkLst>
            <pc:docMk/>
            <pc:sldMk cId="0" sldId="266"/>
            <ac:picMk id="3" creationId="{D49D602C-14D4-4255-96F6-879127A2D5F7}"/>
          </ac:picMkLst>
        </pc:picChg>
        <pc:picChg chg="add mod ord modCrop">
          <ac:chgData name="Leônidas Müller de Oliveira" userId="5af9566427f0cd7a" providerId="LiveId" clId="{9019649D-9316-4696-B8B1-7A6B341347C0}" dt="2021-01-15T16:49:05.707" v="1445"/>
          <ac:picMkLst>
            <pc:docMk/>
            <pc:sldMk cId="0" sldId="266"/>
            <ac:picMk id="4" creationId="{03E2685C-B3D9-4AC2-A687-440EA3EE13E0}"/>
          </ac:picMkLst>
        </pc:picChg>
      </pc:sldChg>
      <pc:sldChg chg="delSp modSp mod">
        <pc:chgData name="Leônidas Müller de Oliveira" userId="5af9566427f0cd7a" providerId="LiveId" clId="{9019649D-9316-4696-B8B1-7A6B341347C0}" dt="2021-01-15T16:26:35.798" v="1384" actId="1076"/>
        <pc:sldMkLst>
          <pc:docMk/>
          <pc:sldMk cId="0" sldId="267"/>
        </pc:sldMkLst>
        <pc:spChg chg="mod">
          <ac:chgData name="Leônidas Müller de Oliveira" userId="5af9566427f0cd7a" providerId="LiveId" clId="{9019649D-9316-4696-B8B1-7A6B341347C0}" dt="2021-01-15T16:21:48.674" v="1064" actId="313"/>
          <ac:spMkLst>
            <pc:docMk/>
            <pc:sldMk cId="0" sldId="267"/>
            <ac:spMk id="184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26:35.798" v="1384" actId="1076"/>
          <ac:spMkLst>
            <pc:docMk/>
            <pc:sldMk cId="0" sldId="267"/>
            <ac:spMk id="185" creationId="{00000000-0000-0000-0000-000000000000}"/>
          </ac:spMkLst>
        </pc:spChg>
        <pc:picChg chg="del">
          <ac:chgData name="Leônidas Müller de Oliveira" userId="5af9566427f0cd7a" providerId="LiveId" clId="{9019649D-9316-4696-B8B1-7A6B341347C0}" dt="2021-01-15T16:20:00.862" v="1062" actId="478"/>
          <ac:picMkLst>
            <pc:docMk/>
            <pc:sldMk cId="0" sldId="267"/>
            <ac:picMk id="3" creationId="{A3581759-E91F-498F-8593-5AB5BE2A7D7F}"/>
          </ac:picMkLst>
        </pc:picChg>
        <pc:picChg chg="del">
          <ac:chgData name="Leônidas Müller de Oliveira" userId="5af9566427f0cd7a" providerId="LiveId" clId="{9019649D-9316-4696-B8B1-7A6B341347C0}" dt="2021-01-15T16:20:00.439" v="1061" actId="478"/>
          <ac:picMkLst>
            <pc:docMk/>
            <pc:sldMk cId="0" sldId="267"/>
            <ac:picMk id="5" creationId="{BCAE28CB-178C-4B12-AD6E-43FE3D206AB9}"/>
          </ac:picMkLst>
        </pc:picChg>
      </pc:sldChg>
      <pc:sldChg chg="del">
        <pc:chgData name="Leônidas Müller de Oliveira" userId="5af9566427f0cd7a" providerId="LiveId" clId="{9019649D-9316-4696-B8B1-7A6B341347C0}" dt="2021-01-15T21:28:40.764" v="3991" actId="47"/>
        <pc:sldMkLst>
          <pc:docMk/>
          <pc:sldMk cId="0" sldId="268"/>
        </pc:sldMkLst>
      </pc:sldChg>
      <pc:sldChg chg="addSp delSp modSp mod">
        <pc:chgData name="Leônidas Müller de Oliveira" userId="5af9566427f0cd7a" providerId="LiveId" clId="{9019649D-9316-4696-B8B1-7A6B341347C0}" dt="2021-01-16T01:02:12.143" v="4364" actId="1076"/>
        <pc:sldMkLst>
          <pc:docMk/>
          <pc:sldMk cId="0" sldId="271"/>
        </pc:sldMkLst>
        <pc:spChg chg="mod">
          <ac:chgData name="Leônidas Müller de Oliveira" userId="5af9566427f0cd7a" providerId="LiveId" clId="{9019649D-9316-4696-B8B1-7A6B341347C0}" dt="2021-01-15T21:35:58.382" v="4291" actId="20577"/>
          <ac:spMkLst>
            <pc:docMk/>
            <pc:sldMk cId="0" sldId="271"/>
            <ac:spMk id="228" creationId="{00000000-0000-0000-0000-000000000000}"/>
          </ac:spMkLst>
        </pc:spChg>
        <pc:picChg chg="add mod">
          <ac:chgData name="Leônidas Müller de Oliveira" userId="5af9566427f0cd7a" providerId="LiveId" clId="{9019649D-9316-4696-B8B1-7A6B341347C0}" dt="2021-01-16T01:02:12.143" v="4364" actId="1076"/>
          <ac:picMkLst>
            <pc:docMk/>
            <pc:sldMk cId="0" sldId="271"/>
            <ac:picMk id="3" creationId="{89047C8D-79DF-4279-92A0-7ED57F210BDD}"/>
          </ac:picMkLst>
        </pc:picChg>
        <pc:picChg chg="del">
          <ac:chgData name="Leônidas Müller de Oliveira" userId="5af9566427f0cd7a" providerId="LiveId" clId="{9019649D-9316-4696-B8B1-7A6B341347C0}" dt="2021-01-15T21:35:18.358" v="4180" actId="478"/>
          <ac:picMkLst>
            <pc:docMk/>
            <pc:sldMk cId="0" sldId="271"/>
            <ac:picMk id="4" creationId="{1EC96623-3070-4B6D-92BE-1D6D4E626ECF}"/>
          </ac:picMkLst>
        </pc:picChg>
      </pc:sldChg>
      <pc:sldChg chg="modSp mod">
        <pc:chgData name="Leônidas Müller de Oliveira" userId="5af9566427f0cd7a" providerId="LiveId" clId="{9019649D-9316-4696-B8B1-7A6B341347C0}" dt="2021-01-16T01:06:23.265" v="4380" actId="20577"/>
        <pc:sldMkLst>
          <pc:docMk/>
          <pc:sldMk cId="0" sldId="272"/>
        </pc:sldMkLst>
        <pc:spChg chg="mod">
          <ac:chgData name="Leônidas Müller de Oliveira" userId="5af9566427f0cd7a" providerId="LiveId" clId="{9019649D-9316-4696-B8B1-7A6B341347C0}" dt="2021-01-16T01:06:23.265" v="4380" actId="20577"/>
          <ac:spMkLst>
            <pc:docMk/>
            <pc:sldMk cId="0" sldId="272"/>
            <ac:spMk id="235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21:31:01.363" v="4179" actId="20577"/>
        <pc:sldMkLst>
          <pc:docMk/>
          <pc:sldMk cId="0" sldId="274"/>
        </pc:sldMkLst>
        <pc:spChg chg="mod">
          <ac:chgData name="Leônidas Müller de Oliveira" userId="5af9566427f0cd7a" providerId="LiveId" clId="{9019649D-9316-4696-B8B1-7A6B341347C0}" dt="2021-01-15T21:31:01.363" v="4179" actId="20577"/>
          <ac:spMkLst>
            <pc:docMk/>
            <pc:sldMk cId="0" sldId="274"/>
            <ac:spMk id="251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16:12:58.598" v="315" actId="12"/>
        <pc:sldMkLst>
          <pc:docMk/>
          <pc:sldMk cId="569711459" sldId="283"/>
        </pc:sldMkLst>
        <pc:spChg chg="mod">
          <ac:chgData name="Leônidas Müller de Oliveira" userId="5af9566427f0cd7a" providerId="LiveId" clId="{9019649D-9316-4696-B8B1-7A6B341347C0}" dt="2021-01-15T16:12:11.791" v="218" actId="14100"/>
          <ac:spMkLst>
            <pc:docMk/>
            <pc:sldMk cId="569711459" sldId="283"/>
            <ac:spMk id="157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12:58.598" v="315" actId="12"/>
          <ac:spMkLst>
            <pc:docMk/>
            <pc:sldMk cId="569711459" sldId="283"/>
            <ac:spMk id="158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6T00:22:47.655" v="4311" actId="1076"/>
        <pc:sldMkLst>
          <pc:docMk/>
          <pc:sldMk cId="1437011287" sldId="284"/>
        </pc:sldMkLst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2" creationId="{B5FAAC12-83B7-4468-968E-BD39CFBF23F8}"/>
          </ac:spMkLst>
        </pc:spChg>
        <pc:spChg chg="mod">
          <ac:chgData name="Leônidas Müller de Oliveira" userId="5af9566427f0cd7a" providerId="LiveId" clId="{9019649D-9316-4696-B8B1-7A6B341347C0}" dt="2021-01-16T00:22:47.655" v="4311" actId="1076"/>
          <ac:spMkLst>
            <pc:docMk/>
            <pc:sldMk cId="1437011287" sldId="284"/>
            <ac:spMk id="3" creationId="{5A9CA915-CCB3-442A-9489-70F111D48946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5" creationId="{694E9661-0DA9-4439-A260-5A55C84F5188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7" creationId="{A4DD453D-BBF4-4D35-BEA3-93C8AFDFAD21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9" creationId="{C42EB859-19E8-4973-97DF-EF93B5B2D845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10" creationId="{D85E2755-D8D3-49BC-BE27-FFE170CCCC28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11" creationId="{265A0DFD-B71D-43C1-AD39-A6ABF5557A41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150" creationId="{00000000-0000-0000-0000-000000000000}"/>
          </ac:spMkLst>
        </pc:spChg>
      </pc:sldChg>
      <pc:sldChg chg="addSp delSp modSp mod">
        <pc:chgData name="Leônidas Müller de Oliveira" userId="5af9566427f0cd7a" providerId="LiveId" clId="{9019649D-9316-4696-B8B1-7A6B341347C0}" dt="2021-01-16T00:02:48.371" v="4302" actId="732"/>
        <pc:sldMkLst>
          <pc:docMk/>
          <pc:sldMk cId="2491790395" sldId="291"/>
        </pc:sldMkLst>
        <pc:picChg chg="del">
          <ac:chgData name="Leônidas Müller de Oliveira" userId="5af9566427f0cd7a" providerId="LiveId" clId="{9019649D-9316-4696-B8B1-7A6B341347C0}" dt="2021-01-16T00:02:31.938" v="4295" actId="478"/>
          <ac:picMkLst>
            <pc:docMk/>
            <pc:sldMk cId="2491790395" sldId="291"/>
            <ac:picMk id="3" creationId="{658F5653-86D8-46D9-A4A1-46BDFF7889AA}"/>
          </ac:picMkLst>
        </pc:picChg>
        <pc:picChg chg="add mod modCrop">
          <ac:chgData name="Leônidas Müller de Oliveira" userId="5af9566427f0cd7a" providerId="LiveId" clId="{9019649D-9316-4696-B8B1-7A6B341347C0}" dt="2021-01-16T00:02:48.371" v="4302" actId="732"/>
          <ac:picMkLst>
            <pc:docMk/>
            <pc:sldMk cId="2491790395" sldId="291"/>
            <ac:picMk id="4" creationId="{72A81FC7-272A-4F5D-884E-4C8B71D21CE8}"/>
          </ac:picMkLst>
        </pc:picChg>
      </pc:sldChg>
      <pc:sldChg chg="addSp delSp modSp mod">
        <pc:chgData name="Leônidas Müller de Oliveira" userId="5af9566427f0cd7a" providerId="LiveId" clId="{9019649D-9316-4696-B8B1-7A6B341347C0}" dt="2021-01-16T00:38:53.669" v="4351" actId="20577"/>
        <pc:sldMkLst>
          <pc:docMk/>
          <pc:sldMk cId="2768986171" sldId="292"/>
        </pc:sldMkLst>
        <pc:spChg chg="add mod">
          <ac:chgData name="Leônidas Müller de Oliveira" userId="5af9566427f0cd7a" providerId="LiveId" clId="{9019649D-9316-4696-B8B1-7A6B341347C0}" dt="2021-01-16T00:38:53.669" v="4351" actId="20577"/>
          <ac:spMkLst>
            <pc:docMk/>
            <pc:sldMk cId="2768986171" sldId="292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16:52:57.548" v="1497" actId="20577"/>
          <ac:spMkLst>
            <pc:docMk/>
            <pc:sldMk cId="2768986171" sldId="292"/>
            <ac:spMk id="149" creationId="{00000000-0000-0000-0000-000000000000}"/>
          </ac:spMkLst>
        </pc:spChg>
        <pc:spChg chg="del mod">
          <ac:chgData name="Leônidas Müller de Oliveira" userId="5af9566427f0cd7a" providerId="LiveId" clId="{9019649D-9316-4696-B8B1-7A6B341347C0}" dt="2021-01-15T16:55:49.787" v="1499" actId="478"/>
          <ac:spMkLst>
            <pc:docMk/>
            <pc:sldMk cId="2768986171" sldId="292"/>
            <ac:spMk id="150" creationId="{00000000-0000-0000-0000-000000000000}"/>
          </ac:spMkLst>
        </pc:spChg>
      </pc:sldChg>
      <pc:sldChg chg="del">
        <pc:chgData name="Leônidas Müller de Oliveira" userId="5af9566427f0cd7a" providerId="LiveId" clId="{9019649D-9316-4696-B8B1-7A6B341347C0}" dt="2021-01-15T20:35:28.025" v="3137" actId="47"/>
        <pc:sldMkLst>
          <pc:docMk/>
          <pc:sldMk cId="641020710" sldId="293"/>
        </pc:sldMkLst>
      </pc:sldChg>
      <pc:sldChg chg="del">
        <pc:chgData name="Leônidas Müller de Oliveira" userId="5af9566427f0cd7a" providerId="LiveId" clId="{9019649D-9316-4696-B8B1-7A6B341347C0}" dt="2021-01-15T20:35:29.103" v="3138" actId="47"/>
        <pc:sldMkLst>
          <pc:docMk/>
          <pc:sldMk cId="2522898300" sldId="294"/>
        </pc:sldMkLst>
      </pc:sldChg>
      <pc:sldChg chg="del">
        <pc:chgData name="Leônidas Müller de Oliveira" userId="5af9566427f0cd7a" providerId="LiveId" clId="{9019649D-9316-4696-B8B1-7A6B341347C0}" dt="2021-01-15T16:31:14.585" v="1385" actId="47"/>
        <pc:sldMkLst>
          <pc:docMk/>
          <pc:sldMk cId="1695839730" sldId="295"/>
        </pc:sldMkLst>
      </pc:sldChg>
      <pc:sldChg chg="del">
        <pc:chgData name="Leônidas Müller de Oliveira" userId="5af9566427f0cd7a" providerId="LiveId" clId="{9019649D-9316-4696-B8B1-7A6B341347C0}" dt="2021-01-15T21:28:42.107" v="3992" actId="47"/>
        <pc:sldMkLst>
          <pc:docMk/>
          <pc:sldMk cId="743515703" sldId="296"/>
        </pc:sldMkLst>
      </pc:sldChg>
      <pc:sldChg chg="modSp mod">
        <pc:chgData name="Leônidas Müller de Oliveira" userId="5af9566427f0cd7a" providerId="LiveId" clId="{9019649D-9316-4696-B8B1-7A6B341347C0}" dt="2021-01-16T00:26:33.767" v="4319" actId="20577"/>
        <pc:sldMkLst>
          <pc:docMk/>
          <pc:sldMk cId="1542352846" sldId="297"/>
        </pc:sldMkLst>
        <pc:spChg chg="mod">
          <ac:chgData name="Leônidas Müller de Oliveira" userId="5af9566427f0cd7a" providerId="LiveId" clId="{9019649D-9316-4696-B8B1-7A6B341347C0}" dt="2021-01-16T00:26:33.767" v="4319" actId="20577"/>
          <ac:spMkLst>
            <pc:docMk/>
            <pc:sldMk cId="1542352846" sldId="297"/>
            <ac:spMk id="249" creationId="{00000000-0000-0000-0000-000000000000}"/>
          </ac:spMkLst>
        </pc:spChg>
      </pc:sldChg>
      <pc:sldChg chg="addSp delSp modSp add mod">
        <pc:chgData name="Leônidas Müller de Oliveira" userId="5af9566427f0cd7a" providerId="LiveId" clId="{9019649D-9316-4696-B8B1-7A6B341347C0}" dt="2021-01-15T16:40:50.790" v="1405"/>
        <pc:sldMkLst>
          <pc:docMk/>
          <pc:sldMk cId="126974504" sldId="298"/>
        </pc:sldMkLst>
        <pc:spChg chg="add mod">
          <ac:chgData name="Leônidas Müller de Oliveira" userId="5af9566427f0cd7a" providerId="LiveId" clId="{9019649D-9316-4696-B8B1-7A6B341347C0}" dt="2021-01-15T16:40:50.790" v="1405"/>
          <ac:spMkLst>
            <pc:docMk/>
            <pc:sldMk cId="126974504" sldId="298"/>
            <ac:spMk id="5" creationId="{7226F076-0204-4AE0-BF41-ED22F82C1B26}"/>
          </ac:spMkLst>
        </pc:spChg>
        <pc:spChg chg="del">
          <ac:chgData name="Leônidas Müller de Oliveira" userId="5af9566427f0cd7a" providerId="LiveId" clId="{9019649D-9316-4696-B8B1-7A6B341347C0}" dt="2021-01-15T16:40:50.495" v="1404" actId="478"/>
          <ac:spMkLst>
            <pc:docMk/>
            <pc:sldMk cId="126974504" sldId="298"/>
            <ac:spMk id="249" creationId="{00000000-0000-0000-0000-000000000000}"/>
          </ac:spMkLst>
        </pc:spChg>
      </pc:sldChg>
      <pc:sldChg chg="modSp add mod">
        <pc:chgData name="Leônidas Müller de Oliveira" userId="5af9566427f0cd7a" providerId="LiveId" clId="{9019649D-9316-4696-B8B1-7A6B341347C0}" dt="2021-01-24T01:17:13.452" v="4386" actId="20577"/>
        <pc:sldMkLst>
          <pc:docMk/>
          <pc:sldMk cId="2452318423" sldId="299"/>
        </pc:sldMkLst>
        <pc:spChg chg="mod">
          <ac:chgData name="Leônidas Müller de Oliveira" userId="5af9566427f0cd7a" providerId="LiveId" clId="{9019649D-9316-4696-B8B1-7A6B341347C0}" dt="2021-01-24T01:17:13.452" v="4386" actId="20577"/>
          <ac:spMkLst>
            <pc:docMk/>
            <pc:sldMk cId="2452318423" sldId="299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20:05:39.248" v="2067" actId="20577"/>
          <ac:spMkLst>
            <pc:docMk/>
            <pc:sldMk cId="2452318423" sldId="299"/>
            <ac:spMk id="149" creationId="{00000000-0000-0000-0000-000000000000}"/>
          </ac:spMkLst>
        </pc:spChg>
      </pc:sldChg>
      <pc:sldChg chg="addSp modSp add mod">
        <pc:chgData name="Leônidas Müller de Oliveira" userId="5af9566427f0cd7a" providerId="LiveId" clId="{9019649D-9316-4696-B8B1-7A6B341347C0}" dt="2021-01-16T00:51:26.417" v="4352" actId="20577"/>
        <pc:sldMkLst>
          <pc:docMk/>
          <pc:sldMk cId="580050991" sldId="300"/>
        </pc:sldMkLst>
        <pc:spChg chg="mod">
          <ac:chgData name="Leônidas Müller de Oliveira" userId="5af9566427f0cd7a" providerId="LiveId" clId="{9019649D-9316-4696-B8B1-7A6B341347C0}" dt="2021-01-16T00:51:26.417" v="4352" actId="20577"/>
          <ac:spMkLst>
            <pc:docMk/>
            <pc:sldMk cId="580050991" sldId="300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20:26:10.043" v="3124" actId="404"/>
          <ac:spMkLst>
            <pc:docMk/>
            <pc:sldMk cId="580050991" sldId="300"/>
            <ac:spMk id="149" creationId="{00000000-0000-0000-0000-000000000000}"/>
          </ac:spMkLst>
        </pc:spChg>
        <pc:picChg chg="add mod ord">
          <ac:chgData name="Leônidas Müller de Oliveira" userId="5af9566427f0cd7a" providerId="LiveId" clId="{9019649D-9316-4696-B8B1-7A6B341347C0}" dt="2021-01-15T20:25:59.587" v="3121" actId="14100"/>
          <ac:picMkLst>
            <pc:docMk/>
            <pc:sldMk cId="580050991" sldId="300"/>
            <ac:picMk id="7" creationId="{F3EEF685-A009-4E74-A44F-A040B3F69CCD}"/>
          </ac:picMkLst>
        </pc:picChg>
      </pc:sldChg>
      <pc:sldChg chg="modSp add mod">
        <pc:chgData name="Leônidas Müller de Oliveira" userId="5af9566427f0cd7a" providerId="LiveId" clId="{9019649D-9316-4696-B8B1-7A6B341347C0}" dt="2021-01-16T00:56:18.245" v="4363" actId="20577"/>
        <pc:sldMkLst>
          <pc:docMk/>
          <pc:sldMk cId="1031171993" sldId="301"/>
        </pc:sldMkLst>
        <pc:spChg chg="mod">
          <ac:chgData name="Leônidas Müller de Oliveira" userId="5af9566427f0cd7a" providerId="LiveId" clId="{9019649D-9316-4696-B8B1-7A6B341347C0}" dt="2021-01-16T00:56:18.245" v="4363" actId="20577"/>
          <ac:spMkLst>
            <pc:docMk/>
            <pc:sldMk cId="1031171993" sldId="301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20:36:45.567" v="3193" actId="20577"/>
          <ac:spMkLst>
            <pc:docMk/>
            <pc:sldMk cId="1031171993" sldId="301"/>
            <ac:spMk id="149" creationId="{00000000-0000-0000-0000-000000000000}"/>
          </ac:spMkLst>
        </pc:spChg>
      </pc:sldChg>
    </pc:docChg>
  </pc:docChgLst>
  <pc:docChgLst>
    <pc:chgData name="Leônidas Müller de Oliveira" userId="5af9566427f0cd7a" providerId="LiveId" clId="{9E5CC896-D782-4A58-BD37-FC782A9AD02C}"/>
    <pc:docChg chg="undo custSel addSld delSld modSld sldOrd">
      <pc:chgData name="Leônidas Müller de Oliveira" userId="5af9566427f0cd7a" providerId="LiveId" clId="{9E5CC896-D782-4A58-BD37-FC782A9AD02C}" dt="2022-09-06T15:25:37.469" v="1028" actId="1076"/>
      <pc:docMkLst>
        <pc:docMk/>
      </pc:docMkLst>
      <pc:sldChg chg="modSp mod">
        <pc:chgData name="Leônidas Müller de Oliveira" userId="5af9566427f0cd7a" providerId="LiveId" clId="{9E5CC896-D782-4A58-BD37-FC782A9AD02C}" dt="2022-09-06T15:15:45.915" v="702" actId="20577"/>
        <pc:sldMkLst>
          <pc:docMk/>
          <pc:sldMk cId="0" sldId="257"/>
        </pc:sldMkLst>
        <pc:spChg chg="mod">
          <ac:chgData name="Leônidas Müller de Oliveira" userId="5af9566427f0cd7a" providerId="LiveId" clId="{9E5CC896-D782-4A58-BD37-FC782A9AD02C}" dt="2022-09-06T15:15:45.915" v="702" actId="20577"/>
          <ac:spMkLst>
            <pc:docMk/>
            <pc:sldMk cId="0" sldId="257"/>
            <ac:spMk id="67" creationId="{00000000-0000-0000-0000-000000000000}"/>
          </ac:spMkLst>
        </pc:spChg>
      </pc:sldChg>
      <pc:sldChg chg="delSp modSp mod">
        <pc:chgData name="Leônidas Müller de Oliveira" userId="5af9566427f0cd7a" providerId="LiveId" clId="{9E5CC896-D782-4A58-BD37-FC782A9AD02C}" dt="2022-09-01T18:38:39.624" v="343" actId="478"/>
        <pc:sldMkLst>
          <pc:docMk/>
          <pc:sldMk cId="2510226186" sldId="285"/>
        </pc:sldMkLst>
        <pc:spChg chg="mod">
          <ac:chgData name="Leônidas Müller de Oliveira" userId="5af9566427f0cd7a" providerId="LiveId" clId="{9E5CC896-D782-4A58-BD37-FC782A9AD02C}" dt="2022-09-01T18:38:09.039" v="342" actId="20577"/>
          <ac:spMkLst>
            <pc:docMk/>
            <pc:sldMk cId="2510226186" sldId="285"/>
            <ac:spMk id="9" creationId="{9C81958B-AE4B-43C9-BC2C-2CBADE7FE55A}"/>
          </ac:spMkLst>
        </pc:spChg>
        <pc:spChg chg="mod">
          <ac:chgData name="Leônidas Müller de Oliveira" userId="5af9566427f0cd7a" providerId="LiveId" clId="{9E5CC896-D782-4A58-BD37-FC782A9AD02C}" dt="2022-09-01T18:36:29.501" v="77" actId="20577"/>
          <ac:spMkLst>
            <pc:docMk/>
            <pc:sldMk cId="2510226186" sldId="285"/>
            <ac:spMk id="10" creationId="{D7001BA3-CB80-4627-9BF8-F969EC7D3809}"/>
          </ac:spMkLst>
        </pc:spChg>
        <pc:spChg chg="mod">
          <ac:chgData name="Leônidas Müller de Oliveira" userId="5af9566427f0cd7a" providerId="LiveId" clId="{9E5CC896-D782-4A58-BD37-FC782A9AD02C}" dt="2022-09-01T18:36:34.578" v="83" actId="20577"/>
          <ac:spMkLst>
            <pc:docMk/>
            <pc:sldMk cId="2510226186" sldId="285"/>
            <ac:spMk id="141" creationId="{00000000-0000-0000-0000-000000000000}"/>
          </ac:spMkLst>
        </pc:spChg>
        <pc:picChg chg="del">
          <ac:chgData name="Leônidas Müller de Oliveira" userId="5af9566427f0cd7a" providerId="LiveId" clId="{9E5CC896-D782-4A58-BD37-FC782A9AD02C}" dt="2022-09-01T18:38:39.624" v="343" actId="478"/>
          <ac:picMkLst>
            <pc:docMk/>
            <pc:sldMk cId="2510226186" sldId="285"/>
            <ac:picMk id="3" creationId="{713BB079-BAE7-05DC-C44C-E0FE07132DEF}"/>
          </ac:picMkLst>
        </pc:picChg>
      </pc:sldChg>
      <pc:sldChg chg="addSp delSp modSp mod">
        <pc:chgData name="Leônidas Müller de Oliveira" userId="5af9566427f0cd7a" providerId="LiveId" clId="{9E5CC896-D782-4A58-BD37-FC782A9AD02C}" dt="2022-09-06T15:08:49.235" v="701" actId="20577"/>
        <pc:sldMkLst>
          <pc:docMk/>
          <pc:sldMk cId="4004384132" sldId="286"/>
        </pc:sldMkLst>
        <pc:spChg chg="mod">
          <ac:chgData name="Leônidas Müller de Oliveira" userId="5af9566427f0cd7a" providerId="LiveId" clId="{9E5CC896-D782-4A58-BD37-FC782A9AD02C}" dt="2022-09-06T15:07:58.449" v="679" actId="20577"/>
          <ac:spMkLst>
            <pc:docMk/>
            <pc:sldMk cId="4004384132" sldId="286"/>
            <ac:spMk id="2" creationId="{196B70C3-0C9A-BA96-1166-806C14AE4FD8}"/>
          </ac:spMkLst>
        </pc:spChg>
        <pc:spChg chg="del">
          <ac:chgData name="Leônidas Müller de Oliveira" userId="5af9566427f0cd7a" providerId="LiveId" clId="{9E5CC896-D782-4A58-BD37-FC782A9AD02C}" dt="2022-09-01T18:41:27.274" v="490" actId="478"/>
          <ac:spMkLst>
            <pc:docMk/>
            <pc:sldMk cId="4004384132" sldId="286"/>
            <ac:spMk id="3" creationId="{07E93562-5E31-EB30-DB82-D43307E031E7}"/>
          </ac:spMkLst>
        </pc:spChg>
        <pc:spChg chg="mod">
          <ac:chgData name="Leônidas Müller de Oliveira" userId="5af9566427f0cd7a" providerId="LiveId" clId="{9E5CC896-D782-4A58-BD37-FC782A9AD02C}" dt="2022-09-01T18:51:08.303" v="654" actId="1076"/>
          <ac:spMkLst>
            <pc:docMk/>
            <pc:sldMk cId="4004384132" sldId="286"/>
            <ac:spMk id="4" creationId="{4888E5F1-8A9F-8ED3-C5F6-BF7EC7A6F76E}"/>
          </ac:spMkLst>
        </pc:spChg>
        <pc:spChg chg="mod">
          <ac:chgData name="Leônidas Müller de Oliveira" userId="5af9566427f0cd7a" providerId="LiveId" clId="{9E5CC896-D782-4A58-BD37-FC782A9AD02C}" dt="2022-09-06T15:08:49.235" v="701" actId="20577"/>
          <ac:spMkLst>
            <pc:docMk/>
            <pc:sldMk cId="4004384132" sldId="286"/>
            <ac:spMk id="5" creationId="{A3D0606D-7A17-79FB-9651-322EB07A5301}"/>
          </ac:spMkLst>
        </pc:spChg>
        <pc:spChg chg="add mod">
          <ac:chgData name="Leônidas Müller de Oliveira" userId="5af9566427f0cd7a" providerId="LiveId" clId="{9E5CC896-D782-4A58-BD37-FC782A9AD02C}" dt="2022-09-01T18:53:57.305" v="662" actId="1076"/>
          <ac:spMkLst>
            <pc:docMk/>
            <pc:sldMk cId="4004384132" sldId="286"/>
            <ac:spMk id="6" creationId="{90F1F75E-4E52-393B-77BA-E34026B3642C}"/>
          </ac:spMkLst>
        </pc:spChg>
        <pc:spChg chg="add mod">
          <ac:chgData name="Leônidas Müller de Oliveira" userId="5af9566427f0cd7a" providerId="LiveId" clId="{9E5CC896-D782-4A58-BD37-FC782A9AD02C}" dt="2022-09-01T18:50:38.317" v="646" actId="1076"/>
          <ac:spMkLst>
            <pc:docMk/>
            <pc:sldMk cId="4004384132" sldId="286"/>
            <ac:spMk id="7" creationId="{03A437E6-B5DF-FC37-64D6-2C6C4FEC2B0E}"/>
          </ac:spMkLst>
        </pc:spChg>
        <pc:spChg chg="del mod">
          <ac:chgData name="Leônidas Müller de Oliveira" userId="5af9566427f0cd7a" providerId="LiveId" clId="{9E5CC896-D782-4A58-BD37-FC782A9AD02C}" dt="2022-09-01T18:47:43.871" v="628" actId="478"/>
          <ac:spMkLst>
            <pc:docMk/>
            <pc:sldMk cId="4004384132" sldId="286"/>
            <ac:spMk id="9" creationId="{9C81958B-AE4B-43C9-BC2C-2CBADE7FE55A}"/>
          </ac:spMkLst>
        </pc:spChg>
        <pc:spChg chg="mod">
          <ac:chgData name="Leônidas Müller de Oliveira" userId="5af9566427f0cd7a" providerId="LiveId" clId="{9E5CC896-D782-4A58-BD37-FC782A9AD02C}" dt="2022-09-01T18:39:26.638" v="393" actId="20577"/>
          <ac:spMkLst>
            <pc:docMk/>
            <pc:sldMk cId="4004384132" sldId="286"/>
            <ac:spMk id="10" creationId="{D7001BA3-CB80-4627-9BF8-F969EC7D3809}"/>
          </ac:spMkLst>
        </pc:spChg>
        <pc:spChg chg="mod">
          <ac:chgData name="Leônidas Müller de Oliveira" userId="5af9566427f0cd7a" providerId="LiveId" clId="{9E5CC896-D782-4A58-BD37-FC782A9AD02C}" dt="2022-09-01T18:37:03.004" v="88" actId="20577"/>
          <ac:spMkLst>
            <pc:docMk/>
            <pc:sldMk cId="4004384132" sldId="286"/>
            <ac:spMk id="141" creationId="{00000000-0000-0000-0000-000000000000}"/>
          </ac:spMkLst>
        </pc:spChg>
        <pc:picChg chg="add mod">
          <ac:chgData name="Leônidas Müller de Oliveira" userId="5af9566427f0cd7a" providerId="LiveId" clId="{9E5CC896-D782-4A58-BD37-FC782A9AD02C}" dt="2022-09-01T18:53:45.360" v="661" actId="1076"/>
          <ac:picMkLst>
            <pc:docMk/>
            <pc:sldMk cId="4004384132" sldId="286"/>
            <ac:picMk id="11" creationId="{A0228BA8-28F2-3622-8260-158EEAEA2B4F}"/>
          </ac:picMkLst>
        </pc:picChg>
      </pc:sldChg>
      <pc:sldChg chg="modSp del mod">
        <pc:chgData name="Leônidas Müller de Oliveira" userId="5af9566427f0cd7a" providerId="LiveId" clId="{9E5CC896-D782-4A58-BD37-FC782A9AD02C}" dt="2022-09-01T19:24:32.033" v="663" actId="47"/>
        <pc:sldMkLst>
          <pc:docMk/>
          <pc:sldMk cId="2281814239" sldId="288"/>
        </pc:sldMkLst>
        <pc:spChg chg="mod">
          <ac:chgData name="Leônidas Müller de Oliveira" userId="5af9566427f0cd7a" providerId="LiveId" clId="{9E5CC896-D782-4A58-BD37-FC782A9AD02C}" dt="2022-09-01T18:37:07.009" v="93" actId="20577"/>
          <ac:spMkLst>
            <pc:docMk/>
            <pc:sldMk cId="2281814239" sldId="288"/>
            <ac:spMk id="141" creationId="{00000000-0000-0000-0000-000000000000}"/>
          </ac:spMkLst>
        </pc:spChg>
      </pc:sldChg>
      <pc:sldChg chg="del">
        <pc:chgData name="Leônidas Müller de Oliveira" userId="5af9566427f0cd7a" providerId="LiveId" clId="{9E5CC896-D782-4A58-BD37-FC782A9AD02C}" dt="2022-09-01T19:24:32.843" v="664" actId="47"/>
        <pc:sldMkLst>
          <pc:docMk/>
          <pc:sldMk cId="231035206" sldId="289"/>
        </pc:sldMkLst>
      </pc:sldChg>
      <pc:sldChg chg="addSp delSp modSp add mod">
        <pc:chgData name="Leônidas Müller de Oliveira" userId="5af9566427f0cd7a" providerId="LiveId" clId="{9E5CC896-D782-4A58-BD37-FC782A9AD02C}" dt="2022-09-01T18:50:28.272" v="644" actId="1076"/>
        <pc:sldMkLst>
          <pc:docMk/>
          <pc:sldMk cId="1732858224" sldId="290"/>
        </pc:sldMkLst>
        <pc:spChg chg="del">
          <ac:chgData name="Leônidas Müller de Oliveira" userId="5af9566427f0cd7a" providerId="LiveId" clId="{9E5CC896-D782-4A58-BD37-FC782A9AD02C}" dt="2022-09-01T18:50:08.815" v="640" actId="478"/>
          <ac:spMkLst>
            <pc:docMk/>
            <pc:sldMk cId="1732858224" sldId="290"/>
            <ac:spMk id="2" creationId="{196B70C3-0C9A-BA96-1166-806C14AE4FD8}"/>
          </ac:spMkLst>
        </pc:spChg>
        <pc:spChg chg="del">
          <ac:chgData name="Leônidas Müller de Oliveira" userId="5af9566427f0cd7a" providerId="LiveId" clId="{9E5CC896-D782-4A58-BD37-FC782A9AD02C}" dt="2022-09-01T18:50:07.803" v="639" actId="478"/>
          <ac:spMkLst>
            <pc:docMk/>
            <pc:sldMk cId="1732858224" sldId="290"/>
            <ac:spMk id="4" creationId="{4888E5F1-8A9F-8ED3-C5F6-BF7EC7A6F76E}"/>
          </ac:spMkLst>
        </pc:spChg>
        <pc:spChg chg="mod">
          <ac:chgData name="Leônidas Müller de Oliveira" userId="5af9566427f0cd7a" providerId="LiveId" clId="{9E5CC896-D782-4A58-BD37-FC782A9AD02C}" dt="2022-09-01T18:50:12.852" v="642" actId="1076"/>
          <ac:spMkLst>
            <pc:docMk/>
            <pc:sldMk cId="1732858224" sldId="290"/>
            <ac:spMk id="5" creationId="{A3D0606D-7A17-79FB-9651-322EB07A5301}"/>
          </ac:spMkLst>
        </pc:spChg>
        <pc:spChg chg="del">
          <ac:chgData name="Leônidas Müller de Oliveira" userId="5af9566427f0cd7a" providerId="LiveId" clId="{9E5CC896-D782-4A58-BD37-FC782A9AD02C}" dt="2022-09-01T18:50:09.737" v="641" actId="478"/>
          <ac:spMkLst>
            <pc:docMk/>
            <pc:sldMk cId="1732858224" sldId="290"/>
            <ac:spMk id="6" creationId="{90F1F75E-4E52-393B-77BA-E34026B3642C}"/>
          </ac:spMkLst>
        </pc:spChg>
        <pc:spChg chg="del">
          <ac:chgData name="Leônidas Müller de Oliveira" userId="5af9566427f0cd7a" providerId="LiveId" clId="{9E5CC896-D782-4A58-BD37-FC782A9AD02C}" dt="2022-09-01T18:50:06.237" v="638" actId="478"/>
          <ac:spMkLst>
            <pc:docMk/>
            <pc:sldMk cId="1732858224" sldId="290"/>
            <ac:spMk id="7" creationId="{03A437E6-B5DF-FC37-64D6-2C6C4FEC2B0E}"/>
          </ac:spMkLst>
        </pc:spChg>
        <pc:picChg chg="add mod">
          <ac:chgData name="Leônidas Müller de Oliveira" userId="5af9566427f0cd7a" providerId="LiveId" clId="{9E5CC896-D782-4A58-BD37-FC782A9AD02C}" dt="2022-09-01T18:50:28.272" v="644" actId="1076"/>
          <ac:picMkLst>
            <pc:docMk/>
            <pc:sldMk cId="1732858224" sldId="290"/>
            <ac:picMk id="8" creationId="{0B33843E-266F-A2BB-6799-9571597D63A4}"/>
          </ac:picMkLst>
        </pc:picChg>
      </pc:sldChg>
      <pc:sldChg chg="addSp delSp modSp add mod">
        <pc:chgData name="Leônidas Müller de Oliveira" userId="5af9566427f0cd7a" providerId="LiveId" clId="{9E5CC896-D782-4A58-BD37-FC782A9AD02C}" dt="2022-09-06T15:20:53.558" v="1002" actId="6549"/>
        <pc:sldMkLst>
          <pc:docMk/>
          <pc:sldMk cId="1307064886" sldId="291"/>
        </pc:sldMkLst>
        <pc:spChg chg="mod">
          <ac:chgData name="Leônidas Müller de Oliveira" userId="5af9566427f0cd7a" providerId="LiveId" clId="{9E5CC896-D782-4A58-BD37-FC782A9AD02C}" dt="2022-09-06T15:20:53.558" v="1002" actId="6549"/>
          <ac:spMkLst>
            <pc:docMk/>
            <pc:sldMk cId="1307064886" sldId="291"/>
            <ac:spMk id="5" creationId="{A3D0606D-7A17-79FB-9651-322EB07A5301}"/>
          </ac:spMkLst>
        </pc:spChg>
        <pc:spChg chg="mod">
          <ac:chgData name="Leônidas Müller de Oliveira" userId="5af9566427f0cd7a" providerId="LiveId" clId="{9E5CC896-D782-4A58-BD37-FC782A9AD02C}" dt="2022-09-06T15:15:51.743" v="711" actId="20577"/>
          <ac:spMkLst>
            <pc:docMk/>
            <pc:sldMk cId="1307064886" sldId="291"/>
            <ac:spMk id="10" creationId="{D7001BA3-CB80-4627-9BF8-F969EC7D3809}"/>
          </ac:spMkLst>
        </pc:spChg>
        <pc:picChg chg="add mod">
          <ac:chgData name="Leônidas Müller de Oliveira" userId="5af9566427f0cd7a" providerId="LiveId" clId="{9E5CC896-D782-4A58-BD37-FC782A9AD02C}" dt="2022-09-06T15:19:41.457" v="717" actId="1076"/>
          <ac:picMkLst>
            <pc:docMk/>
            <pc:sldMk cId="1307064886" sldId="291"/>
            <ac:picMk id="3" creationId="{7B95C39A-AB93-F4EE-2AE2-2572E16C99BF}"/>
          </ac:picMkLst>
        </pc:picChg>
        <pc:picChg chg="del">
          <ac:chgData name="Leônidas Müller de Oliveira" userId="5af9566427f0cd7a" providerId="LiveId" clId="{9E5CC896-D782-4A58-BD37-FC782A9AD02C}" dt="2022-09-06T15:19:32.179" v="712" actId="478"/>
          <ac:picMkLst>
            <pc:docMk/>
            <pc:sldMk cId="1307064886" sldId="291"/>
            <ac:picMk id="8" creationId="{0B33843E-266F-A2BB-6799-9571597D63A4}"/>
          </ac:picMkLst>
        </pc:picChg>
      </pc:sldChg>
      <pc:sldChg chg="addSp delSp modSp add mod">
        <pc:chgData name="Leônidas Müller de Oliveira" userId="5af9566427f0cd7a" providerId="LiveId" clId="{9E5CC896-D782-4A58-BD37-FC782A9AD02C}" dt="2022-09-06T15:23:23.952" v="1008" actId="1076"/>
        <pc:sldMkLst>
          <pc:docMk/>
          <pc:sldMk cId="88208473" sldId="292"/>
        </pc:sldMkLst>
        <pc:spChg chg="mod">
          <ac:chgData name="Leônidas Müller de Oliveira" userId="5af9566427f0cd7a" providerId="LiveId" clId="{9E5CC896-D782-4A58-BD37-FC782A9AD02C}" dt="2022-09-06T15:23:21.343" v="1007" actId="6549"/>
          <ac:spMkLst>
            <pc:docMk/>
            <pc:sldMk cId="88208473" sldId="292"/>
            <ac:spMk id="5" creationId="{A3D0606D-7A17-79FB-9651-322EB07A5301}"/>
          </ac:spMkLst>
        </pc:spChg>
        <pc:picChg chg="del">
          <ac:chgData name="Leônidas Müller de Oliveira" userId="5af9566427f0cd7a" providerId="LiveId" clId="{9E5CC896-D782-4A58-BD37-FC782A9AD02C}" dt="2022-09-06T15:23:16.877" v="1004" actId="478"/>
          <ac:picMkLst>
            <pc:docMk/>
            <pc:sldMk cId="88208473" sldId="292"/>
            <ac:picMk id="3" creationId="{7B95C39A-AB93-F4EE-2AE2-2572E16C99BF}"/>
          </ac:picMkLst>
        </pc:picChg>
        <pc:picChg chg="add mod">
          <ac:chgData name="Leônidas Müller de Oliveira" userId="5af9566427f0cd7a" providerId="LiveId" clId="{9E5CC896-D782-4A58-BD37-FC782A9AD02C}" dt="2022-09-06T15:23:23.952" v="1008" actId="1076"/>
          <ac:picMkLst>
            <pc:docMk/>
            <pc:sldMk cId="88208473" sldId="292"/>
            <ac:picMk id="4" creationId="{8E1CE426-D6F8-69C6-BCB9-C89C6ACD9725}"/>
          </ac:picMkLst>
        </pc:picChg>
      </pc:sldChg>
      <pc:sldChg chg="addSp delSp modSp add mod ord">
        <pc:chgData name="Leônidas Müller de Oliveira" userId="5af9566427f0cd7a" providerId="LiveId" clId="{9E5CC896-D782-4A58-BD37-FC782A9AD02C}" dt="2022-09-06T15:25:37.469" v="1028" actId="1076"/>
        <pc:sldMkLst>
          <pc:docMk/>
          <pc:sldMk cId="775137276" sldId="293"/>
        </pc:sldMkLst>
        <pc:spChg chg="del">
          <ac:chgData name="Leônidas Müller de Oliveira" userId="5af9566427f0cd7a" providerId="LiveId" clId="{9E5CC896-D782-4A58-BD37-FC782A9AD02C}" dt="2022-09-06T15:25:28.820" v="1026" actId="478"/>
          <ac:spMkLst>
            <pc:docMk/>
            <pc:sldMk cId="775137276" sldId="293"/>
            <ac:spMk id="5" creationId="{A3D0606D-7A17-79FB-9651-322EB07A5301}"/>
          </ac:spMkLst>
        </pc:spChg>
        <pc:spChg chg="mod">
          <ac:chgData name="Leônidas Müller de Oliveira" userId="5af9566427f0cd7a" providerId="LiveId" clId="{9E5CC896-D782-4A58-BD37-FC782A9AD02C}" dt="2022-09-06T15:23:43.985" v="1023" actId="6549"/>
          <ac:spMkLst>
            <pc:docMk/>
            <pc:sldMk cId="775137276" sldId="293"/>
            <ac:spMk id="10" creationId="{D7001BA3-CB80-4627-9BF8-F969EC7D3809}"/>
          </ac:spMkLst>
        </pc:spChg>
        <pc:picChg chg="del">
          <ac:chgData name="Leônidas Müller de Oliveira" userId="5af9566427f0cd7a" providerId="LiveId" clId="{9E5CC896-D782-4A58-BD37-FC782A9AD02C}" dt="2022-09-06T15:25:22.661" v="1024" actId="478"/>
          <ac:picMkLst>
            <pc:docMk/>
            <pc:sldMk cId="775137276" sldId="293"/>
            <ac:picMk id="3" creationId="{7B95C39A-AB93-F4EE-2AE2-2572E16C99BF}"/>
          </ac:picMkLst>
        </pc:picChg>
        <pc:picChg chg="add mod">
          <ac:chgData name="Leônidas Müller de Oliveira" userId="5af9566427f0cd7a" providerId="LiveId" clId="{9E5CC896-D782-4A58-BD37-FC782A9AD02C}" dt="2022-09-06T15:25:37.469" v="1028" actId="1076"/>
          <ac:picMkLst>
            <pc:docMk/>
            <pc:sldMk cId="775137276" sldId="293"/>
            <ac:picMk id="4" creationId="{4C3E3453-A833-81BC-E566-3A830674C709}"/>
          </ac:picMkLst>
        </pc:picChg>
      </pc:sldChg>
    </pc:docChg>
  </pc:docChgLst>
  <pc:docChgLst>
    <pc:chgData name="Leônidas Müller de Oliveira" userId="5af9566427f0cd7a" providerId="LiveId" clId="{2C11F022-23B4-463C-8287-20BD4C8EC5E6}"/>
    <pc:docChg chg="modSld">
      <pc:chgData name="Leônidas Müller de Oliveira" userId="5af9566427f0cd7a" providerId="LiveId" clId="{2C11F022-23B4-463C-8287-20BD4C8EC5E6}" dt="2022-10-26T19:04:37.341" v="38" actId="2711"/>
      <pc:docMkLst>
        <pc:docMk/>
      </pc:docMkLst>
      <pc:sldChg chg="modSp mod">
        <pc:chgData name="Leônidas Müller de Oliveira" userId="5af9566427f0cd7a" providerId="LiveId" clId="{2C11F022-23B4-463C-8287-20BD4C8EC5E6}" dt="2022-10-26T19:04:37.341" v="38" actId="2711"/>
        <pc:sldMkLst>
          <pc:docMk/>
          <pc:sldMk cId="0" sldId="257"/>
        </pc:sldMkLst>
        <pc:spChg chg="mod">
          <ac:chgData name="Leônidas Müller de Oliveira" userId="5af9566427f0cd7a" providerId="LiveId" clId="{2C11F022-23B4-463C-8287-20BD4C8EC5E6}" dt="2022-10-26T19:04:37.341" v="38" actId="2711"/>
          <ac:spMkLst>
            <pc:docMk/>
            <pc:sldMk cId="0" sldId="257"/>
            <ac:spMk id="67" creationId="{00000000-0000-0000-0000-000000000000}"/>
          </ac:spMkLst>
        </pc:spChg>
      </pc:sldChg>
    </pc:docChg>
  </pc:docChgLst>
  <pc:docChgLst>
    <pc:chgData name="Leônidas Müller de Oliveira" userId="5af9566427f0cd7a" providerId="LiveId" clId="{9CEBAD42-B415-46AD-8527-E1F9C7EE6655}"/>
    <pc:docChg chg="undo custSel addSld delSld modSld sldOrd">
      <pc:chgData name="Leônidas Müller de Oliveira" userId="5af9566427f0cd7a" providerId="LiveId" clId="{9CEBAD42-B415-46AD-8527-E1F9C7EE6655}" dt="2022-08-30T13:44:09.491" v="869" actId="14100"/>
      <pc:docMkLst>
        <pc:docMk/>
      </pc:docMkLst>
      <pc:sldChg chg="modSp mod">
        <pc:chgData name="Leônidas Müller de Oliveira" userId="5af9566427f0cd7a" providerId="LiveId" clId="{9CEBAD42-B415-46AD-8527-E1F9C7EE6655}" dt="2022-08-30T13:43:27.494" v="868" actId="20577"/>
        <pc:sldMkLst>
          <pc:docMk/>
          <pc:sldMk cId="0" sldId="257"/>
        </pc:sldMkLst>
        <pc:spChg chg="mod">
          <ac:chgData name="Leônidas Müller de Oliveira" userId="5af9566427f0cd7a" providerId="LiveId" clId="{9CEBAD42-B415-46AD-8527-E1F9C7EE6655}" dt="2022-08-30T13:43:27.494" v="868" actId="20577"/>
          <ac:spMkLst>
            <pc:docMk/>
            <pc:sldMk cId="0" sldId="257"/>
            <ac:spMk id="67" creationId="{00000000-0000-0000-0000-000000000000}"/>
          </ac:spMkLst>
        </pc:spChg>
      </pc:sldChg>
      <pc:sldChg chg="modSp mod">
        <pc:chgData name="Leônidas Müller de Oliveira" userId="5af9566427f0cd7a" providerId="LiveId" clId="{9CEBAD42-B415-46AD-8527-E1F9C7EE6655}" dt="2022-08-29T14:05:54.369" v="488" actId="1076"/>
        <pc:sldMkLst>
          <pc:docMk/>
          <pc:sldMk cId="0" sldId="281"/>
        </pc:sldMkLst>
        <pc:spChg chg="mod">
          <ac:chgData name="Leônidas Müller de Oliveira" userId="5af9566427f0cd7a" providerId="LiveId" clId="{9CEBAD42-B415-46AD-8527-E1F9C7EE6655}" dt="2022-08-29T14:05:54.369" v="488" actId="1076"/>
          <ac:spMkLst>
            <pc:docMk/>
            <pc:sldMk cId="0" sldId="281"/>
            <ac:spMk id="337" creationId="{00000000-0000-0000-0000-000000000000}"/>
          </ac:spMkLst>
        </pc:spChg>
      </pc:sldChg>
      <pc:sldChg chg="addSp delSp modSp del mod ord">
        <pc:chgData name="Leônidas Müller de Oliveira" userId="5af9566427f0cd7a" providerId="LiveId" clId="{9CEBAD42-B415-46AD-8527-E1F9C7EE6655}" dt="2022-08-30T13:18:13.881" v="617" actId="47"/>
        <pc:sldMkLst>
          <pc:docMk/>
          <pc:sldMk cId="3187776213" sldId="282"/>
        </pc:sldMkLst>
        <pc:spChg chg="del mod">
          <ac:chgData name="Leônidas Müller de Oliveira" userId="5af9566427f0cd7a" providerId="LiveId" clId="{9CEBAD42-B415-46AD-8527-E1F9C7EE6655}" dt="2022-08-29T15:00:03.560" v="513" actId="478"/>
          <ac:spMkLst>
            <pc:docMk/>
            <pc:sldMk cId="3187776213" sldId="282"/>
            <ac:spMk id="9" creationId="{9C81958B-AE4B-43C9-BC2C-2CBADE7FE55A}"/>
          </ac:spMkLst>
        </pc:spChg>
        <pc:spChg chg="del mod">
          <ac:chgData name="Leônidas Müller de Oliveira" userId="5af9566427f0cd7a" providerId="LiveId" clId="{9CEBAD42-B415-46AD-8527-E1F9C7EE6655}" dt="2022-08-29T15:00:17.115" v="529" actId="478"/>
          <ac:spMkLst>
            <pc:docMk/>
            <pc:sldMk cId="3187776213" sldId="282"/>
            <ac:spMk id="10" creationId="{D7001BA3-CB80-4627-9BF8-F969EC7D3809}"/>
          </ac:spMkLst>
        </pc:spChg>
        <pc:spChg chg="del">
          <ac:chgData name="Leônidas Müller de Oliveira" userId="5af9566427f0cd7a" providerId="LiveId" clId="{9CEBAD42-B415-46AD-8527-E1F9C7EE6655}" dt="2022-08-29T14:06:20.881" v="490" actId="478"/>
          <ac:spMkLst>
            <pc:docMk/>
            <pc:sldMk cId="3187776213" sldId="282"/>
            <ac:spMk id="11" creationId="{96FE473C-D562-44AA-8027-DF747996706D}"/>
          </ac:spMkLst>
        </pc:spChg>
        <pc:spChg chg="mod">
          <ac:chgData name="Leônidas Müller de Oliveira" userId="5af9566427f0cd7a" providerId="LiveId" clId="{9CEBAD42-B415-46AD-8527-E1F9C7EE6655}" dt="2022-08-29T15:00:21.709" v="530" actId="14100"/>
          <ac:spMkLst>
            <pc:docMk/>
            <pc:sldMk cId="3187776213" sldId="282"/>
            <ac:spMk id="140" creationId="{00000000-0000-0000-0000-000000000000}"/>
          </ac:spMkLst>
        </pc:spChg>
        <pc:spChg chg="mod">
          <ac:chgData name="Leônidas Müller de Oliveira" userId="5af9566427f0cd7a" providerId="LiveId" clId="{9CEBAD42-B415-46AD-8527-E1F9C7EE6655}" dt="2022-08-29T15:00:14.637" v="528" actId="20577"/>
          <ac:spMkLst>
            <pc:docMk/>
            <pc:sldMk cId="3187776213" sldId="282"/>
            <ac:spMk id="141" creationId="{00000000-0000-0000-0000-000000000000}"/>
          </ac:spMkLst>
        </pc:spChg>
        <pc:picChg chg="add mod">
          <ac:chgData name="Leônidas Müller de Oliveira" userId="5af9566427f0cd7a" providerId="LiveId" clId="{9CEBAD42-B415-46AD-8527-E1F9C7EE6655}" dt="2022-08-29T15:17:30.382" v="551" actId="1076"/>
          <ac:picMkLst>
            <pc:docMk/>
            <pc:sldMk cId="3187776213" sldId="282"/>
            <ac:picMk id="3" creationId="{14BF5BD9-2F15-9321-92A7-51CAD07C8887}"/>
          </ac:picMkLst>
        </pc:picChg>
      </pc:sldChg>
      <pc:sldChg chg="delSp modSp mod ord">
        <pc:chgData name="Leônidas Müller de Oliveira" userId="5af9566427f0cd7a" providerId="LiveId" clId="{9CEBAD42-B415-46AD-8527-E1F9C7EE6655}" dt="2022-08-29T14:06:18.019" v="489" actId="478"/>
        <pc:sldMkLst>
          <pc:docMk/>
          <pc:sldMk cId="2510226186" sldId="285"/>
        </pc:sldMkLst>
        <pc:spChg chg="mod">
          <ac:chgData name="Leônidas Müller de Oliveira" userId="5af9566427f0cd7a" providerId="LiveId" clId="{9CEBAD42-B415-46AD-8527-E1F9C7EE6655}" dt="2022-08-29T14:00:24.288" v="422" actId="14100"/>
          <ac:spMkLst>
            <pc:docMk/>
            <pc:sldMk cId="2510226186" sldId="285"/>
            <ac:spMk id="9" creationId="{9C81958B-AE4B-43C9-BC2C-2CBADE7FE55A}"/>
          </ac:spMkLst>
        </pc:spChg>
        <pc:spChg chg="mod">
          <ac:chgData name="Leônidas Müller de Oliveira" userId="5af9566427f0cd7a" providerId="LiveId" clId="{9CEBAD42-B415-46AD-8527-E1F9C7EE6655}" dt="2022-08-29T13:56:18.045" v="260" actId="20577"/>
          <ac:spMkLst>
            <pc:docMk/>
            <pc:sldMk cId="2510226186" sldId="285"/>
            <ac:spMk id="10" creationId="{D7001BA3-CB80-4627-9BF8-F969EC7D3809}"/>
          </ac:spMkLst>
        </pc:spChg>
        <pc:spChg chg="del">
          <ac:chgData name="Leônidas Müller de Oliveira" userId="5af9566427f0cd7a" providerId="LiveId" clId="{9CEBAD42-B415-46AD-8527-E1F9C7EE6655}" dt="2022-08-29T14:06:18.019" v="489" actId="478"/>
          <ac:spMkLst>
            <pc:docMk/>
            <pc:sldMk cId="2510226186" sldId="285"/>
            <ac:spMk id="11" creationId="{96FE473C-D562-44AA-8027-DF747996706D}"/>
          </ac:spMkLst>
        </pc:spChg>
        <pc:spChg chg="mod">
          <ac:chgData name="Leônidas Müller de Oliveira" userId="5af9566427f0cd7a" providerId="LiveId" clId="{9CEBAD42-B415-46AD-8527-E1F9C7EE6655}" dt="2022-08-29T13:56:11.804" v="235" actId="20577"/>
          <ac:spMkLst>
            <pc:docMk/>
            <pc:sldMk cId="2510226186" sldId="285"/>
            <ac:spMk id="141" creationId="{00000000-0000-0000-0000-000000000000}"/>
          </ac:spMkLst>
        </pc:spChg>
      </pc:sldChg>
      <pc:sldChg chg="del">
        <pc:chgData name="Leônidas Müller de Oliveira" userId="5af9566427f0cd7a" providerId="LiveId" clId="{9CEBAD42-B415-46AD-8527-E1F9C7EE6655}" dt="2022-08-29T14:05:33.251" v="425" actId="2696"/>
        <pc:sldMkLst>
          <pc:docMk/>
          <pc:sldMk cId="3008501193" sldId="286"/>
        </pc:sldMkLst>
      </pc:sldChg>
      <pc:sldChg chg="add">
        <pc:chgData name="Leônidas Müller de Oliveira" userId="5af9566427f0cd7a" providerId="LiveId" clId="{9CEBAD42-B415-46AD-8527-E1F9C7EE6655}" dt="2022-08-29T14:59:49.352" v="491" actId="2890"/>
        <pc:sldMkLst>
          <pc:docMk/>
          <pc:sldMk cId="4004384132" sldId="286"/>
        </pc:sldMkLst>
      </pc:sldChg>
      <pc:sldChg chg="addSp delSp modSp add del mod">
        <pc:chgData name="Leônidas Müller de Oliveira" userId="5af9566427f0cd7a" providerId="LiveId" clId="{9CEBAD42-B415-46AD-8527-E1F9C7EE6655}" dt="2022-08-30T13:18:17.551" v="618" actId="47"/>
        <pc:sldMkLst>
          <pc:docMk/>
          <pc:sldMk cId="1554863389" sldId="287"/>
        </pc:sldMkLst>
        <pc:spChg chg="mod">
          <ac:chgData name="Leônidas Müller de Oliveira" userId="5af9566427f0cd7a" providerId="LiveId" clId="{9CEBAD42-B415-46AD-8527-E1F9C7EE6655}" dt="2022-08-29T15:06:16.487" v="543" actId="20577"/>
          <ac:spMkLst>
            <pc:docMk/>
            <pc:sldMk cId="1554863389" sldId="287"/>
            <ac:spMk id="141" creationId="{00000000-0000-0000-0000-000000000000}"/>
          </ac:spMkLst>
        </pc:spChg>
        <pc:picChg chg="del">
          <ac:chgData name="Leônidas Müller de Oliveira" userId="5af9566427f0cd7a" providerId="LiveId" clId="{9CEBAD42-B415-46AD-8527-E1F9C7EE6655}" dt="2022-08-29T15:08:59.134" v="544" actId="478"/>
          <ac:picMkLst>
            <pc:docMk/>
            <pc:sldMk cId="1554863389" sldId="287"/>
            <ac:picMk id="3" creationId="{14BF5BD9-2F15-9321-92A7-51CAD07C8887}"/>
          </ac:picMkLst>
        </pc:picChg>
        <pc:picChg chg="add mod">
          <ac:chgData name="Leônidas Müller de Oliveira" userId="5af9566427f0cd7a" providerId="LiveId" clId="{9CEBAD42-B415-46AD-8527-E1F9C7EE6655}" dt="2022-08-29T15:09:10.139" v="549" actId="1076"/>
          <ac:picMkLst>
            <pc:docMk/>
            <pc:sldMk cId="1554863389" sldId="287"/>
            <ac:picMk id="4" creationId="{9EDA415D-D006-2F9A-5020-56193F99FAD4}"/>
          </ac:picMkLst>
        </pc:picChg>
      </pc:sldChg>
      <pc:sldChg chg="addSp delSp modSp add mod">
        <pc:chgData name="Leônidas Müller de Oliveira" userId="5af9566427f0cd7a" providerId="LiveId" clId="{9CEBAD42-B415-46AD-8527-E1F9C7EE6655}" dt="2022-08-29T15:17:45.063" v="567"/>
        <pc:sldMkLst>
          <pc:docMk/>
          <pc:sldMk cId="196204676" sldId="288"/>
        </pc:sldMkLst>
        <pc:spChg chg="del">
          <ac:chgData name="Leônidas Müller de Oliveira" userId="5af9566427f0cd7a" providerId="LiveId" clId="{9CEBAD42-B415-46AD-8527-E1F9C7EE6655}" dt="2022-08-29T15:17:41.983" v="566" actId="478"/>
          <ac:spMkLst>
            <pc:docMk/>
            <pc:sldMk cId="196204676" sldId="288"/>
            <ac:spMk id="9" creationId="{9C81958B-AE4B-43C9-BC2C-2CBADE7FE55A}"/>
          </ac:spMkLst>
        </pc:spChg>
        <pc:spChg chg="mod">
          <ac:chgData name="Leônidas Müller de Oliveira" userId="5af9566427f0cd7a" providerId="LiveId" clId="{9CEBAD42-B415-46AD-8527-E1F9C7EE6655}" dt="2022-08-29T15:17:39.382" v="565" actId="20577"/>
          <ac:spMkLst>
            <pc:docMk/>
            <pc:sldMk cId="196204676" sldId="288"/>
            <ac:spMk id="10" creationId="{D7001BA3-CB80-4627-9BF8-F969EC7D3809}"/>
          </ac:spMkLst>
        </pc:spChg>
        <pc:picChg chg="add mod">
          <ac:chgData name="Leônidas Müller de Oliveira" userId="5af9566427f0cd7a" providerId="LiveId" clId="{9CEBAD42-B415-46AD-8527-E1F9C7EE6655}" dt="2022-08-29T15:17:45.063" v="567"/>
          <ac:picMkLst>
            <pc:docMk/>
            <pc:sldMk cId="196204676" sldId="288"/>
            <ac:picMk id="2" creationId="{4F55D875-ACB0-2AA7-3E8F-2CDA0A571B40}"/>
          </ac:picMkLst>
        </pc:picChg>
      </pc:sldChg>
      <pc:sldChg chg="addSp delSp modSp add mod">
        <pc:chgData name="Leônidas Müller de Oliveira" userId="5af9566427f0cd7a" providerId="LiveId" clId="{9CEBAD42-B415-46AD-8527-E1F9C7EE6655}" dt="2022-08-29T15:18:36.933" v="615" actId="20577"/>
        <pc:sldMkLst>
          <pc:docMk/>
          <pc:sldMk cId="3083649940" sldId="289"/>
        </pc:sldMkLst>
        <pc:spChg chg="mod">
          <ac:chgData name="Leônidas Müller de Oliveira" userId="5af9566427f0cd7a" providerId="LiveId" clId="{9CEBAD42-B415-46AD-8527-E1F9C7EE6655}" dt="2022-08-29T15:18:36.933" v="615" actId="20577"/>
          <ac:spMkLst>
            <pc:docMk/>
            <pc:sldMk cId="3083649940" sldId="289"/>
            <ac:spMk id="10" creationId="{D7001BA3-CB80-4627-9BF8-F969EC7D3809}"/>
          </ac:spMkLst>
        </pc:spChg>
        <pc:picChg chg="del mod">
          <ac:chgData name="Leônidas Müller de Oliveira" userId="5af9566427f0cd7a" providerId="LiveId" clId="{9CEBAD42-B415-46AD-8527-E1F9C7EE6655}" dt="2022-08-29T15:17:55.592" v="580" actId="478"/>
          <ac:picMkLst>
            <pc:docMk/>
            <pc:sldMk cId="3083649940" sldId="289"/>
            <ac:picMk id="2" creationId="{4F55D875-ACB0-2AA7-3E8F-2CDA0A571B40}"/>
          </ac:picMkLst>
        </pc:picChg>
        <pc:picChg chg="add mod">
          <ac:chgData name="Leônidas Müller de Oliveira" userId="5af9566427f0cd7a" providerId="LiveId" clId="{9CEBAD42-B415-46AD-8527-E1F9C7EE6655}" dt="2022-08-29T15:18:08.377" v="584" actId="1076"/>
          <ac:picMkLst>
            <pc:docMk/>
            <pc:sldMk cId="3083649940" sldId="289"/>
            <ac:picMk id="3" creationId="{376D601F-5728-49B5-EF36-21A9A51CAEDA}"/>
          </ac:picMkLst>
        </pc:picChg>
      </pc:sldChg>
      <pc:sldChg chg="addSp delSp modSp add mod">
        <pc:chgData name="Leônidas Müller de Oliveira" userId="5af9566427f0cd7a" providerId="LiveId" clId="{9CEBAD42-B415-46AD-8527-E1F9C7EE6655}" dt="2022-08-30T13:23:31.922" v="729" actId="20577"/>
        <pc:sldMkLst>
          <pc:docMk/>
          <pc:sldMk cId="1829811407" sldId="290"/>
        </pc:sldMkLst>
        <pc:spChg chg="mod">
          <ac:chgData name="Leônidas Müller de Oliveira" userId="5af9566427f0cd7a" providerId="LiveId" clId="{9CEBAD42-B415-46AD-8527-E1F9C7EE6655}" dt="2022-08-30T13:23:31.922" v="729" actId="20577"/>
          <ac:spMkLst>
            <pc:docMk/>
            <pc:sldMk cId="1829811407" sldId="290"/>
            <ac:spMk id="10" creationId="{D7001BA3-CB80-4627-9BF8-F969EC7D3809}"/>
          </ac:spMkLst>
        </pc:spChg>
        <pc:picChg chg="del">
          <ac:chgData name="Leônidas Müller de Oliveira" userId="5af9566427f0cd7a" providerId="LiveId" clId="{9CEBAD42-B415-46AD-8527-E1F9C7EE6655}" dt="2022-08-30T13:19:51.931" v="650" actId="478"/>
          <ac:picMkLst>
            <pc:docMk/>
            <pc:sldMk cId="1829811407" sldId="290"/>
            <ac:picMk id="3" creationId="{376D601F-5728-49B5-EF36-21A9A51CAEDA}"/>
          </ac:picMkLst>
        </pc:picChg>
        <pc:picChg chg="add del mod">
          <ac:chgData name="Leônidas Müller de Oliveira" userId="5af9566427f0cd7a" providerId="LiveId" clId="{9CEBAD42-B415-46AD-8527-E1F9C7EE6655}" dt="2022-08-30T13:20:07.231" v="654" actId="478"/>
          <ac:picMkLst>
            <pc:docMk/>
            <pc:sldMk cId="1829811407" sldId="290"/>
            <ac:picMk id="4" creationId="{B307C6C5-E755-C801-2177-86FC37490F91}"/>
          </ac:picMkLst>
        </pc:picChg>
        <pc:picChg chg="add mod">
          <ac:chgData name="Leônidas Müller de Oliveira" userId="5af9566427f0cd7a" providerId="LiveId" clId="{9CEBAD42-B415-46AD-8527-E1F9C7EE6655}" dt="2022-08-30T13:20:17.971" v="658" actId="1076"/>
          <ac:picMkLst>
            <pc:docMk/>
            <pc:sldMk cId="1829811407" sldId="290"/>
            <ac:picMk id="6" creationId="{8256C0C9-A9CD-B910-6159-F7B0697E39A8}"/>
          </ac:picMkLst>
        </pc:picChg>
      </pc:sldChg>
      <pc:sldChg chg="add del">
        <pc:chgData name="Leônidas Müller de Oliveira" userId="5af9566427f0cd7a" providerId="LiveId" clId="{9CEBAD42-B415-46AD-8527-E1F9C7EE6655}" dt="2022-08-30T13:18:19.821" v="619" actId="47"/>
        <pc:sldMkLst>
          <pc:docMk/>
          <pc:sldMk cId="2909319333" sldId="290"/>
        </pc:sldMkLst>
      </pc:sldChg>
      <pc:sldChg chg="addSp delSp modSp add mod">
        <pc:chgData name="Leônidas Müller de Oliveira" userId="5af9566427f0cd7a" providerId="LiveId" clId="{9CEBAD42-B415-46AD-8527-E1F9C7EE6655}" dt="2022-08-30T13:23:41.571" v="731"/>
        <pc:sldMkLst>
          <pc:docMk/>
          <pc:sldMk cId="267836333" sldId="291"/>
        </pc:sldMkLst>
        <pc:spChg chg="mod">
          <ac:chgData name="Leônidas Müller de Oliveira" userId="5af9566427f0cd7a" providerId="LiveId" clId="{9CEBAD42-B415-46AD-8527-E1F9C7EE6655}" dt="2022-08-30T13:23:41.571" v="731"/>
          <ac:spMkLst>
            <pc:docMk/>
            <pc:sldMk cId="267836333" sldId="291"/>
            <ac:spMk id="10" creationId="{D7001BA3-CB80-4627-9BF8-F969EC7D3809}"/>
          </ac:spMkLst>
        </pc:spChg>
        <pc:picChg chg="add mod">
          <ac:chgData name="Leônidas Müller de Oliveira" userId="5af9566427f0cd7a" providerId="LiveId" clId="{9CEBAD42-B415-46AD-8527-E1F9C7EE6655}" dt="2022-08-30T13:22:53.961" v="666" actId="1076"/>
          <ac:picMkLst>
            <pc:docMk/>
            <pc:sldMk cId="267836333" sldId="291"/>
            <ac:picMk id="3" creationId="{F1B4F703-42BA-8E03-65F1-9FE2188BB9D4}"/>
          </ac:picMkLst>
        </pc:picChg>
        <pc:picChg chg="del">
          <ac:chgData name="Leônidas Müller de Oliveira" userId="5af9566427f0cd7a" providerId="LiveId" clId="{9CEBAD42-B415-46AD-8527-E1F9C7EE6655}" dt="2022-08-30T13:22:45.421" v="660" actId="478"/>
          <ac:picMkLst>
            <pc:docMk/>
            <pc:sldMk cId="267836333" sldId="291"/>
            <ac:picMk id="6" creationId="{8256C0C9-A9CD-B910-6159-F7B0697E39A8}"/>
          </ac:picMkLst>
        </pc:picChg>
      </pc:sldChg>
      <pc:sldChg chg="addSp delSp modSp add mod">
        <pc:chgData name="Leônidas Müller de Oliveira" userId="5af9566427f0cd7a" providerId="LiveId" clId="{9CEBAD42-B415-46AD-8527-E1F9C7EE6655}" dt="2022-08-30T13:44:09.491" v="869" actId="14100"/>
        <pc:sldMkLst>
          <pc:docMk/>
          <pc:sldMk cId="3456523691" sldId="292"/>
        </pc:sldMkLst>
        <pc:picChg chg="del">
          <ac:chgData name="Leônidas Müller de Oliveira" userId="5af9566427f0cd7a" providerId="LiveId" clId="{9CEBAD42-B415-46AD-8527-E1F9C7EE6655}" dt="2022-08-30T13:24:34.291" v="732" actId="478"/>
          <ac:picMkLst>
            <pc:docMk/>
            <pc:sldMk cId="3456523691" sldId="292"/>
            <ac:picMk id="3" creationId="{F1B4F703-42BA-8E03-65F1-9FE2188BB9D4}"/>
          </ac:picMkLst>
        </pc:picChg>
        <pc:picChg chg="add mod">
          <ac:chgData name="Leônidas Müller de Oliveira" userId="5af9566427f0cd7a" providerId="LiveId" clId="{9CEBAD42-B415-46AD-8527-E1F9C7EE6655}" dt="2022-08-30T13:44:09.491" v="869" actId="14100"/>
          <ac:picMkLst>
            <pc:docMk/>
            <pc:sldMk cId="3456523691" sldId="292"/>
            <ac:picMk id="4" creationId="{688D0160-BEAF-2825-F2BB-1ACBECF641EB}"/>
          </ac:picMkLst>
        </pc:picChg>
      </pc:sldChg>
    </pc:docChg>
  </pc:docChgLst>
  <pc:docChgLst>
    <pc:chgData name="Leônidas Müller de Oliveira" userId="5af9566427f0cd7a" providerId="LiveId" clId="{3344669D-1940-4205-9E28-49C052E40417}"/>
    <pc:docChg chg="undo custSel addSld delSld modSld">
      <pc:chgData name="Leônidas Müller de Oliveira" userId="5af9566427f0cd7a" providerId="LiveId" clId="{3344669D-1940-4205-9E28-49C052E40417}" dt="2022-08-29T13:36:23.836" v="888" actId="20577"/>
      <pc:docMkLst>
        <pc:docMk/>
      </pc:docMkLst>
      <pc:sldChg chg="modSp mod">
        <pc:chgData name="Leônidas Müller de Oliveira" userId="5af9566427f0cd7a" providerId="LiveId" clId="{3344669D-1940-4205-9E28-49C052E40417}" dt="2022-08-29T13:36:23.836" v="888" actId="20577"/>
        <pc:sldMkLst>
          <pc:docMk/>
          <pc:sldMk cId="0" sldId="257"/>
        </pc:sldMkLst>
        <pc:spChg chg="mod">
          <ac:chgData name="Leônidas Müller de Oliveira" userId="5af9566427f0cd7a" providerId="LiveId" clId="{3344669D-1940-4205-9E28-49C052E40417}" dt="2022-08-29T13:36:23.836" v="888" actId="20577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3344669D-1940-4205-9E28-49C052E40417}" dt="2022-08-29T13:36:05.541" v="880" actId="20577"/>
          <ac:spMkLst>
            <pc:docMk/>
            <pc:sldMk cId="0" sldId="257"/>
            <ac:spMk id="67" creationId="{00000000-0000-0000-0000-000000000000}"/>
          </ac:spMkLst>
        </pc:spChg>
      </pc:sldChg>
      <pc:sldChg chg="del">
        <pc:chgData name="Leônidas Müller de Oliveira" userId="5af9566427f0cd7a" providerId="LiveId" clId="{3344669D-1940-4205-9E28-49C052E40417}" dt="2022-08-29T13:35:26.249" v="761" actId="47"/>
        <pc:sldMkLst>
          <pc:docMk/>
          <pc:sldMk cId="0" sldId="262"/>
        </pc:sldMkLst>
      </pc:sldChg>
      <pc:sldChg chg="modSp mod">
        <pc:chgData name="Leônidas Müller de Oliveira" userId="5af9566427f0cd7a" providerId="LiveId" clId="{3344669D-1940-4205-9E28-49C052E40417}" dt="2022-08-29T13:35:55.274" v="877" actId="1076"/>
        <pc:sldMkLst>
          <pc:docMk/>
          <pc:sldMk cId="0" sldId="281"/>
        </pc:sldMkLst>
        <pc:spChg chg="mod">
          <ac:chgData name="Leônidas Müller de Oliveira" userId="5af9566427f0cd7a" providerId="LiveId" clId="{3344669D-1940-4205-9E28-49C052E40417}" dt="2022-08-29T13:35:55.274" v="877" actId="1076"/>
          <ac:spMkLst>
            <pc:docMk/>
            <pc:sldMk cId="0" sldId="281"/>
            <ac:spMk id="337" creationId="{00000000-0000-0000-0000-000000000000}"/>
          </ac:spMkLst>
        </pc:spChg>
      </pc:sldChg>
      <pc:sldChg chg="modSp mod">
        <pc:chgData name="Leônidas Müller de Oliveira" userId="5af9566427f0cd7a" providerId="LiveId" clId="{3344669D-1940-4205-9E28-49C052E40417}" dt="2022-08-29T13:33:58.853" v="679" actId="20577"/>
        <pc:sldMkLst>
          <pc:docMk/>
          <pc:sldMk cId="3187776213" sldId="282"/>
        </pc:sldMkLst>
        <pc:spChg chg="mod">
          <ac:chgData name="Leônidas Müller de Oliveira" userId="5af9566427f0cd7a" providerId="LiveId" clId="{3344669D-1940-4205-9E28-49C052E40417}" dt="2022-08-29T13:33:58.853" v="679" actId="20577"/>
          <ac:spMkLst>
            <pc:docMk/>
            <pc:sldMk cId="3187776213" sldId="282"/>
            <ac:spMk id="9" creationId="{9C81958B-AE4B-43C9-BC2C-2CBADE7FE55A}"/>
          </ac:spMkLst>
        </pc:spChg>
        <pc:spChg chg="mod">
          <ac:chgData name="Leônidas Müller de Oliveira" userId="5af9566427f0cd7a" providerId="LiveId" clId="{3344669D-1940-4205-9E28-49C052E40417}" dt="2022-08-29T13:31:59.383" v="566" actId="20577"/>
          <ac:spMkLst>
            <pc:docMk/>
            <pc:sldMk cId="3187776213" sldId="282"/>
            <ac:spMk id="10" creationId="{D7001BA3-CB80-4627-9BF8-F969EC7D3809}"/>
          </ac:spMkLst>
        </pc:spChg>
        <pc:spChg chg="mod">
          <ac:chgData name="Leônidas Müller de Oliveira" userId="5af9566427f0cd7a" providerId="LiveId" clId="{3344669D-1940-4205-9E28-49C052E40417}" dt="2022-08-29T13:17:41.730" v="70" actId="20577"/>
          <ac:spMkLst>
            <pc:docMk/>
            <pc:sldMk cId="3187776213" sldId="282"/>
            <ac:spMk id="11" creationId="{96FE473C-D562-44AA-8027-DF747996706D}"/>
          </ac:spMkLst>
        </pc:spChg>
      </pc:sldChg>
      <pc:sldChg chg="del">
        <pc:chgData name="Leônidas Müller de Oliveira" userId="5af9566427f0cd7a" providerId="LiveId" clId="{3344669D-1940-4205-9E28-49C052E40417}" dt="2022-08-29T13:35:25.554" v="760" actId="47"/>
        <pc:sldMkLst>
          <pc:docMk/>
          <pc:sldMk cId="2893859376" sldId="284"/>
        </pc:sldMkLst>
      </pc:sldChg>
      <pc:sldChg chg="modSp add mod">
        <pc:chgData name="Leônidas Müller de Oliveira" userId="5af9566427f0cd7a" providerId="LiveId" clId="{3344669D-1940-4205-9E28-49C052E40417}" dt="2022-08-29T13:34:25.586" v="759" actId="6549"/>
        <pc:sldMkLst>
          <pc:docMk/>
          <pc:sldMk cId="2510226186" sldId="285"/>
        </pc:sldMkLst>
        <pc:spChg chg="mod">
          <ac:chgData name="Leônidas Müller de Oliveira" userId="5af9566427f0cd7a" providerId="LiveId" clId="{3344669D-1940-4205-9E28-49C052E40417}" dt="2022-08-29T13:34:25.586" v="759" actId="6549"/>
          <ac:spMkLst>
            <pc:docMk/>
            <pc:sldMk cId="2510226186" sldId="285"/>
            <ac:spMk id="9" creationId="{9C81958B-AE4B-43C9-BC2C-2CBADE7FE55A}"/>
          </ac:spMkLst>
        </pc:spChg>
        <pc:spChg chg="mod">
          <ac:chgData name="Leônidas Müller de Oliveira" userId="5af9566427f0cd7a" providerId="LiveId" clId="{3344669D-1940-4205-9E28-49C052E40417}" dt="2022-08-29T13:33:16.882" v="606" actId="20577"/>
          <ac:spMkLst>
            <pc:docMk/>
            <pc:sldMk cId="2510226186" sldId="285"/>
            <ac:spMk id="10" creationId="{D7001BA3-CB80-4627-9BF8-F969EC7D3809}"/>
          </ac:spMkLst>
        </pc:spChg>
      </pc:sldChg>
      <pc:sldChg chg="modSp add mod">
        <pc:chgData name="Leônidas Müller de Oliveira" userId="5af9566427f0cd7a" providerId="LiveId" clId="{3344669D-1940-4205-9E28-49C052E40417}" dt="2022-08-29T13:33:11.399" v="594" actId="20577"/>
        <pc:sldMkLst>
          <pc:docMk/>
          <pc:sldMk cId="3008501193" sldId="286"/>
        </pc:sldMkLst>
        <pc:spChg chg="mod">
          <ac:chgData name="Leônidas Müller de Oliveira" userId="5af9566427f0cd7a" providerId="LiveId" clId="{3344669D-1940-4205-9E28-49C052E40417}" dt="2022-08-29T13:33:11.399" v="594" actId="20577"/>
          <ac:spMkLst>
            <pc:docMk/>
            <pc:sldMk cId="3008501193" sldId="286"/>
            <ac:spMk id="10" creationId="{D7001BA3-CB80-4627-9BF8-F969EC7D3809}"/>
          </ac:spMkLst>
        </pc:spChg>
      </pc:sldChg>
    </pc:docChg>
  </pc:docChgLst>
  <pc:docChgLst>
    <pc:chgData name="Leônidas Müller de Oliveira" userId="5af9566427f0cd7a" providerId="LiveId" clId="{B68AA69D-29C5-4824-A91A-85B7503DA0C7}"/>
    <pc:docChg chg="custSel addSld delSld modSld">
      <pc:chgData name="Leônidas Müller de Oliveira" userId="5af9566427f0cd7a" providerId="LiveId" clId="{B68AA69D-29C5-4824-A91A-85B7503DA0C7}" dt="2022-08-31T17:45:59.169" v="1403" actId="1076"/>
      <pc:docMkLst>
        <pc:docMk/>
      </pc:docMkLst>
      <pc:sldChg chg="modSp mod">
        <pc:chgData name="Leônidas Müller de Oliveira" userId="5af9566427f0cd7a" providerId="LiveId" clId="{B68AA69D-29C5-4824-A91A-85B7503DA0C7}" dt="2022-08-31T15:10:10.946" v="373" actId="313"/>
        <pc:sldMkLst>
          <pc:docMk/>
          <pc:sldMk cId="0" sldId="257"/>
        </pc:sldMkLst>
        <pc:spChg chg="mod">
          <ac:chgData name="Leônidas Müller de Oliveira" userId="5af9566427f0cd7a" providerId="LiveId" clId="{B68AA69D-29C5-4824-A91A-85B7503DA0C7}" dt="2022-08-31T15:10:10.946" v="373" actId="313"/>
          <ac:spMkLst>
            <pc:docMk/>
            <pc:sldMk cId="0" sldId="257"/>
            <ac:spMk id="67" creationId="{00000000-0000-0000-0000-000000000000}"/>
          </ac:spMkLst>
        </pc:spChg>
      </pc:sldChg>
      <pc:sldChg chg="addSp modSp mod">
        <pc:chgData name="Leônidas Müller de Oliveira" userId="5af9566427f0cd7a" providerId="LiveId" clId="{B68AA69D-29C5-4824-A91A-85B7503DA0C7}" dt="2022-08-30T13:49:40.401" v="45" actId="20577"/>
        <pc:sldMkLst>
          <pc:docMk/>
          <pc:sldMk cId="2510226186" sldId="285"/>
        </pc:sldMkLst>
        <pc:spChg chg="mod">
          <ac:chgData name="Leônidas Müller de Oliveira" userId="5af9566427f0cd7a" providerId="LiveId" clId="{B68AA69D-29C5-4824-A91A-85B7503DA0C7}" dt="2022-08-30T13:49:40.401" v="45" actId="20577"/>
          <ac:spMkLst>
            <pc:docMk/>
            <pc:sldMk cId="2510226186" sldId="285"/>
            <ac:spMk id="10" creationId="{D7001BA3-CB80-4627-9BF8-F969EC7D3809}"/>
          </ac:spMkLst>
        </pc:spChg>
        <pc:picChg chg="add mod">
          <ac:chgData name="Leônidas Müller de Oliveira" userId="5af9566427f0cd7a" providerId="LiveId" clId="{B68AA69D-29C5-4824-A91A-85B7503DA0C7}" dt="2022-08-30T13:49:18.751" v="2" actId="1076"/>
          <ac:picMkLst>
            <pc:docMk/>
            <pc:sldMk cId="2510226186" sldId="285"/>
            <ac:picMk id="3" creationId="{713BB079-BAE7-05DC-C44C-E0FE07132DEF}"/>
          </ac:picMkLst>
        </pc:picChg>
      </pc:sldChg>
      <pc:sldChg chg="addSp modSp mod">
        <pc:chgData name="Leônidas Müller de Oliveira" userId="5af9566427f0cd7a" providerId="LiveId" clId="{B68AA69D-29C5-4824-A91A-85B7503DA0C7}" dt="2022-08-31T15:23:55.479" v="622" actId="20577"/>
        <pc:sldMkLst>
          <pc:docMk/>
          <pc:sldMk cId="4004384132" sldId="286"/>
        </pc:sldMkLst>
        <pc:spChg chg="add mod">
          <ac:chgData name="Leônidas Müller de Oliveira" userId="5af9566427f0cd7a" providerId="LiveId" clId="{B68AA69D-29C5-4824-A91A-85B7503DA0C7}" dt="2022-08-31T15:13:06.888" v="374" actId="1076"/>
          <ac:spMkLst>
            <pc:docMk/>
            <pc:sldMk cId="4004384132" sldId="286"/>
            <ac:spMk id="2" creationId="{196B70C3-0C9A-BA96-1166-806C14AE4FD8}"/>
          </ac:spMkLst>
        </pc:spChg>
        <pc:spChg chg="add mod">
          <ac:chgData name="Leônidas Müller de Oliveira" userId="5af9566427f0cd7a" providerId="LiveId" clId="{B68AA69D-29C5-4824-A91A-85B7503DA0C7}" dt="2022-08-31T15:13:10.414" v="375" actId="1076"/>
          <ac:spMkLst>
            <pc:docMk/>
            <pc:sldMk cId="4004384132" sldId="286"/>
            <ac:spMk id="3" creationId="{07E93562-5E31-EB30-DB82-D43307E031E7}"/>
          </ac:spMkLst>
        </pc:spChg>
        <pc:spChg chg="add mod">
          <ac:chgData name="Leônidas Müller de Oliveira" userId="5af9566427f0cd7a" providerId="LiveId" clId="{B68AA69D-29C5-4824-A91A-85B7503DA0C7}" dt="2022-08-31T15:13:12.086" v="376" actId="1076"/>
          <ac:spMkLst>
            <pc:docMk/>
            <pc:sldMk cId="4004384132" sldId="286"/>
            <ac:spMk id="4" creationId="{4888E5F1-8A9F-8ED3-C5F6-BF7EC7A6F76E}"/>
          </ac:spMkLst>
        </pc:spChg>
        <pc:spChg chg="add mod">
          <ac:chgData name="Leônidas Müller de Oliveira" userId="5af9566427f0cd7a" providerId="LiveId" clId="{B68AA69D-29C5-4824-A91A-85B7503DA0C7}" dt="2022-08-31T15:23:55.479" v="622" actId="20577"/>
          <ac:spMkLst>
            <pc:docMk/>
            <pc:sldMk cId="4004384132" sldId="286"/>
            <ac:spMk id="5" creationId="{A3D0606D-7A17-79FB-9651-322EB07A5301}"/>
          </ac:spMkLst>
        </pc:spChg>
        <pc:spChg chg="mod">
          <ac:chgData name="Leônidas Müller de Oliveira" userId="5af9566427f0cd7a" providerId="LiveId" clId="{B68AA69D-29C5-4824-A91A-85B7503DA0C7}" dt="2022-08-31T15:13:06.888" v="374" actId="1076"/>
          <ac:spMkLst>
            <pc:docMk/>
            <pc:sldMk cId="4004384132" sldId="286"/>
            <ac:spMk id="9" creationId="{9C81958B-AE4B-43C9-BC2C-2CBADE7FE55A}"/>
          </ac:spMkLst>
        </pc:spChg>
        <pc:spChg chg="mod">
          <ac:chgData name="Leônidas Müller de Oliveira" userId="5af9566427f0cd7a" providerId="LiveId" clId="{B68AA69D-29C5-4824-A91A-85B7503DA0C7}" dt="2022-08-30T13:55:37.150" v="94" actId="20577"/>
          <ac:spMkLst>
            <pc:docMk/>
            <pc:sldMk cId="4004384132" sldId="286"/>
            <ac:spMk id="10" creationId="{D7001BA3-CB80-4627-9BF8-F969EC7D3809}"/>
          </ac:spMkLst>
        </pc:spChg>
      </pc:sldChg>
      <pc:sldChg chg="modSp add del mod">
        <pc:chgData name="Leônidas Müller de Oliveira" userId="5af9566427f0cd7a" providerId="LiveId" clId="{B68AA69D-29C5-4824-A91A-85B7503DA0C7}" dt="2022-08-31T15:15:36.041" v="491" actId="47"/>
        <pc:sldMkLst>
          <pc:docMk/>
          <pc:sldMk cId="1109708497" sldId="287"/>
        </pc:sldMkLst>
        <pc:spChg chg="mod">
          <ac:chgData name="Leônidas Müller de Oliveira" userId="5af9566427f0cd7a" providerId="LiveId" clId="{B68AA69D-29C5-4824-A91A-85B7503DA0C7}" dt="2022-08-31T15:09:59.526" v="345" actId="20577"/>
          <ac:spMkLst>
            <pc:docMk/>
            <pc:sldMk cId="1109708497" sldId="287"/>
            <ac:spMk id="10" creationId="{D7001BA3-CB80-4627-9BF8-F969EC7D3809}"/>
          </ac:spMkLst>
        </pc:spChg>
      </pc:sldChg>
      <pc:sldChg chg="del">
        <pc:chgData name="Leônidas Müller de Oliveira" userId="5af9566427f0cd7a" providerId="LiveId" clId="{B68AA69D-29C5-4824-A91A-85B7503DA0C7}" dt="2022-08-30T14:00:10.660" v="311" actId="47"/>
        <pc:sldMkLst>
          <pc:docMk/>
          <pc:sldMk cId="196204676" sldId="288"/>
        </pc:sldMkLst>
      </pc:sldChg>
      <pc:sldChg chg="addSp delSp modSp add mod">
        <pc:chgData name="Leônidas Müller de Oliveira" userId="5af9566427f0cd7a" providerId="LiveId" clId="{B68AA69D-29C5-4824-A91A-85B7503DA0C7}" dt="2022-08-31T15:35:07.668" v="836" actId="1076"/>
        <pc:sldMkLst>
          <pc:docMk/>
          <pc:sldMk cId="2281814239" sldId="288"/>
        </pc:sldMkLst>
        <pc:spChg chg="mod">
          <ac:chgData name="Leônidas Müller de Oliveira" userId="5af9566427f0cd7a" providerId="LiveId" clId="{B68AA69D-29C5-4824-A91A-85B7503DA0C7}" dt="2022-08-31T15:35:01.459" v="834" actId="1076"/>
          <ac:spMkLst>
            <pc:docMk/>
            <pc:sldMk cId="2281814239" sldId="288"/>
            <ac:spMk id="2" creationId="{196B70C3-0C9A-BA96-1166-806C14AE4FD8}"/>
          </ac:spMkLst>
        </pc:spChg>
        <pc:spChg chg="del mod">
          <ac:chgData name="Leônidas Müller de Oliveira" userId="5af9566427f0cd7a" providerId="LiveId" clId="{B68AA69D-29C5-4824-A91A-85B7503DA0C7}" dt="2022-08-31T15:34:44.144" v="829" actId="478"/>
          <ac:spMkLst>
            <pc:docMk/>
            <pc:sldMk cId="2281814239" sldId="288"/>
            <ac:spMk id="3" creationId="{07E93562-5E31-EB30-DB82-D43307E031E7}"/>
          </ac:spMkLst>
        </pc:spChg>
        <pc:spChg chg="del mod">
          <ac:chgData name="Leônidas Müller de Oliveira" userId="5af9566427f0cd7a" providerId="LiveId" clId="{B68AA69D-29C5-4824-A91A-85B7503DA0C7}" dt="2022-08-31T15:34:47.335" v="830" actId="478"/>
          <ac:spMkLst>
            <pc:docMk/>
            <pc:sldMk cId="2281814239" sldId="288"/>
            <ac:spMk id="4" creationId="{4888E5F1-8A9F-8ED3-C5F6-BF7EC7A6F76E}"/>
          </ac:spMkLst>
        </pc:spChg>
        <pc:spChg chg="del mod">
          <ac:chgData name="Leônidas Müller de Oliveira" userId="5af9566427f0cd7a" providerId="LiveId" clId="{B68AA69D-29C5-4824-A91A-85B7503DA0C7}" dt="2022-08-31T15:34:48.484" v="831" actId="478"/>
          <ac:spMkLst>
            <pc:docMk/>
            <pc:sldMk cId="2281814239" sldId="288"/>
            <ac:spMk id="5" creationId="{A3D0606D-7A17-79FB-9651-322EB07A5301}"/>
          </ac:spMkLst>
        </pc:spChg>
        <pc:spChg chg="add mod">
          <ac:chgData name="Leônidas Müller de Oliveira" userId="5af9566427f0cd7a" providerId="LiveId" clId="{B68AA69D-29C5-4824-A91A-85B7503DA0C7}" dt="2022-08-31T15:34:57.391" v="833" actId="1076"/>
          <ac:spMkLst>
            <pc:docMk/>
            <pc:sldMk cId="2281814239" sldId="288"/>
            <ac:spMk id="6" creationId="{B86CAE7B-BEA9-7937-E52D-D99916ECF845}"/>
          </ac:spMkLst>
        </pc:spChg>
        <pc:spChg chg="add mod">
          <ac:chgData name="Leônidas Müller de Oliveira" userId="5af9566427f0cd7a" providerId="LiveId" clId="{B68AA69D-29C5-4824-A91A-85B7503DA0C7}" dt="2022-08-31T15:35:07.668" v="836" actId="1076"/>
          <ac:spMkLst>
            <pc:docMk/>
            <pc:sldMk cId="2281814239" sldId="288"/>
            <ac:spMk id="7" creationId="{DE502BD4-507B-5C26-3D76-33C97B1B5ED8}"/>
          </ac:spMkLst>
        </pc:spChg>
        <pc:spChg chg="mod">
          <ac:chgData name="Leônidas Müller de Oliveira" userId="5af9566427f0cd7a" providerId="LiveId" clId="{B68AA69D-29C5-4824-A91A-85B7503DA0C7}" dt="2022-08-31T15:17:51.719" v="614" actId="313"/>
          <ac:spMkLst>
            <pc:docMk/>
            <pc:sldMk cId="2281814239" sldId="288"/>
            <ac:spMk id="9" creationId="{9C81958B-AE4B-43C9-BC2C-2CBADE7FE55A}"/>
          </ac:spMkLst>
        </pc:spChg>
        <pc:spChg chg="mod">
          <ac:chgData name="Leônidas Müller de Oliveira" userId="5af9566427f0cd7a" providerId="LiveId" clId="{B68AA69D-29C5-4824-A91A-85B7503DA0C7}" dt="2022-08-31T15:15:41.030" v="499" actId="20577"/>
          <ac:spMkLst>
            <pc:docMk/>
            <pc:sldMk cId="2281814239" sldId="288"/>
            <ac:spMk id="10" creationId="{D7001BA3-CB80-4627-9BF8-F969EC7D3809}"/>
          </ac:spMkLst>
        </pc:spChg>
      </pc:sldChg>
      <pc:sldChg chg="addSp delSp modSp add mod">
        <pc:chgData name="Leônidas Müller de Oliveira" userId="5af9566427f0cd7a" providerId="LiveId" clId="{B68AA69D-29C5-4824-A91A-85B7503DA0C7}" dt="2022-08-31T17:45:59.169" v="1403" actId="1076"/>
        <pc:sldMkLst>
          <pc:docMk/>
          <pc:sldMk cId="231035206" sldId="289"/>
        </pc:sldMkLst>
        <pc:spChg chg="mod">
          <ac:chgData name="Leônidas Müller de Oliveira" userId="5af9566427f0cd7a" providerId="LiveId" clId="{B68AA69D-29C5-4824-A91A-85B7503DA0C7}" dt="2022-08-31T17:44:16.670" v="1283" actId="1076"/>
          <ac:spMkLst>
            <pc:docMk/>
            <pc:sldMk cId="231035206" sldId="289"/>
            <ac:spMk id="2" creationId="{196B70C3-0C9A-BA96-1166-806C14AE4FD8}"/>
          </ac:spMkLst>
        </pc:spChg>
        <pc:spChg chg="add mod">
          <ac:chgData name="Leônidas Müller de Oliveira" userId="5af9566427f0cd7a" providerId="LiveId" clId="{B68AA69D-29C5-4824-A91A-85B7503DA0C7}" dt="2022-08-31T17:45:01.728" v="1381" actId="20577"/>
          <ac:spMkLst>
            <pc:docMk/>
            <pc:sldMk cId="231035206" sldId="289"/>
            <ac:spMk id="3" creationId="{7E5B1243-4043-D778-698A-07450A0D5BBB}"/>
          </ac:spMkLst>
        </pc:spChg>
        <pc:spChg chg="add mod">
          <ac:chgData name="Leônidas Müller de Oliveira" userId="5af9566427f0cd7a" providerId="LiveId" clId="{B68AA69D-29C5-4824-A91A-85B7503DA0C7}" dt="2022-08-31T17:45:51.774" v="1402" actId="20577"/>
          <ac:spMkLst>
            <pc:docMk/>
            <pc:sldMk cId="231035206" sldId="289"/>
            <ac:spMk id="4" creationId="{DCEEE2C5-FD93-2D22-F56A-4159149B1F9A}"/>
          </ac:spMkLst>
        </pc:spChg>
        <pc:spChg chg="del">
          <ac:chgData name="Leônidas Müller de Oliveira" userId="5af9566427f0cd7a" providerId="LiveId" clId="{B68AA69D-29C5-4824-A91A-85B7503DA0C7}" dt="2022-08-31T17:42:20.808" v="995" actId="478"/>
          <ac:spMkLst>
            <pc:docMk/>
            <pc:sldMk cId="231035206" sldId="289"/>
            <ac:spMk id="6" creationId="{B86CAE7B-BEA9-7937-E52D-D99916ECF845}"/>
          </ac:spMkLst>
        </pc:spChg>
        <pc:spChg chg="mod">
          <ac:chgData name="Leônidas Müller de Oliveira" userId="5af9566427f0cd7a" providerId="LiveId" clId="{B68AA69D-29C5-4824-A91A-85B7503DA0C7}" dt="2022-08-31T17:45:59.169" v="1403" actId="1076"/>
          <ac:spMkLst>
            <pc:docMk/>
            <pc:sldMk cId="231035206" sldId="289"/>
            <ac:spMk id="7" creationId="{DE502BD4-507B-5C26-3D76-33C97B1B5ED8}"/>
          </ac:spMkLst>
        </pc:spChg>
        <pc:spChg chg="mod">
          <ac:chgData name="Leônidas Müller de Oliveira" userId="5af9566427f0cd7a" providerId="LiveId" clId="{B68AA69D-29C5-4824-A91A-85B7503DA0C7}" dt="2022-08-31T15:35:50.288" v="919" actId="20577"/>
          <ac:spMkLst>
            <pc:docMk/>
            <pc:sldMk cId="231035206" sldId="289"/>
            <ac:spMk id="9" creationId="{9C81958B-AE4B-43C9-BC2C-2CBADE7FE55A}"/>
          </ac:spMkLst>
        </pc:spChg>
        <pc:spChg chg="mod">
          <ac:chgData name="Leônidas Müller de Oliveira" userId="5af9566427f0cd7a" providerId="LiveId" clId="{B68AA69D-29C5-4824-A91A-85B7503DA0C7}" dt="2022-08-31T15:35:29.184" v="846" actId="20577"/>
          <ac:spMkLst>
            <pc:docMk/>
            <pc:sldMk cId="231035206" sldId="289"/>
            <ac:spMk id="10" creationId="{D7001BA3-CB80-4627-9BF8-F969EC7D3809}"/>
          </ac:spMkLst>
        </pc:spChg>
      </pc:sldChg>
      <pc:sldChg chg="del">
        <pc:chgData name="Leônidas Müller de Oliveira" userId="5af9566427f0cd7a" providerId="LiveId" clId="{B68AA69D-29C5-4824-A91A-85B7503DA0C7}" dt="2022-08-30T14:00:11.216" v="312" actId="47"/>
        <pc:sldMkLst>
          <pc:docMk/>
          <pc:sldMk cId="3083649940" sldId="289"/>
        </pc:sldMkLst>
      </pc:sldChg>
      <pc:sldChg chg="del">
        <pc:chgData name="Leônidas Müller de Oliveira" userId="5af9566427f0cd7a" providerId="LiveId" clId="{B68AA69D-29C5-4824-A91A-85B7503DA0C7}" dt="2022-08-30T14:00:11.870" v="313" actId="47"/>
        <pc:sldMkLst>
          <pc:docMk/>
          <pc:sldMk cId="1829811407" sldId="290"/>
        </pc:sldMkLst>
      </pc:sldChg>
      <pc:sldChg chg="del">
        <pc:chgData name="Leônidas Müller de Oliveira" userId="5af9566427f0cd7a" providerId="LiveId" clId="{B68AA69D-29C5-4824-A91A-85B7503DA0C7}" dt="2022-08-30T14:00:12.480" v="314" actId="47"/>
        <pc:sldMkLst>
          <pc:docMk/>
          <pc:sldMk cId="267836333" sldId="291"/>
        </pc:sldMkLst>
      </pc:sldChg>
      <pc:sldChg chg="del">
        <pc:chgData name="Leônidas Müller de Oliveira" userId="5af9566427f0cd7a" providerId="LiveId" clId="{B68AA69D-29C5-4824-A91A-85B7503DA0C7}" dt="2022-08-30T14:00:13.575" v="315" actId="47"/>
        <pc:sldMkLst>
          <pc:docMk/>
          <pc:sldMk cId="3456523691" sldId="292"/>
        </pc:sldMkLst>
      </pc:sldChg>
    </pc:docChg>
  </pc:docChgLst>
  <pc:docChgLst>
    <pc:chgData name="Leônidas Müller de Oliveira" userId="5af9566427f0cd7a" providerId="LiveId" clId="{99B5FB97-F5DC-4A1A-835E-2BEDE9C73D50}"/>
    <pc:docChg chg="undo redo custSel addSld delSld modSld sldOrd">
      <pc:chgData name="Leônidas Müller de Oliveira" userId="5af9566427f0cd7a" providerId="LiveId" clId="{99B5FB97-F5DC-4A1A-835E-2BEDE9C73D50}" dt="2021-01-15T00:43:49.650" v="1943" actId="404"/>
      <pc:docMkLst>
        <pc:docMk/>
      </pc:docMkLst>
      <pc:sldChg chg="del">
        <pc:chgData name="Leônidas Müller de Oliveira" userId="5af9566427f0cd7a" providerId="LiveId" clId="{99B5FB97-F5DC-4A1A-835E-2BEDE9C73D50}" dt="2021-01-14T19:52:17.807" v="0" actId="47"/>
        <pc:sldMkLst>
          <pc:docMk/>
          <pc:sldMk cId="0" sldId="256"/>
        </pc:sldMkLst>
      </pc:sldChg>
      <pc:sldChg chg="modSp mod">
        <pc:chgData name="Leônidas Müller de Oliveira" userId="5af9566427f0cd7a" providerId="LiveId" clId="{99B5FB97-F5DC-4A1A-835E-2BEDE9C73D50}" dt="2021-01-14T19:53:04.853" v="67" actId="20577"/>
        <pc:sldMkLst>
          <pc:docMk/>
          <pc:sldMk cId="0" sldId="257"/>
        </pc:sldMkLst>
        <pc:spChg chg="mod">
          <ac:chgData name="Leônidas Müller de Oliveira" userId="5af9566427f0cd7a" providerId="LiveId" clId="{99B5FB97-F5DC-4A1A-835E-2BEDE9C73D50}" dt="2021-01-14T19:53:04.853" v="67" actId="20577"/>
          <ac:spMkLst>
            <pc:docMk/>
            <pc:sldMk cId="0" sldId="257"/>
            <ac:spMk id="67" creationId="{00000000-0000-0000-0000-000000000000}"/>
          </ac:spMkLst>
        </pc:spChg>
      </pc:sldChg>
      <pc:sldChg chg="addSp delSp modSp mod">
        <pc:chgData name="Leônidas Müller de Oliveira" userId="5af9566427f0cd7a" providerId="LiveId" clId="{99B5FB97-F5DC-4A1A-835E-2BEDE9C73D50}" dt="2021-01-14T20:11:32.150" v="249" actId="1076"/>
        <pc:sldMkLst>
          <pc:docMk/>
          <pc:sldMk cId="0" sldId="258"/>
        </pc:sldMkLst>
        <pc:spChg chg="mod">
          <ac:chgData name="Leônidas Müller de Oliveira" userId="5af9566427f0cd7a" providerId="LiveId" clId="{99B5FB97-F5DC-4A1A-835E-2BEDE9C73D50}" dt="2021-01-14T20:10:22.352" v="226" actId="1076"/>
          <ac:spMkLst>
            <pc:docMk/>
            <pc:sldMk cId="0" sldId="258"/>
            <ac:spMk id="73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0:11:32.150" v="249" actId="1076"/>
          <ac:spMkLst>
            <pc:docMk/>
            <pc:sldMk cId="0" sldId="258"/>
            <ac:spMk id="75" creationId="{00000000-0000-0000-0000-000000000000}"/>
          </ac:spMkLst>
        </pc:spChg>
        <pc:spChg chg="del mod">
          <ac:chgData name="Leônidas Müller de Oliveira" userId="5af9566427f0cd7a" providerId="LiveId" clId="{99B5FB97-F5DC-4A1A-835E-2BEDE9C73D50}" dt="2021-01-14T20:11:17.604" v="247" actId="478"/>
          <ac:spMkLst>
            <pc:docMk/>
            <pc:sldMk cId="0" sldId="258"/>
            <ac:spMk id="76" creationId="{00000000-0000-0000-0000-000000000000}"/>
          </ac:spMkLst>
        </pc:spChg>
        <pc:picChg chg="add del mod ord modCrop">
          <ac:chgData name="Leônidas Müller de Oliveira" userId="5af9566427f0cd7a" providerId="LiveId" clId="{99B5FB97-F5DC-4A1A-835E-2BEDE9C73D50}" dt="2021-01-14T20:10:47.936" v="238"/>
          <ac:picMkLst>
            <pc:docMk/>
            <pc:sldMk cId="0" sldId="258"/>
            <ac:picMk id="3" creationId="{A7C512AF-C8E4-4391-BD5A-B28620A85C63}"/>
          </ac:picMkLst>
        </pc:picChg>
        <pc:picChg chg="add del mod">
          <ac:chgData name="Leônidas Müller de Oliveira" userId="5af9566427f0cd7a" providerId="LiveId" clId="{99B5FB97-F5DC-4A1A-835E-2BEDE9C73D50}" dt="2021-01-14T20:11:29.170" v="248" actId="1076"/>
          <ac:picMkLst>
            <pc:docMk/>
            <pc:sldMk cId="0" sldId="258"/>
            <ac:picMk id="74" creationId="{00000000-0000-0000-0000-000000000000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0:19:09.633" v="853" actId="14100"/>
        <pc:sldMkLst>
          <pc:docMk/>
          <pc:sldMk cId="0" sldId="263"/>
        </pc:sldMkLst>
        <pc:spChg chg="mod">
          <ac:chgData name="Leônidas Müller de Oliveira" userId="5af9566427f0cd7a" providerId="LiveId" clId="{99B5FB97-F5DC-4A1A-835E-2BEDE9C73D50}" dt="2021-01-14T20:18:24.436" v="831" actId="1076"/>
          <ac:spMkLst>
            <pc:docMk/>
            <pc:sldMk cId="0" sldId="263"/>
            <ac:spMk id="149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0:19:09.633" v="853" actId="14100"/>
          <ac:spMkLst>
            <pc:docMk/>
            <pc:sldMk cId="0" sldId="263"/>
            <ac:spMk id="150" creationId="{00000000-0000-0000-0000-000000000000}"/>
          </ac:spMkLst>
        </pc:spChg>
        <pc:graphicFrameChg chg="add del mod">
          <ac:chgData name="Leônidas Müller de Oliveira" userId="5af9566427f0cd7a" providerId="LiveId" clId="{99B5FB97-F5DC-4A1A-835E-2BEDE9C73D50}" dt="2021-01-14T20:16:50.407" v="599"/>
          <ac:graphicFrameMkLst>
            <pc:docMk/>
            <pc:sldMk cId="0" sldId="263"/>
            <ac:graphicFrameMk id="4" creationId="{5931776F-8200-4FB8-A578-528B94DC3823}"/>
          </ac:graphicFrameMkLst>
        </pc:graphicFrameChg>
        <pc:graphicFrameChg chg="add del mod modGraphic">
          <ac:chgData name="Leônidas Müller de Oliveira" userId="5af9566427f0cd7a" providerId="LiveId" clId="{99B5FB97-F5DC-4A1A-835E-2BEDE9C73D50}" dt="2021-01-14T20:16:58.709" v="606"/>
          <ac:graphicFrameMkLst>
            <pc:docMk/>
            <pc:sldMk cId="0" sldId="263"/>
            <ac:graphicFrameMk id="7" creationId="{A6DBB466-63DC-4B37-8D82-185572369FDA}"/>
          </ac:graphicFrameMkLst>
        </pc:graphicFrameChg>
        <pc:picChg chg="add del">
          <ac:chgData name="Leônidas Müller de Oliveira" userId="5af9566427f0cd7a" providerId="LiveId" clId="{99B5FB97-F5DC-4A1A-835E-2BEDE9C73D50}" dt="2021-01-14T20:17:00.895" v="610" actId="478"/>
          <ac:picMkLst>
            <pc:docMk/>
            <pc:sldMk cId="0" sldId="263"/>
            <ac:picMk id="3" creationId="{47F13F26-6EAC-4204-B198-92DD9E43F8FB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1:25:39.094" v="1426" actId="20577"/>
        <pc:sldMkLst>
          <pc:docMk/>
          <pc:sldMk cId="0" sldId="264"/>
        </pc:sldMkLst>
        <pc:spChg chg="mod">
          <ac:chgData name="Leônidas Müller de Oliveira" userId="5af9566427f0cd7a" providerId="LiveId" clId="{99B5FB97-F5DC-4A1A-835E-2BEDE9C73D50}" dt="2021-01-14T19:58:26.135" v="136" actId="1076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25:39.094" v="1426" actId="20577"/>
          <ac:spMkLst>
            <pc:docMk/>
            <pc:sldMk cId="0" sldId="264"/>
            <ac:spMk id="158" creationId="{00000000-0000-0000-0000-000000000000}"/>
          </ac:spMkLst>
        </pc:spChg>
        <pc:picChg chg="add mod ord">
          <ac:chgData name="Leônidas Müller de Oliveira" userId="5af9566427f0cd7a" providerId="LiveId" clId="{99B5FB97-F5DC-4A1A-835E-2BEDE9C73D50}" dt="2021-01-14T20:00:43.040" v="153" actId="1076"/>
          <ac:picMkLst>
            <pc:docMk/>
            <pc:sldMk cId="0" sldId="264"/>
            <ac:picMk id="7" creationId="{90A7E0AD-ABBC-4E3A-95FB-0F31B77E3FD6}"/>
          </ac:picMkLst>
        </pc:picChg>
        <pc:picChg chg="del">
          <ac:chgData name="Leônidas Müller de Oliveira" userId="5af9566427f0cd7a" providerId="LiveId" clId="{99B5FB97-F5DC-4A1A-835E-2BEDE9C73D50}" dt="2021-01-14T20:00:02.168" v="141" actId="478"/>
          <ac:picMkLst>
            <pc:docMk/>
            <pc:sldMk cId="0" sldId="264"/>
            <ac:picMk id="159" creationId="{00000000-0000-0000-0000-000000000000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1:40:48.137" v="1635" actId="207"/>
        <pc:sldMkLst>
          <pc:docMk/>
          <pc:sldMk cId="0" sldId="266"/>
        </pc:sldMkLst>
        <pc:spChg chg="add del mod ord">
          <ac:chgData name="Leônidas Müller de Oliveira" userId="5af9566427f0cd7a" providerId="LiveId" clId="{99B5FB97-F5DC-4A1A-835E-2BEDE9C73D50}" dt="2021-01-14T21:17:27.032" v="1348" actId="478"/>
          <ac:spMkLst>
            <pc:docMk/>
            <pc:sldMk cId="0" sldId="266"/>
            <ac:spMk id="4" creationId="{500E4E54-8138-49DF-9C49-E5A64A0AB594}"/>
          </ac:spMkLst>
        </pc:spChg>
        <pc:spChg chg="mod">
          <ac:chgData name="Leônidas Müller de Oliveira" userId="5af9566427f0cd7a" providerId="LiveId" clId="{99B5FB97-F5DC-4A1A-835E-2BEDE9C73D50}" dt="2021-01-14T21:40:48.137" v="1635" actId="207"/>
          <ac:spMkLst>
            <pc:docMk/>
            <pc:sldMk cId="0" sldId="266"/>
            <ac:spMk id="7" creationId="{7C21F359-349F-4011-A06B-88E613DE1D62}"/>
          </ac:spMkLst>
        </pc:spChg>
        <pc:spChg chg="mod ord">
          <ac:chgData name="Leônidas Müller de Oliveira" userId="5af9566427f0cd7a" providerId="LiveId" clId="{99B5FB97-F5DC-4A1A-835E-2BEDE9C73D50}" dt="2021-01-14T21:40:40.464" v="1633" actId="207"/>
          <ac:spMkLst>
            <pc:docMk/>
            <pc:sldMk cId="0" sldId="266"/>
            <ac:spMk id="175" creationId="{00000000-0000-0000-0000-000000000000}"/>
          </ac:spMkLst>
        </pc:spChg>
        <pc:picChg chg="add del mod ord modCrop">
          <ac:chgData name="Leônidas Müller de Oliveira" userId="5af9566427f0cd7a" providerId="LiveId" clId="{99B5FB97-F5DC-4A1A-835E-2BEDE9C73D50}" dt="2021-01-14T21:40:40.807" v="1634" actId="478"/>
          <ac:picMkLst>
            <pc:docMk/>
            <pc:sldMk cId="0" sldId="266"/>
            <ac:picMk id="3" creationId="{D49D602C-14D4-4255-96F6-879127A2D5F7}"/>
          </ac:picMkLst>
        </pc:picChg>
        <pc:picChg chg="del">
          <ac:chgData name="Leônidas Müller de Oliveira" userId="5af9566427f0cd7a" providerId="LiveId" clId="{99B5FB97-F5DC-4A1A-835E-2BEDE9C73D50}" dt="2021-01-14T21:14:36.956" v="950" actId="478"/>
          <ac:picMkLst>
            <pc:docMk/>
            <pc:sldMk cId="0" sldId="266"/>
            <ac:picMk id="177" creationId="{00000000-0000-0000-0000-000000000000}"/>
          </ac:picMkLst>
        </pc:picChg>
      </pc:sldChg>
      <pc:sldChg chg="addSp delSp modSp mod ord">
        <pc:chgData name="Leônidas Müller de Oliveira" userId="5af9566427f0cd7a" providerId="LiveId" clId="{99B5FB97-F5DC-4A1A-835E-2BEDE9C73D50}" dt="2021-01-14T21:40:01.744" v="1630"/>
        <pc:sldMkLst>
          <pc:docMk/>
          <pc:sldMk cId="0" sldId="267"/>
        </pc:sldMkLst>
        <pc:spChg chg="mod">
          <ac:chgData name="Leônidas Müller de Oliveira" userId="5af9566427f0cd7a" providerId="LiveId" clId="{99B5FB97-F5DC-4A1A-835E-2BEDE9C73D50}" dt="2021-01-14T21:25:21.864" v="1424" actId="20577"/>
          <ac:spMkLst>
            <pc:docMk/>
            <pc:sldMk cId="0" sldId="267"/>
            <ac:spMk id="184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28:48.041" v="1484" actId="20577"/>
          <ac:spMkLst>
            <pc:docMk/>
            <pc:sldMk cId="0" sldId="267"/>
            <ac:spMk id="185" creationId="{00000000-0000-0000-0000-000000000000}"/>
          </ac:spMkLst>
        </pc:spChg>
        <pc:graphicFrameChg chg="add del mod modGraphic">
          <ac:chgData name="Leônidas Müller de Oliveira" userId="5af9566427f0cd7a" providerId="LiveId" clId="{99B5FB97-F5DC-4A1A-835E-2BEDE9C73D50}" dt="2021-01-14T21:27:43.946" v="1457" actId="478"/>
          <ac:graphicFrameMkLst>
            <pc:docMk/>
            <pc:sldMk cId="0" sldId="267"/>
            <ac:graphicFrameMk id="7" creationId="{EFC88FB5-6C5C-42B5-B314-E0451597991C}"/>
          </ac:graphicFrameMkLst>
        </pc:graphicFrameChg>
        <pc:picChg chg="add mod">
          <ac:chgData name="Leônidas Müller de Oliveira" userId="5af9566427f0cd7a" providerId="LiveId" clId="{99B5FB97-F5DC-4A1A-835E-2BEDE9C73D50}" dt="2021-01-14T21:28:28.025" v="1463" actId="1076"/>
          <ac:picMkLst>
            <pc:docMk/>
            <pc:sldMk cId="0" sldId="267"/>
            <ac:picMk id="3" creationId="{A3581759-E91F-498F-8593-5AB5BE2A7D7F}"/>
          </ac:picMkLst>
        </pc:picChg>
        <pc:picChg chg="add mod">
          <ac:chgData name="Leônidas Müller de Oliveira" userId="5af9566427f0cd7a" providerId="LiveId" clId="{99B5FB97-F5DC-4A1A-835E-2BEDE9C73D50}" dt="2021-01-14T21:28:25.604" v="1462" actId="1076"/>
          <ac:picMkLst>
            <pc:docMk/>
            <pc:sldMk cId="0" sldId="267"/>
            <ac:picMk id="5" creationId="{BCAE28CB-178C-4B12-AD6E-43FE3D206AB9}"/>
          </ac:picMkLst>
        </pc:picChg>
        <pc:picChg chg="del">
          <ac:chgData name="Leônidas Müller de Oliveira" userId="5af9566427f0cd7a" providerId="LiveId" clId="{99B5FB97-F5DC-4A1A-835E-2BEDE9C73D50}" dt="2021-01-14T21:25:56.547" v="1436" actId="478"/>
          <ac:picMkLst>
            <pc:docMk/>
            <pc:sldMk cId="0" sldId="267"/>
            <ac:picMk id="186" creationId="{00000000-0000-0000-0000-000000000000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2:17:31.331" v="1715" actId="20577"/>
        <pc:sldMkLst>
          <pc:docMk/>
          <pc:sldMk cId="0" sldId="268"/>
        </pc:sldMkLst>
        <pc:spChg chg="mod">
          <ac:chgData name="Leônidas Müller de Oliveira" userId="5af9566427f0cd7a" providerId="LiveId" clId="{99B5FB97-F5DC-4A1A-835E-2BEDE9C73D50}" dt="2021-01-14T22:17:31.331" v="1715" actId="20577"/>
          <ac:spMkLst>
            <pc:docMk/>
            <pc:sldMk cId="0" sldId="268"/>
            <ac:spMk id="11" creationId="{66D68495-624D-436A-A86D-E42CC4800A32}"/>
          </ac:spMkLst>
        </pc:spChg>
        <pc:spChg chg="mod">
          <ac:chgData name="Leônidas Müller de Oliveira" userId="5af9566427f0cd7a" providerId="LiveId" clId="{99B5FB97-F5DC-4A1A-835E-2BEDE9C73D50}" dt="2021-01-14T22:14:09.741" v="1696" actId="14100"/>
          <ac:spMkLst>
            <pc:docMk/>
            <pc:sldMk cId="0" sldId="268"/>
            <ac:spMk id="192" creationId="{00000000-0000-0000-0000-000000000000}"/>
          </ac:spMkLst>
        </pc:spChg>
        <pc:picChg chg="add mod modCrop">
          <ac:chgData name="Leônidas Müller de Oliveira" userId="5af9566427f0cd7a" providerId="LiveId" clId="{99B5FB97-F5DC-4A1A-835E-2BEDE9C73D50}" dt="2021-01-14T22:15:43.970" v="1703" actId="732"/>
          <ac:picMkLst>
            <pc:docMk/>
            <pc:sldMk cId="0" sldId="268"/>
            <ac:picMk id="3" creationId="{9870FD2D-CF8E-48D3-958F-89FC769B6EC7}"/>
          </ac:picMkLst>
        </pc:picChg>
        <pc:picChg chg="del">
          <ac:chgData name="Leônidas Müller de Oliveira" userId="5af9566427f0cd7a" providerId="LiveId" clId="{99B5FB97-F5DC-4A1A-835E-2BEDE9C73D50}" dt="2021-01-14T22:15:26.606" v="1698" actId="478"/>
          <ac:picMkLst>
            <pc:docMk/>
            <pc:sldMk cId="0" sldId="268"/>
            <ac:picMk id="199" creationId="{00000000-0000-0000-0000-000000000000}"/>
          </ac:picMkLst>
        </pc:picChg>
      </pc:sldChg>
      <pc:sldChg chg="del">
        <pc:chgData name="Leônidas Müller de Oliveira" userId="5af9566427f0cd7a" providerId="LiveId" clId="{99B5FB97-F5DC-4A1A-835E-2BEDE9C73D50}" dt="2021-01-14T22:28:12.318" v="1741" actId="47"/>
        <pc:sldMkLst>
          <pc:docMk/>
          <pc:sldMk cId="0" sldId="270"/>
        </pc:sldMkLst>
      </pc:sldChg>
      <pc:sldChg chg="addSp delSp modSp mod">
        <pc:chgData name="Leônidas Müller de Oliveira" userId="5af9566427f0cd7a" providerId="LiveId" clId="{99B5FB97-F5DC-4A1A-835E-2BEDE9C73D50}" dt="2021-01-14T22:38:16.033" v="1938" actId="27614"/>
        <pc:sldMkLst>
          <pc:docMk/>
          <pc:sldMk cId="0" sldId="271"/>
        </pc:sldMkLst>
        <pc:picChg chg="del">
          <ac:chgData name="Leônidas Müller de Oliveira" userId="5af9566427f0cd7a" providerId="LiveId" clId="{99B5FB97-F5DC-4A1A-835E-2BEDE9C73D50}" dt="2021-01-14T22:38:06.849" v="1934" actId="478"/>
          <ac:picMkLst>
            <pc:docMk/>
            <pc:sldMk cId="0" sldId="271"/>
            <ac:picMk id="3" creationId="{36E3D016-5FC1-4823-80C4-550D12960490}"/>
          </ac:picMkLst>
        </pc:picChg>
        <pc:picChg chg="add mod">
          <ac:chgData name="Leônidas Müller de Oliveira" userId="5af9566427f0cd7a" providerId="LiveId" clId="{99B5FB97-F5DC-4A1A-835E-2BEDE9C73D50}" dt="2021-01-14T22:38:16.033" v="1938" actId="27614"/>
          <ac:picMkLst>
            <pc:docMk/>
            <pc:sldMk cId="0" sldId="271"/>
            <ac:picMk id="4" creationId="{1EC96623-3070-4B6D-92BE-1D6D4E626ECF}"/>
          </ac:picMkLst>
        </pc:picChg>
      </pc:sldChg>
      <pc:sldChg chg="modSp mod">
        <pc:chgData name="Leônidas Müller de Oliveira" userId="5af9566427f0cd7a" providerId="LiveId" clId="{99B5FB97-F5DC-4A1A-835E-2BEDE9C73D50}" dt="2021-01-14T22:37:51.851" v="1933" actId="20577"/>
        <pc:sldMkLst>
          <pc:docMk/>
          <pc:sldMk cId="0" sldId="272"/>
        </pc:sldMkLst>
        <pc:spChg chg="mod">
          <ac:chgData name="Leônidas Müller de Oliveira" userId="5af9566427f0cd7a" providerId="LiveId" clId="{99B5FB97-F5DC-4A1A-835E-2BEDE9C73D50}" dt="2021-01-14T22:37:51.851" v="1933" actId="20577"/>
          <ac:spMkLst>
            <pc:docMk/>
            <pc:sldMk cId="0" sldId="272"/>
            <ac:spMk id="235" creationId="{00000000-0000-0000-0000-000000000000}"/>
          </ac:spMkLst>
        </pc:spChg>
      </pc:sldChg>
      <pc:sldChg chg="modSp mod">
        <pc:chgData name="Leônidas Müller de Oliveira" userId="5af9566427f0cd7a" providerId="LiveId" clId="{99B5FB97-F5DC-4A1A-835E-2BEDE9C73D50}" dt="2021-01-14T22:34:48.645" v="1837" actId="20577"/>
        <pc:sldMkLst>
          <pc:docMk/>
          <pc:sldMk cId="0" sldId="274"/>
        </pc:sldMkLst>
        <pc:spChg chg="mod">
          <ac:chgData name="Leônidas Müller de Oliveira" userId="5af9566427f0cd7a" providerId="LiveId" clId="{99B5FB97-F5DC-4A1A-835E-2BEDE9C73D50}" dt="2021-01-14T22:34:48.645" v="1837" actId="20577"/>
          <ac:spMkLst>
            <pc:docMk/>
            <pc:sldMk cId="0" sldId="274"/>
            <ac:spMk id="251" creationId="{00000000-0000-0000-0000-000000000000}"/>
          </ac:spMkLst>
        </pc:spChg>
      </pc:sldChg>
      <pc:sldChg chg="addSp delSp modSp mod">
        <pc:chgData name="Leônidas Müller de Oliveira" userId="5af9566427f0cd7a" providerId="LiveId" clId="{99B5FB97-F5DC-4A1A-835E-2BEDE9C73D50}" dt="2021-01-14T20:06:52.311" v="219" actId="1076"/>
        <pc:sldMkLst>
          <pc:docMk/>
          <pc:sldMk cId="569711459" sldId="283"/>
        </pc:sldMkLst>
        <pc:spChg chg="mod">
          <ac:chgData name="Leônidas Müller de Oliveira" userId="5af9566427f0cd7a" providerId="LiveId" clId="{99B5FB97-F5DC-4A1A-835E-2BEDE9C73D50}" dt="2021-01-14T20:06:52.311" v="219" actId="1076"/>
          <ac:spMkLst>
            <pc:docMk/>
            <pc:sldMk cId="569711459" sldId="283"/>
            <ac:spMk id="157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0:06:49.824" v="218" actId="1076"/>
          <ac:spMkLst>
            <pc:docMk/>
            <pc:sldMk cId="569711459" sldId="283"/>
            <ac:spMk id="158" creationId="{00000000-0000-0000-0000-000000000000}"/>
          </ac:spMkLst>
        </pc:spChg>
        <pc:picChg chg="add mod ord modCrop">
          <ac:chgData name="Leônidas Müller de Oliveira" userId="5af9566427f0cd7a" providerId="LiveId" clId="{99B5FB97-F5DC-4A1A-835E-2BEDE9C73D50}" dt="2021-01-14T20:06:45.617" v="217" actId="732"/>
          <ac:picMkLst>
            <pc:docMk/>
            <pc:sldMk cId="569711459" sldId="283"/>
            <ac:picMk id="3" creationId="{0B16C248-20F0-4681-BB6D-DF1ECBE7D16D}"/>
          </ac:picMkLst>
        </pc:picChg>
        <pc:picChg chg="del">
          <ac:chgData name="Leônidas Müller de Oliveira" userId="5af9566427f0cd7a" providerId="LiveId" clId="{99B5FB97-F5DC-4A1A-835E-2BEDE9C73D50}" dt="2021-01-14T20:04:43.581" v="190" actId="478"/>
          <ac:picMkLst>
            <pc:docMk/>
            <pc:sldMk cId="569711459" sldId="283"/>
            <ac:picMk id="159" creationId="{00000000-0000-0000-0000-000000000000}"/>
          </ac:picMkLst>
        </pc:picChg>
      </pc:sldChg>
      <pc:sldChg chg="addSp delSp mod">
        <pc:chgData name="Leônidas Müller de Oliveira" userId="5af9566427f0cd7a" providerId="LiveId" clId="{99B5FB97-F5DC-4A1A-835E-2BEDE9C73D50}" dt="2021-01-14T22:29:13.694" v="1743" actId="22"/>
        <pc:sldMkLst>
          <pc:docMk/>
          <pc:sldMk cId="2813838532" sldId="285"/>
        </pc:sldMkLst>
        <pc:spChg chg="add del">
          <ac:chgData name="Leônidas Müller de Oliveira" userId="5af9566427f0cd7a" providerId="LiveId" clId="{99B5FB97-F5DC-4A1A-835E-2BEDE9C73D50}" dt="2021-01-14T22:29:13.694" v="1743" actId="22"/>
          <ac:spMkLst>
            <pc:docMk/>
            <pc:sldMk cId="2813838532" sldId="285"/>
            <ac:spMk id="7" creationId="{DFE51710-7109-42A0-9BE8-584CF37F6655}"/>
          </ac:spMkLst>
        </pc:spChg>
      </pc:sldChg>
      <pc:sldChg chg="addSp delSp modSp mod">
        <pc:chgData name="Leônidas Müller de Oliveira" userId="5af9566427f0cd7a" providerId="LiveId" clId="{99B5FB97-F5DC-4A1A-835E-2BEDE9C73D50}" dt="2021-01-14T19:52:50.301" v="16" actId="14100"/>
        <pc:sldMkLst>
          <pc:docMk/>
          <pc:sldMk cId="2491790395" sldId="291"/>
        </pc:sldMkLst>
        <pc:spChg chg="del mod">
          <ac:chgData name="Leônidas Müller de Oliveira" userId="5af9566427f0cd7a" providerId="LiveId" clId="{99B5FB97-F5DC-4A1A-835E-2BEDE9C73D50}" dt="2021-01-14T19:52:33.223" v="8" actId="478"/>
          <ac:spMkLst>
            <pc:docMk/>
            <pc:sldMk cId="2491790395" sldId="291"/>
            <ac:spMk id="55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19:52:35.790" v="9" actId="478"/>
          <ac:spMkLst>
            <pc:docMk/>
            <pc:sldMk cId="2491790395" sldId="291"/>
            <ac:spMk id="56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19:52:36.639" v="10" actId="478"/>
          <ac:spMkLst>
            <pc:docMk/>
            <pc:sldMk cId="2491790395" sldId="291"/>
            <ac:spMk id="57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19:52:37.663" v="11" actId="478"/>
          <ac:spMkLst>
            <pc:docMk/>
            <pc:sldMk cId="2491790395" sldId="291"/>
            <ac:spMk id="58" creationId="{00000000-0000-0000-0000-000000000000}"/>
          </ac:spMkLst>
        </pc:spChg>
        <pc:picChg chg="add mod">
          <ac:chgData name="Leônidas Müller de Oliveira" userId="5af9566427f0cd7a" providerId="LiveId" clId="{99B5FB97-F5DC-4A1A-835E-2BEDE9C73D50}" dt="2021-01-14T19:52:50.301" v="16" actId="14100"/>
          <ac:picMkLst>
            <pc:docMk/>
            <pc:sldMk cId="2491790395" sldId="291"/>
            <ac:picMk id="3" creationId="{658F5653-86D8-46D9-A4A1-46BDFF7889AA}"/>
          </ac:picMkLst>
        </pc:picChg>
        <pc:picChg chg="del">
          <ac:chgData name="Leônidas Müller de Oliveira" userId="5af9566427f0cd7a" providerId="LiveId" clId="{99B5FB97-F5DC-4A1A-835E-2BEDE9C73D50}" dt="2021-01-14T19:52:30.036" v="5" actId="478"/>
          <ac:picMkLst>
            <pc:docMk/>
            <pc:sldMk cId="2491790395" sldId="291"/>
            <ac:picMk id="59" creationId="{00000000-0000-0000-0000-000000000000}"/>
          </ac:picMkLst>
        </pc:picChg>
      </pc:sldChg>
      <pc:sldChg chg="modSp add mod ord">
        <pc:chgData name="Leônidas Müller de Oliveira" userId="5af9566427f0cd7a" providerId="LiveId" clId="{99B5FB97-F5DC-4A1A-835E-2BEDE9C73D50}" dt="2021-01-14T21:38:39.863" v="1617" actId="20577"/>
        <pc:sldMkLst>
          <pc:docMk/>
          <pc:sldMk cId="2768986171" sldId="292"/>
        </pc:sldMkLst>
        <pc:spChg chg="mod">
          <ac:chgData name="Leônidas Müller de Oliveira" userId="5af9566427f0cd7a" providerId="LiveId" clId="{99B5FB97-F5DC-4A1A-835E-2BEDE9C73D50}" dt="2021-01-14T21:29:28.978" v="1502" actId="20577"/>
          <ac:spMkLst>
            <pc:docMk/>
            <pc:sldMk cId="2768986171" sldId="292"/>
            <ac:spMk id="149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38:39.863" v="1617" actId="20577"/>
          <ac:spMkLst>
            <pc:docMk/>
            <pc:sldMk cId="2768986171" sldId="292"/>
            <ac:spMk id="150" creationId="{00000000-0000-0000-0000-000000000000}"/>
          </ac:spMkLst>
        </pc:spChg>
      </pc:sldChg>
      <pc:sldChg chg="addSp delSp modSp add mod">
        <pc:chgData name="Leônidas Müller de Oliveira" userId="5af9566427f0cd7a" providerId="LiveId" clId="{99B5FB97-F5DC-4A1A-835E-2BEDE9C73D50}" dt="2021-01-14T22:33:56.130" v="1832" actId="1076"/>
        <pc:sldMkLst>
          <pc:docMk/>
          <pc:sldMk cId="641020710" sldId="293"/>
        </pc:sldMkLst>
        <pc:spChg chg="mod">
          <ac:chgData name="Leônidas Müller de Oliveira" userId="5af9566427f0cd7a" providerId="LiveId" clId="{99B5FB97-F5DC-4A1A-835E-2BEDE9C73D50}" dt="2021-01-14T22:33:56.130" v="1832" actId="1076"/>
          <ac:spMkLst>
            <pc:docMk/>
            <pc:sldMk cId="641020710" sldId="293"/>
            <ac:spMk id="149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21:39:18.816" v="1620" actId="478"/>
          <ac:spMkLst>
            <pc:docMk/>
            <pc:sldMk cId="641020710" sldId="293"/>
            <ac:spMk id="150" creationId="{00000000-0000-0000-0000-000000000000}"/>
          </ac:spMkLst>
        </pc:spChg>
        <pc:picChg chg="add mod">
          <ac:chgData name="Leônidas Müller de Oliveira" userId="5af9566427f0cd7a" providerId="LiveId" clId="{99B5FB97-F5DC-4A1A-835E-2BEDE9C73D50}" dt="2021-01-14T21:39:27.150" v="1622" actId="1076"/>
          <ac:picMkLst>
            <pc:docMk/>
            <pc:sldMk cId="641020710" sldId="293"/>
            <ac:picMk id="3" creationId="{43C7CA9F-4D7F-40D4-9CF3-42842C6D2555}"/>
          </ac:picMkLst>
        </pc:picChg>
      </pc:sldChg>
      <pc:sldChg chg="addSp delSp modSp add mod">
        <pc:chgData name="Leônidas Müller de Oliveira" userId="5af9566427f0cd7a" providerId="LiveId" clId="{99B5FB97-F5DC-4A1A-835E-2BEDE9C73D50}" dt="2021-01-14T21:39:42.439" v="1626" actId="1076"/>
        <pc:sldMkLst>
          <pc:docMk/>
          <pc:sldMk cId="2522898300" sldId="294"/>
        </pc:sldMkLst>
        <pc:picChg chg="del">
          <ac:chgData name="Leônidas Müller de Oliveira" userId="5af9566427f0cd7a" providerId="LiveId" clId="{99B5FB97-F5DC-4A1A-835E-2BEDE9C73D50}" dt="2021-01-14T21:39:39.174" v="1624" actId="478"/>
          <ac:picMkLst>
            <pc:docMk/>
            <pc:sldMk cId="2522898300" sldId="294"/>
            <ac:picMk id="3" creationId="{43C7CA9F-4D7F-40D4-9CF3-42842C6D2555}"/>
          </ac:picMkLst>
        </pc:picChg>
        <pc:picChg chg="add mod">
          <ac:chgData name="Leônidas Müller de Oliveira" userId="5af9566427f0cd7a" providerId="LiveId" clId="{99B5FB97-F5DC-4A1A-835E-2BEDE9C73D50}" dt="2021-01-14T21:39:42.439" v="1626" actId="1076"/>
          <ac:picMkLst>
            <pc:docMk/>
            <pc:sldMk cId="2522898300" sldId="294"/>
            <ac:picMk id="4" creationId="{3E9ACBE4-4B8C-4A91-B0EF-68C850A4363B}"/>
          </ac:picMkLst>
        </pc:picChg>
      </pc:sldChg>
      <pc:sldChg chg="add del">
        <pc:chgData name="Leônidas Müller de Oliveira" userId="5af9566427f0cd7a" providerId="LiveId" clId="{99B5FB97-F5DC-4A1A-835E-2BEDE9C73D50}" dt="2021-01-14T21:39:13.551" v="1619" actId="47"/>
        <pc:sldMkLst>
          <pc:docMk/>
          <pc:sldMk cId="3215363960" sldId="294"/>
        </pc:sldMkLst>
      </pc:sldChg>
      <pc:sldChg chg="modSp add mod">
        <pc:chgData name="Leônidas Müller de Oliveira" userId="5af9566427f0cd7a" providerId="LiveId" clId="{99B5FB97-F5DC-4A1A-835E-2BEDE9C73D50}" dt="2021-01-14T21:47:30.166" v="1647"/>
        <pc:sldMkLst>
          <pc:docMk/>
          <pc:sldMk cId="1695839730" sldId="295"/>
        </pc:sldMkLst>
        <pc:spChg chg="mod">
          <ac:chgData name="Leônidas Müller de Oliveira" userId="5af9566427f0cd7a" providerId="LiveId" clId="{99B5FB97-F5DC-4A1A-835E-2BEDE9C73D50}" dt="2021-01-14T21:46:43.967" v="1645" actId="20577"/>
          <ac:spMkLst>
            <pc:docMk/>
            <pc:sldMk cId="1695839730" sldId="295"/>
            <ac:spMk id="149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47:30.166" v="1647"/>
          <ac:spMkLst>
            <pc:docMk/>
            <pc:sldMk cId="1695839730" sldId="295"/>
            <ac:spMk id="150" creationId="{00000000-0000-0000-0000-000000000000}"/>
          </ac:spMkLst>
        </pc:spChg>
      </pc:sldChg>
      <pc:sldChg chg="add del">
        <pc:chgData name="Leônidas Müller de Oliveira" userId="5af9566427f0cd7a" providerId="LiveId" clId="{99B5FB97-F5DC-4A1A-835E-2BEDE9C73D50}" dt="2021-01-14T21:39:52.228" v="1628" actId="47"/>
        <pc:sldMkLst>
          <pc:docMk/>
          <pc:sldMk cId="4176864734" sldId="295"/>
        </pc:sldMkLst>
      </pc:sldChg>
      <pc:sldChg chg="addSp delSp modSp add mod">
        <pc:chgData name="Leônidas Müller de Oliveira" userId="5af9566427f0cd7a" providerId="LiveId" clId="{99B5FB97-F5DC-4A1A-835E-2BEDE9C73D50}" dt="2021-01-15T00:43:49.650" v="1943" actId="404"/>
        <pc:sldMkLst>
          <pc:docMk/>
          <pc:sldMk cId="743515703" sldId="296"/>
        </pc:sldMkLst>
        <pc:spChg chg="add mod">
          <ac:chgData name="Leônidas Müller de Oliveira" userId="5af9566427f0cd7a" providerId="LiveId" clId="{99B5FB97-F5DC-4A1A-835E-2BEDE9C73D50}" dt="2021-01-15T00:43:49.650" v="1943" actId="404"/>
          <ac:spMkLst>
            <pc:docMk/>
            <pc:sldMk cId="743515703" sldId="296"/>
            <ac:spMk id="7" creationId="{B2EE7E5E-D745-49FA-B73E-1F2A716F59A9}"/>
          </ac:spMkLst>
        </pc:spChg>
        <pc:spChg chg="del">
          <ac:chgData name="Leônidas Müller de Oliveira" userId="5af9566427f0cd7a" providerId="LiveId" clId="{99B5FB97-F5DC-4A1A-835E-2BEDE9C73D50}" dt="2021-01-14T22:20:41.338" v="1718" actId="478"/>
          <ac:spMkLst>
            <pc:docMk/>
            <pc:sldMk cId="743515703" sldId="296"/>
            <ac:spMk id="11" creationId="{66D68495-624D-436A-A86D-E42CC4800A32}"/>
          </ac:spMkLst>
        </pc:spChg>
        <pc:spChg chg="mod">
          <ac:chgData name="Leônidas Müller de Oliveira" userId="5af9566427f0cd7a" providerId="LiveId" clId="{99B5FB97-F5DC-4A1A-835E-2BEDE9C73D50}" dt="2021-01-14T22:21:43.115" v="1735" actId="1076"/>
          <ac:spMkLst>
            <pc:docMk/>
            <pc:sldMk cId="743515703" sldId="296"/>
            <ac:spMk id="192" creationId="{00000000-0000-0000-0000-000000000000}"/>
          </ac:spMkLst>
        </pc:spChg>
        <pc:graphicFrameChg chg="add mod modGraphic">
          <ac:chgData name="Leônidas Müller de Oliveira" userId="5af9566427f0cd7a" providerId="LiveId" clId="{99B5FB97-F5DC-4A1A-835E-2BEDE9C73D50}" dt="2021-01-14T22:35:01.267" v="1839" actId="20577"/>
          <ac:graphicFrameMkLst>
            <pc:docMk/>
            <pc:sldMk cId="743515703" sldId="296"/>
            <ac:graphicFrameMk id="6" creationId="{2A29F61D-FCF4-4D75-8EAF-9026151CEEF2}"/>
          </ac:graphicFrameMkLst>
        </pc:graphicFrameChg>
        <pc:picChg chg="del">
          <ac:chgData name="Leônidas Müller de Oliveira" userId="5af9566427f0cd7a" providerId="LiveId" clId="{99B5FB97-F5DC-4A1A-835E-2BEDE9C73D50}" dt="2021-01-14T22:20:39.446" v="1717" actId="478"/>
          <ac:picMkLst>
            <pc:docMk/>
            <pc:sldMk cId="743515703" sldId="296"/>
            <ac:picMk id="3" creationId="{9870FD2D-CF8E-48D3-958F-89FC769B6EC7}"/>
          </ac:picMkLst>
        </pc:picChg>
      </pc:sldChg>
      <pc:sldChg chg="modSp add mod">
        <pc:chgData name="Leônidas Müller de Oliveira" userId="5af9566427f0cd7a" providerId="LiveId" clId="{99B5FB97-F5DC-4A1A-835E-2BEDE9C73D50}" dt="2021-01-14T22:32:33.246" v="1803" actId="20577"/>
        <pc:sldMkLst>
          <pc:docMk/>
          <pc:sldMk cId="1542352846" sldId="297"/>
        </pc:sldMkLst>
        <pc:spChg chg="mod">
          <ac:chgData name="Leônidas Müller de Oliveira" userId="5af9566427f0cd7a" providerId="LiveId" clId="{99B5FB97-F5DC-4A1A-835E-2BEDE9C73D50}" dt="2021-01-14T22:32:33.246" v="1803" actId="20577"/>
          <ac:spMkLst>
            <pc:docMk/>
            <pc:sldMk cId="1542352846" sldId="297"/>
            <ac:spMk id="249" creationId="{00000000-0000-0000-0000-000000000000}"/>
          </ac:spMkLst>
        </pc:spChg>
      </pc:sldChg>
    </pc:docChg>
  </pc:docChgLst>
  <pc:docChgLst>
    <pc:chgData name="Leônidas Müller de Oliveira" userId="5af9566427f0cd7a" providerId="LiveId" clId="{D49B06D2-AB48-4160-B09E-8709E4BBF467}"/>
    <pc:docChg chg="undo custSel addSld delSld modSld sldOrd">
      <pc:chgData name="Leônidas Müller de Oliveira" userId="5af9566427f0cd7a" providerId="LiveId" clId="{D49B06D2-AB48-4160-B09E-8709E4BBF467}" dt="2021-01-27T17:46:21.983" v="1303" actId="47"/>
      <pc:docMkLst>
        <pc:docMk/>
      </pc:docMkLst>
      <pc:sldChg chg="modSp mod">
        <pc:chgData name="Leônidas Müller de Oliveira" userId="5af9566427f0cd7a" providerId="LiveId" clId="{D49B06D2-AB48-4160-B09E-8709E4BBF467}" dt="2021-01-27T17:34:54.516" v="1242" actId="21"/>
        <pc:sldMkLst>
          <pc:docMk/>
          <pc:sldMk cId="0" sldId="257"/>
        </pc:sldMkLst>
        <pc:spChg chg="mod">
          <ac:chgData name="Leônidas Müller de Oliveira" userId="5af9566427f0cd7a" providerId="LiveId" clId="{D49B06D2-AB48-4160-B09E-8709E4BBF467}" dt="2021-01-27T17:28:50.534" v="1201" actId="20577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7:34:54.516" v="1242" actId="21"/>
          <ac:spMkLst>
            <pc:docMk/>
            <pc:sldMk cId="0" sldId="257"/>
            <ac:spMk id="67" creationId="{00000000-0000-0000-0000-000000000000}"/>
          </ac:spMkLst>
        </pc:spChg>
      </pc:sldChg>
      <pc:sldChg chg="del">
        <pc:chgData name="Leônidas Müller de Oliveira" userId="5af9566427f0cd7a" providerId="LiveId" clId="{D49B06D2-AB48-4160-B09E-8709E4BBF467}" dt="2021-01-27T15:36:00.695" v="54" actId="47"/>
        <pc:sldMkLst>
          <pc:docMk/>
          <pc:sldMk cId="0" sldId="258"/>
        </pc:sldMkLst>
      </pc:sldChg>
      <pc:sldChg chg="delSp modSp mod ord">
        <pc:chgData name="Leônidas Müller de Oliveira" userId="5af9566427f0cd7a" providerId="LiveId" clId="{D49B06D2-AB48-4160-B09E-8709E4BBF467}" dt="2021-01-27T17:20:23.831" v="1045"/>
        <pc:sldMkLst>
          <pc:docMk/>
          <pc:sldMk cId="0" sldId="262"/>
        </pc:sldMkLst>
        <pc:spChg chg="del">
          <ac:chgData name="Leônidas Müller de Oliveira" userId="5af9566427f0cd7a" providerId="LiveId" clId="{D49B06D2-AB48-4160-B09E-8709E4BBF467}" dt="2021-01-27T17:18:41.745" v="830" actId="478"/>
          <ac:spMkLst>
            <pc:docMk/>
            <pc:sldMk cId="0" sldId="262"/>
            <ac:spMk id="7" creationId="{89A6ED73-2DEB-4C28-B281-140763718763}"/>
          </ac:spMkLst>
        </pc:spChg>
        <pc:spChg chg="mod">
          <ac:chgData name="Leônidas Müller de Oliveira" userId="5af9566427f0cd7a" providerId="LiveId" clId="{D49B06D2-AB48-4160-B09E-8709E4BBF467}" dt="2021-01-27T17:16:24.446" v="361" actId="20577"/>
          <ac:spMkLst>
            <pc:docMk/>
            <pc:sldMk cId="0" sldId="262"/>
            <ac:spMk id="141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7:20:07.995" v="1041" actId="1076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7:19:21.264" v="885" actId="1076"/>
          <ac:spMkLst>
            <pc:docMk/>
            <pc:sldMk cId="0" sldId="262"/>
            <ac:spMk id="143" creationId="{00000000-0000-0000-0000-000000000000}"/>
          </ac:spMkLst>
        </pc:spChg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63"/>
        </pc:sldMkLst>
      </pc:sldChg>
      <pc:sldChg chg="delSp modSp mod">
        <pc:chgData name="Leônidas Müller de Oliveira" userId="5af9566427f0cd7a" providerId="LiveId" clId="{D49B06D2-AB48-4160-B09E-8709E4BBF467}" dt="2021-01-27T15:39:05.223" v="303" actId="6549"/>
        <pc:sldMkLst>
          <pc:docMk/>
          <pc:sldMk cId="0" sldId="264"/>
        </pc:sldMkLst>
        <pc:spChg chg="del">
          <ac:chgData name="Leônidas Müller de Oliveira" userId="5af9566427f0cd7a" providerId="LiveId" clId="{D49B06D2-AB48-4160-B09E-8709E4BBF467}" dt="2021-01-27T15:36:52.210" v="56" actId="478"/>
          <ac:spMkLst>
            <pc:docMk/>
            <pc:sldMk cId="0" sldId="264"/>
            <ac:spMk id="6" creationId="{10B588A6-AAA8-4B22-906C-ABB969691807}"/>
          </ac:spMkLst>
        </pc:spChg>
        <pc:spChg chg="mod">
          <ac:chgData name="Leônidas Müller de Oliveira" userId="5af9566427f0cd7a" providerId="LiveId" clId="{D49B06D2-AB48-4160-B09E-8709E4BBF467}" dt="2021-01-27T15:38:20.111" v="291" actId="14100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5:39:05.223" v="303" actId="6549"/>
          <ac:spMkLst>
            <pc:docMk/>
            <pc:sldMk cId="0" sldId="264"/>
            <ac:spMk id="158" creationId="{00000000-0000-0000-0000-000000000000}"/>
          </ac:spMkLst>
        </pc:spChg>
        <pc:picChg chg="mod">
          <ac:chgData name="Leônidas Müller de Oliveira" userId="5af9566427f0cd7a" providerId="LiveId" clId="{D49B06D2-AB48-4160-B09E-8709E4BBF467}" dt="2021-01-27T15:38:41.437" v="296" actId="1076"/>
          <ac:picMkLst>
            <pc:docMk/>
            <pc:sldMk cId="0" sldId="264"/>
            <ac:picMk id="7" creationId="{90A7E0AD-ABBC-4E3A-95FB-0F31B77E3FD6}"/>
          </ac:picMkLst>
        </pc:picChg>
      </pc:sldChg>
      <pc:sldChg chg="del">
        <pc:chgData name="Leônidas Müller de Oliveira" userId="5af9566427f0cd7a" providerId="LiveId" clId="{D49B06D2-AB48-4160-B09E-8709E4BBF467}" dt="2021-01-27T17:26:17.542" v="1050" actId="47"/>
        <pc:sldMkLst>
          <pc:docMk/>
          <pc:sldMk cId="0" sldId="266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67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71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72"/>
        </pc:sldMkLst>
      </pc:sldChg>
      <pc:sldChg chg="delSp modSp add del mod">
        <pc:chgData name="Leônidas Müller de Oliveira" userId="5af9566427f0cd7a" providerId="LiveId" clId="{D49B06D2-AB48-4160-B09E-8709E4BBF467}" dt="2021-01-27T17:46:21.983" v="1303" actId="47"/>
        <pc:sldMkLst>
          <pc:docMk/>
          <pc:sldMk cId="0" sldId="274"/>
        </pc:sldMkLst>
        <pc:spChg chg="del">
          <ac:chgData name="Leônidas Müller de Oliveira" userId="5af9566427f0cd7a" providerId="LiveId" clId="{D49B06D2-AB48-4160-B09E-8709E4BBF467}" dt="2021-01-27T17:46:17.220" v="1302" actId="478"/>
          <ac:spMkLst>
            <pc:docMk/>
            <pc:sldMk cId="0" sldId="274"/>
            <ac:spMk id="6" creationId="{32143811-F134-4409-AC77-19852463A64F}"/>
          </ac:spMkLst>
        </pc:spChg>
        <pc:spChg chg="mod">
          <ac:chgData name="Leônidas Müller de Oliveira" userId="5af9566427f0cd7a" providerId="LiveId" clId="{D49B06D2-AB48-4160-B09E-8709E4BBF467}" dt="2021-01-27T17:45:55.381" v="1301" actId="20577"/>
          <ac:spMkLst>
            <pc:docMk/>
            <pc:sldMk cId="0" sldId="274"/>
            <ac:spMk id="251" creationId="{00000000-0000-0000-0000-000000000000}"/>
          </ac:spMkLst>
        </pc:spChg>
      </pc:sldChg>
      <pc:sldChg chg="delSp modSp mod">
        <pc:chgData name="Leônidas Müller de Oliveira" userId="5af9566427f0cd7a" providerId="LiveId" clId="{D49B06D2-AB48-4160-B09E-8709E4BBF467}" dt="2021-01-27T17:28:22.390" v="1168" actId="20577"/>
        <pc:sldMkLst>
          <pc:docMk/>
          <pc:sldMk cId="0" sldId="281"/>
        </pc:sldMkLst>
        <pc:spChg chg="del">
          <ac:chgData name="Leônidas Müller de Oliveira" userId="5af9566427f0cd7a" providerId="LiveId" clId="{D49B06D2-AB48-4160-B09E-8709E4BBF467}" dt="2021-01-27T17:27:14.353" v="1070" actId="478"/>
          <ac:spMkLst>
            <pc:docMk/>
            <pc:sldMk cId="0" sldId="281"/>
            <ac:spMk id="6" creationId="{E13DB553-13BB-41C1-8D73-D4CF2AC42EA7}"/>
          </ac:spMkLst>
        </pc:spChg>
        <pc:spChg chg="del">
          <ac:chgData name="Leônidas Müller de Oliveira" userId="5af9566427f0cd7a" providerId="LiveId" clId="{D49B06D2-AB48-4160-B09E-8709E4BBF467}" dt="2021-01-27T17:27:13.123" v="1069" actId="478"/>
          <ac:spMkLst>
            <pc:docMk/>
            <pc:sldMk cId="0" sldId="281"/>
            <ac:spMk id="7" creationId="{5702FB7F-E2F0-43AF-82E6-9EF6F09B9185}"/>
          </ac:spMkLst>
        </pc:spChg>
        <pc:spChg chg="mod">
          <ac:chgData name="Leônidas Müller de Oliveira" userId="5af9566427f0cd7a" providerId="LiveId" clId="{D49B06D2-AB48-4160-B09E-8709E4BBF467}" dt="2021-01-27T17:28:22.390" v="1168" actId="20577"/>
          <ac:spMkLst>
            <pc:docMk/>
            <pc:sldMk cId="0" sldId="281"/>
            <ac:spMk id="337" creationId="{00000000-0000-0000-0000-000000000000}"/>
          </ac:spMkLst>
        </pc:spChg>
        <pc:spChg chg="del mod">
          <ac:chgData name="Leônidas Müller de Oliveira" userId="5af9566427f0cd7a" providerId="LiveId" clId="{D49B06D2-AB48-4160-B09E-8709E4BBF467}" dt="2021-01-27T17:27:49.521" v="1100" actId="478"/>
          <ac:spMkLst>
            <pc:docMk/>
            <pc:sldMk cId="0" sldId="281"/>
            <ac:spMk id="338" creationId="{00000000-0000-0000-0000-000000000000}"/>
          </ac:spMkLst>
        </pc:spChg>
        <pc:picChg chg="del">
          <ac:chgData name="Leônidas Müller de Oliveira" userId="5af9566427f0cd7a" providerId="LiveId" clId="{D49B06D2-AB48-4160-B09E-8709E4BBF467}" dt="2021-01-27T17:26:53.526" v="1052" actId="478"/>
          <ac:picMkLst>
            <pc:docMk/>
            <pc:sldMk cId="0" sldId="281"/>
            <ac:picMk id="5" creationId="{B5D4AE09-62A7-4F55-8392-1C90A5E86B25}"/>
          </ac:picMkLst>
        </pc:picChg>
      </pc:sldChg>
      <pc:sldChg chg="delSp del mod">
        <pc:chgData name="Leônidas Müller de Oliveira" userId="5af9566427f0cd7a" providerId="LiveId" clId="{D49B06D2-AB48-4160-B09E-8709E4BBF467}" dt="2021-01-27T17:28:35.660" v="1169" actId="47"/>
        <pc:sldMkLst>
          <pc:docMk/>
          <pc:sldMk cId="569711459" sldId="283"/>
        </pc:sldMkLst>
        <pc:spChg chg="del">
          <ac:chgData name="Leônidas Müller de Oliveira" userId="5af9566427f0cd7a" providerId="LiveId" clId="{D49B06D2-AB48-4160-B09E-8709E4BBF467}" dt="2021-01-27T15:36:44.721" v="55" actId="478"/>
          <ac:spMkLst>
            <pc:docMk/>
            <pc:sldMk cId="569711459" sldId="283"/>
            <ac:spMk id="6" creationId="{8773F3A6-AB81-492A-9E25-5D2FE5C24475}"/>
          </ac:spMkLst>
        </pc:spChg>
      </pc:sldChg>
      <pc:sldChg chg="del">
        <pc:chgData name="Leônidas Müller de Oliveira" userId="5af9566427f0cd7a" providerId="LiveId" clId="{D49B06D2-AB48-4160-B09E-8709E4BBF467}" dt="2021-01-27T17:20:53.278" v="1046" actId="47"/>
        <pc:sldMkLst>
          <pc:docMk/>
          <pc:sldMk cId="1437011287" sldId="284"/>
        </pc:sldMkLst>
      </pc:sldChg>
      <pc:sldChg chg="del">
        <pc:chgData name="Leônidas Müller de Oliveira" userId="5af9566427f0cd7a" providerId="LiveId" clId="{D49B06D2-AB48-4160-B09E-8709E4BBF467}" dt="2021-01-27T17:20:54.903" v="1047" actId="47"/>
        <pc:sldMkLst>
          <pc:docMk/>
          <pc:sldMk cId="2813838532" sldId="285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946061715" sldId="288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4038552212" sldId="289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2908053148" sldId="290"/>
        </pc:sldMkLst>
      </pc:sldChg>
      <pc:sldChg chg="del">
        <pc:chgData name="Leônidas Müller de Oliveira" userId="5af9566427f0cd7a" providerId="LiveId" clId="{D49B06D2-AB48-4160-B09E-8709E4BBF467}" dt="2021-01-27T15:32:49.346" v="0" actId="47"/>
        <pc:sldMkLst>
          <pc:docMk/>
          <pc:sldMk cId="2491790395" sldId="291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2768986171" sldId="292"/>
        </pc:sldMkLst>
      </pc:sldChg>
      <pc:sldChg chg="del">
        <pc:chgData name="Leônidas Müller de Oliveira" userId="5af9566427f0cd7a" providerId="LiveId" clId="{D49B06D2-AB48-4160-B09E-8709E4BBF467}" dt="2021-01-27T17:25:58.237" v="1048" actId="47"/>
        <pc:sldMkLst>
          <pc:docMk/>
          <pc:sldMk cId="1542352846" sldId="297"/>
        </pc:sldMkLst>
      </pc:sldChg>
      <pc:sldChg chg="del">
        <pc:chgData name="Leônidas Müller de Oliveira" userId="5af9566427f0cd7a" providerId="LiveId" clId="{D49B06D2-AB48-4160-B09E-8709E4BBF467}" dt="2021-01-27T17:26:15.220" v="1049" actId="47"/>
        <pc:sldMkLst>
          <pc:docMk/>
          <pc:sldMk cId="126974504" sldId="298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2452318423" sldId="299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580050991" sldId="300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1031171993" sldId="301"/>
        </pc:sldMkLst>
      </pc:sldChg>
      <pc:sldMasterChg chg="delSldLayout">
        <pc:chgData name="Leônidas Müller de Oliveira" userId="5af9566427f0cd7a" providerId="LiveId" clId="{D49B06D2-AB48-4160-B09E-8709E4BBF467}" dt="2021-01-27T17:46:21.983" v="1303" actId="47"/>
        <pc:sldMasterMkLst>
          <pc:docMk/>
          <pc:sldMasterMk cId="0" sldId="2147483648"/>
        </pc:sldMasterMkLst>
        <pc:sldLayoutChg chg="del">
          <pc:chgData name="Leônidas Müller de Oliveira" userId="5af9566427f0cd7a" providerId="LiveId" clId="{D49B06D2-AB48-4160-B09E-8709E4BBF467}" dt="2021-01-27T17:26:49.890" v="1051" actId="47"/>
          <pc:sldLayoutMkLst>
            <pc:docMk/>
            <pc:sldMasterMk cId="0" sldId="2147483648"/>
            <pc:sldLayoutMk cId="0" sldId="2147483649"/>
          </pc:sldLayoutMkLst>
        </pc:sldLayoutChg>
        <pc:sldLayoutChg chg="del">
          <pc:chgData name="Leônidas Müller de Oliveira" userId="5af9566427f0cd7a" providerId="LiveId" clId="{D49B06D2-AB48-4160-B09E-8709E4BBF467}" dt="2021-01-27T17:46:21.983" v="1303" actId="47"/>
          <pc:sldLayoutMkLst>
            <pc:docMk/>
            <pc:sldMasterMk cId="0" sldId="2147483648"/>
            <pc:sldLayoutMk cId="2743432905" sldId="2147483660"/>
          </pc:sldLayoutMkLst>
        </pc:sldLayoutChg>
      </pc:sldMasterChg>
    </pc:docChg>
  </pc:docChgLst>
  <pc:docChgLst>
    <pc:chgData name="Leônidas Müller de Oliveira" userId="5af9566427f0cd7a" providerId="LiveId" clId="{68137F2F-A734-458A-A931-CE69A71D87D1}"/>
    <pc:docChg chg="undo custSel addSld delSld modSld sldOrd">
      <pc:chgData name="Leônidas Müller de Oliveira" userId="5af9566427f0cd7a" providerId="LiveId" clId="{68137F2F-A734-458A-A931-CE69A71D87D1}" dt="2021-01-14T19:02:43.230" v="4504" actId="1076"/>
      <pc:docMkLst>
        <pc:docMk/>
      </pc:docMkLst>
      <pc:sldChg chg="addSp delSp modSp mod">
        <pc:chgData name="Leônidas Müller de Oliveira" userId="5af9566427f0cd7a" providerId="LiveId" clId="{68137F2F-A734-458A-A931-CE69A71D87D1}" dt="2021-01-13T23:59:32.723" v="4479" actId="1076"/>
        <pc:sldMkLst>
          <pc:docMk/>
          <pc:sldMk cId="0" sldId="256"/>
        </pc:sldMkLst>
        <pc:spChg chg="add mod">
          <ac:chgData name="Leônidas Müller de Oliveira" userId="5af9566427f0cd7a" providerId="LiveId" clId="{68137F2F-A734-458A-A931-CE69A71D87D1}" dt="2021-01-13T23:59:32.723" v="4479" actId="1076"/>
          <ac:spMkLst>
            <pc:docMk/>
            <pc:sldMk cId="0" sldId="256"/>
            <ac:spMk id="7" creationId="{00EB666D-0319-45BD-8717-7407D63A1E8C}"/>
          </ac:spMkLst>
        </pc:spChg>
        <pc:picChg chg="del">
          <ac:chgData name="Leônidas Müller de Oliveira" userId="5af9566427f0cd7a" providerId="LiveId" clId="{68137F2F-A734-458A-A931-CE69A71D87D1}" dt="2021-01-13T19:51:29.316" v="0" actId="478"/>
          <ac:picMkLst>
            <pc:docMk/>
            <pc:sldMk cId="0" sldId="256"/>
            <ac:picMk id="54" creationId="{00000000-0000-0000-0000-000000000000}"/>
          </ac:picMkLst>
        </pc:picChg>
        <pc:picChg chg="mod">
          <ac:chgData name="Leônidas Müller de Oliveira" userId="5af9566427f0cd7a" providerId="LiveId" clId="{68137F2F-A734-458A-A931-CE69A71D87D1}" dt="2021-01-13T19:52:20.563" v="7" actId="1076"/>
          <ac:picMkLst>
            <pc:docMk/>
            <pc:sldMk cId="0" sldId="256"/>
            <ac:picMk id="59" creationId="{00000000-0000-0000-0000-000000000000}"/>
          </ac:picMkLst>
        </pc:picChg>
      </pc:sldChg>
      <pc:sldChg chg="delSp modSp mod">
        <pc:chgData name="Leônidas Müller de Oliveira" userId="5af9566427f0cd7a" providerId="LiveId" clId="{68137F2F-A734-458A-A931-CE69A71D87D1}" dt="2021-01-13T20:05:14.925" v="886" actId="6549"/>
        <pc:sldMkLst>
          <pc:docMk/>
          <pc:sldMk cId="0" sldId="257"/>
        </pc:sldMkLst>
        <pc:spChg chg="mod">
          <ac:chgData name="Leônidas Müller de Oliveira" userId="5af9566427f0cd7a" providerId="LiveId" clId="{68137F2F-A734-458A-A931-CE69A71D87D1}" dt="2021-01-13T20:05:07.251" v="882" actId="1076"/>
          <ac:spMkLst>
            <pc:docMk/>
            <pc:sldMk cId="0" sldId="257"/>
            <ac:spMk id="65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05:09.177" v="883" actId="1076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05:14.925" v="886" actId="6549"/>
          <ac:spMkLst>
            <pc:docMk/>
            <pc:sldMk cId="0" sldId="257"/>
            <ac:spMk id="67" creationId="{00000000-0000-0000-0000-000000000000}"/>
          </ac:spMkLst>
        </pc:spChg>
        <pc:picChg chg="del">
          <ac:chgData name="Leônidas Müller de Oliveira" userId="5af9566427f0cd7a" providerId="LiveId" clId="{68137F2F-A734-458A-A931-CE69A71D87D1}" dt="2021-01-13T19:52:34.624" v="8" actId="478"/>
          <ac:picMkLst>
            <pc:docMk/>
            <pc:sldMk cId="0" sldId="257"/>
            <ac:picMk id="64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1:16:30.520" v="1422" actId="6549"/>
        <pc:sldMkLst>
          <pc:docMk/>
          <pc:sldMk cId="0" sldId="258"/>
        </pc:sldMkLst>
        <pc:spChg chg="mod">
          <ac:chgData name="Leônidas Müller de Oliveira" userId="5af9566427f0cd7a" providerId="LiveId" clId="{68137F2F-A734-458A-A931-CE69A71D87D1}" dt="2021-01-13T19:54:46.167" v="243" actId="6549"/>
          <ac:spMkLst>
            <pc:docMk/>
            <pc:sldMk cId="0" sldId="258"/>
            <ac:spMk id="73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19:56:50.861" v="340" actId="20577"/>
          <ac:spMkLst>
            <pc:docMk/>
            <pc:sldMk cId="0" sldId="258"/>
            <ac:spMk id="75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19:56:56.934" v="342" actId="1076"/>
          <ac:spMkLst>
            <pc:docMk/>
            <pc:sldMk cId="0" sldId="258"/>
            <ac:spMk id="76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19:56:45.319" v="332" actId="478"/>
          <ac:spMkLst>
            <pc:docMk/>
            <pc:sldMk cId="0" sldId="258"/>
            <ac:spMk id="77" creationId="{00000000-0000-0000-0000-000000000000}"/>
          </ac:spMkLst>
        </pc:spChg>
        <pc:spChg chg="add del mod">
          <ac:chgData name="Leônidas Müller de Oliveira" userId="5af9566427f0cd7a" providerId="LiveId" clId="{68137F2F-A734-458A-A931-CE69A71D87D1}" dt="2021-01-13T21:16:30.520" v="1422" actId="6549"/>
          <ac:spMkLst>
            <pc:docMk/>
            <pc:sldMk cId="0" sldId="258"/>
            <ac:spMk id="78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19:55:53.218" v="244" actId="14826"/>
          <ac:picMkLst>
            <pc:docMk/>
            <pc:sldMk cId="0" sldId="258"/>
            <ac:picMk id="74" creationId="{00000000-0000-0000-0000-000000000000}"/>
          </ac:picMkLst>
        </pc:picChg>
      </pc:sldChg>
      <pc:sldChg chg="del">
        <pc:chgData name="Leônidas Müller de Oliveira" userId="5af9566427f0cd7a" providerId="LiveId" clId="{68137F2F-A734-458A-A931-CE69A71D87D1}" dt="2021-01-13T19:57:23.848" v="393" actId="47"/>
        <pc:sldMkLst>
          <pc:docMk/>
          <pc:sldMk cId="0" sldId="259"/>
        </pc:sldMkLst>
      </pc:sldChg>
      <pc:sldChg chg="del">
        <pc:chgData name="Leônidas Müller de Oliveira" userId="5af9566427f0cd7a" providerId="LiveId" clId="{68137F2F-A734-458A-A931-CE69A71D87D1}" dt="2021-01-13T19:57:24.568" v="394" actId="47"/>
        <pc:sldMkLst>
          <pc:docMk/>
          <pc:sldMk cId="0" sldId="260"/>
        </pc:sldMkLst>
      </pc:sldChg>
      <pc:sldChg chg="del">
        <pc:chgData name="Leônidas Müller de Oliveira" userId="5af9566427f0cd7a" providerId="LiveId" clId="{68137F2F-A734-458A-A931-CE69A71D87D1}" dt="2021-01-13T19:57:26.297" v="395" actId="47"/>
        <pc:sldMkLst>
          <pc:docMk/>
          <pc:sldMk cId="0" sldId="261"/>
        </pc:sldMkLst>
      </pc:sldChg>
      <pc:sldChg chg="addSp delSp modSp mod">
        <pc:chgData name="Leônidas Müller de Oliveira" userId="5af9566427f0cd7a" providerId="LiveId" clId="{68137F2F-A734-458A-A931-CE69A71D87D1}" dt="2021-01-13T21:16:54.279" v="1430"/>
        <pc:sldMkLst>
          <pc:docMk/>
          <pc:sldMk cId="0" sldId="262"/>
        </pc:sldMkLst>
        <pc:spChg chg="add mod">
          <ac:chgData name="Leônidas Müller de Oliveira" userId="5af9566427f0cd7a" providerId="LiveId" clId="{68137F2F-A734-458A-A931-CE69A71D87D1}" dt="2021-01-13T21:16:54.279" v="1430"/>
          <ac:spMkLst>
            <pc:docMk/>
            <pc:sldMk cId="0" sldId="262"/>
            <ac:spMk id="7" creationId="{89A6ED73-2DEB-4C28-B281-140763718763}"/>
          </ac:spMkLst>
        </pc:spChg>
        <pc:spChg chg="add del mod">
          <ac:chgData name="Leônidas Müller de Oliveira" userId="5af9566427f0cd7a" providerId="LiveId" clId="{68137F2F-A734-458A-A931-CE69A71D87D1}" dt="2021-01-13T19:57:41.481" v="400"/>
          <ac:spMkLst>
            <pc:docMk/>
            <pc:sldMk cId="0" sldId="262"/>
            <ac:spMk id="7" creationId="{9FA3DA35-CFBB-404B-AE5D-9984A4CD1B23}"/>
          </ac:spMkLst>
        </pc:spChg>
        <pc:spChg chg="add del mod">
          <ac:chgData name="Leônidas Müller de Oliveira" userId="5af9566427f0cd7a" providerId="LiveId" clId="{68137F2F-A734-458A-A931-CE69A71D87D1}" dt="2021-01-13T21:16:53.979" v="1429" actId="478"/>
          <ac:spMkLst>
            <pc:docMk/>
            <pc:sldMk cId="0" sldId="262"/>
            <ac:spMk id="8" creationId="{C34D776D-C320-4E9C-AB8B-6C9E2B4934AE}"/>
          </ac:spMkLst>
        </pc:spChg>
        <pc:spChg chg="mod">
          <ac:chgData name="Leônidas Müller de Oliveira" userId="5af9566427f0cd7a" providerId="LiveId" clId="{68137F2F-A734-458A-A931-CE69A71D87D1}" dt="2021-01-13T20:06:48.787" v="957" actId="1076"/>
          <ac:spMkLst>
            <pc:docMk/>
            <pc:sldMk cId="0" sldId="262"/>
            <ac:spMk id="141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06:36.273" v="912" actId="1076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27:20.409" v="996" actId="20577"/>
          <ac:spMkLst>
            <pc:docMk/>
            <pc:sldMk cId="0" sldId="262"/>
            <ac:spMk id="143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19:57:44.438" v="401" actId="478"/>
          <ac:spMkLst>
            <pc:docMk/>
            <pc:sldMk cId="0" sldId="262"/>
            <ac:spMk id="144" creationId="{00000000-0000-0000-0000-000000000000}"/>
          </ac:spMkLst>
        </pc:spChg>
      </pc:sldChg>
      <pc:sldChg chg="addSp delSp modSp mod ord">
        <pc:chgData name="Leônidas Müller de Oliveira" userId="5af9566427f0cd7a" providerId="LiveId" clId="{68137F2F-A734-458A-A931-CE69A71D87D1}" dt="2021-01-14T13:52:17.725" v="4503" actId="1076"/>
        <pc:sldMkLst>
          <pc:docMk/>
          <pc:sldMk cId="0" sldId="263"/>
        </pc:sldMkLst>
        <pc:spChg chg="add mod">
          <ac:chgData name="Leônidas Müller de Oliveira" userId="5af9566427f0cd7a" providerId="LiveId" clId="{68137F2F-A734-458A-A931-CE69A71D87D1}" dt="2021-01-13T21:16:50.262" v="1428"/>
          <ac:spMkLst>
            <pc:docMk/>
            <pc:sldMk cId="0" sldId="263"/>
            <ac:spMk id="6" creationId="{25BF22B5-A45B-4D54-99F5-34066FDE8862}"/>
          </ac:spMkLst>
        </pc:spChg>
        <pc:spChg chg="mod">
          <ac:chgData name="Leônidas Müller de Oliveira" userId="5af9566427f0cd7a" providerId="LiveId" clId="{68137F2F-A734-458A-A931-CE69A71D87D1}" dt="2021-01-14T13:52:17.725" v="4503" actId="1076"/>
          <ac:spMkLst>
            <pc:docMk/>
            <pc:sldMk cId="0" sldId="263"/>
            <ac:spMk id="149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1:11:37.874" v="1416" actId="1076"/>
          <ac:spMkLst>
            <pc:docMk/>
            <pc:sldMk cId="0" sldId="263"/>
            <ac:spMk id="150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0:01.463" v="1351" actId="478"/>
          <ac:spMkLst>
            <pc:docMk/>
            <pc:sldMk cId="0" sldId="263"/>
            <ac:spMk id="151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6:49.997" v="1427" actId="478"/>
          <ac:spMkLst>
            <pc:docMk/>
            <pc:sldMk cId="0" sldId="263"/>
            <ac:spMk id="152" creationId="{00000000-0000-0000-0000-000000000000}"/>
          </ac:spMkLst>
        </pc:spChg>
      </pc:sldChg>
      <pc:sldChg chg="addSp delSp modSp mod ord">
        <pc:chgData name="Leônidas Müller de Oliveira" userId="5af9566427f0cd7a" providerId="LiveId" clId="{68137F2F-A734-458A-A931-CE69A71D87D1}" dt="2021-01-13T21:16:41.095" v="1424"/>
        <pc:sldMkLst>
          <pc:docMk/>
          <pc:sldMk cId="0" sldId="264"/>
        </pc:sldMkLst>
        <pc:spChg chg="add mod">
          <ac:chgData name="Leônidas Müller de Oliveira" userId="5af9566427f0cd7a" providerId="LiveId" clId="{68137F2F-A734-458A-A931-CE69A71D87D1}" dt="2021-01-13T21:16:41.095" v="1424"/>
          <ac:spMkLst>
            <pc:docMk/>
            <pc:sldMk cId="0" sldId="264"/>
            <ac:spMk id="6" creationId="{10B588A6-AAA8-4B22-906C-ABB969691807}"/>
          </ac:spMkLst>
        </pc:spChg>
        <pc:spChg chg="mod">
          <ac:chgData name="Leônidas Müller de Oliveira" userId="5af9566427f0cd7a" providerId="LiveId" clId="{68137F2F-A734-458A-A931-CE69A71D87D1}" dt="2021-01-13T20:36:40.237" v="1020" actId="6549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37:51.249" v="1237" actId="20577"/>
          <ac:spMkLst>
            <pc:docMk/>
            <pc:sldMk cId="0" sldId="264"/>
            <ac:spMk id="15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6:40.494" v="1423" actId="478"/>
          <ac:spMkLst>
            <pc:docMk/>
            <pc:sldMk cId="0" sldId="264"/>
            <ac:spMk id="160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0:41:16.568" v="1238" actId="14826"/>
          <ac:picMkLst>
            <pc:docMk/>
            <pc:sldMk cId="0" sldId="264"/>
            <ac:picMk id="159" creationId="{00000000-0000-0000-0000-000000000000}"/>
          </ac:picMkLst>
        </pc:picChg>
      </pc:sldChg>
      <pc:sldChg chg="delSp modSp del mod">
        <pc:chgData name="Leônidas Müller de Oliveira" userId="5af9566427f0cd7a" providerId="LiveId" clId="{68137F2F-A734-458A-A931-CE69A71D87D1}" dt="2021-01-13T21:36:25.499" v="1991" actId="2696"/>
        <pc:sldMkLst>
          <pc:docMk/>
          <pc:sldMk cId="0" sldId="265"/>
        </pc:sldMkLst>
        <pc:picChg chg="mod">
          <ac:chgData name="Leônidas Müller de Oliveira" userId="5af9566427f0cd7a" providerId="LiveId" clId="{68137F2F-A734-458A-A931-CE69A71D87D1}" dt="2021-01-13T21:35:13.305" v="1851" actId="14100"/>
          <ac:picMkLst>
            <pc:docMk/>
            <pc:sldMk cId="0" sldId="265"/>
            <ac:picMk id="167" creationId="{00000000-0000-0000-0000-000000000000}"/>
          </ac:picMkLst>
        </pc:picChg>
        <pc:picChg chg="del">
          <ac:chgData name="Leônidas Müller de Oliveira" userId="5af9566427f0cd7a" providerId="LiveId" clId="{68137F2F-A734-458A-A931-CE69A71D87D1}" dt="2021-01-13T21:35:10.718" v="1850" actId="478"/>
          <ac:picMkLst>
            <pc:docMk/>
            <pc:sldMk cId="0" sldId="265"/>
            <ac:picMk id="168" creationId="{00000000-0000-0000-0000-000000000000}"/>
          </ac:picMkLst>
        </pc:picChg>
        <pc:picChg chg="del">
          <ac:chgData name="Leônidas Müller de Oliveira" userId="5af9566427f0cd7a" providerId="LiveId" clId="{68137F2F-A734-458A-A931-CE69A71D87D1}" dt="2021-01-13T21:35:10.348" v="1849" actId="478"/>
          <ac:picMkLst>
            <pc:docMk/>
            <pc:sldMk cId="0" sldId="265"/>
            <ac:picMk id="169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2:11:28.021" v="2194" actId="20577"/>
        <pc:sldMkLst>
          <pc:docMk/>
          <pc:sldMk cId="0" sldId="266"/>
        </pc:sldMkLst>
        <pc:spChg chg="add mod">
          <ac:chgData name="Leônidas Müller de Oliveira" userId="5af9566427f0cd7a" providerId="LiveId" clId="{68137F2F-A734-458A-A931-CE69A71D87D1}" dt="2021-01-13T21:46:42.536" v="2089"/>
          <ac:spMkLst>
            <pc:docMk/>
            <pc:sldMk cId="0" sldId="266"/>
            <ac:spMk id="7" creationId="{7C21F359-349F-4011-A06B-88E613DE1D62}"/>
          </ac:spMkLst>
        </pc:spChg>
        <pc:spChg chg="mod">
          <ac:chgData name="Leônidas Müller de Oliveira" userId="5af9566427f0cd7a" providerId="LiveId" clId="{68137F2F-A734-458A-A931-CE69A71D87D1}" dt="2021-01-13T22:11:28.021" v="2194" actId="20577"/>
          <ac:spMkLst>
            <pc:docMk/>
            <pc:sldMk cId="0" sldId="266"/>
            <ac:spMk id="17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46:33.003" v="2086" actId="478"/>
          <ac:spMkLst>
            <pc:docMk/>
            <pc:sldMk cId="0" sldId="266"/>
            <ac:spMk id="176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46:37.820" v="2088" actId="478"/>
          <ac:spMkLst>
            <pc:docMk/>
            <pc:sldMk cId="0" sldId="266"/>
            <ac:spMk id="179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1:49:48.141" v="2187" actId="14100"/>
          <ac:picMkLst>
            <pc:docMk/>
            <pc:sldMk cId="0" sldId="266"/>
            <ac:picMk id="177" creationId="{00000000-0000-0000-0000-000000000000}"/>
          </ac:picMkLst>
        </pc:picChg>
        <pc:picChg chg="del">
          <ac:chgData name="Leônidas Müller de Oliveira" userId="5af9566427f0cd7a" providerId="LiveId" clId="{68137F2F-A734-458A-A931-CE69A71D87D1}" dt="2021-01-13T21:49:18.676" v="2183" actId="478"/>
          <ac:picMkLst>
            <pc:docMk/>
            <pc:sldMk cId="0" sldId="266"/>
            <ac:picMk id="178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2:24:00.654" v="2244" actId="478"/>
        <pc:sldMkLst>
          <pc:docMk/>
          <pc:sldMk cId="0" sldId="267"/>
        </pc:sldMkLst>
        <pc:spChg chg="add mod">
          <ac:chgData name="Leônidas Müller de Oliveira" userId="5af9566427f0cd7a" providerId="LiveId" clId="{68137F2F-A734-458A-A931-CE69A71D87D1}" dt="2021-01-13T22:18:57.823" v="2232"/>
          <ac:spMkLst>
            <pc:docMk/>
            <pc:sldMk cId="0" sldId="267"/>
            <ac:spMk id="6" creationId="{FC6013AE-9CB7-4BBB-8411-9C6335FC9B30}"/>
          </ac:spMkLst>
        </pc:spChg>
        <pc:spChg chg="mod">
          <ac:chgData name="Leônidas Müller de Oliveira" userId="5af9566427f0cd7a" providerId="LiveId" clId="{68137F2F-A734-458A-A931-CE69A71D87D1}" dt="2021-01-13T22:12:33.211" v="2225" actId="20577"/>
          <ac:spMkLst>
            <pc:docMk/>
            <pc:sldMk cId="0" sldId="267"/>
            <ac:spMk id="184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21:40.377" v="2242" actId="20577"/>
          <ac:spMkLst>
            <pc:docMk/>
            <pc:sldMk cId="0" sldId="267"/>
            <ac:spMk id="18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18:57.033" v="2231" actId="478"/>
          <ac:spMkLst>
            <pc:docMk/>
            <pc:sldMk cId="0" sldId="267"/>
            <ac:spMk id="187" creationId="{00000000-0000-0000-0000-000000000000}"/>
          </ac:spMkLst>
        </pc:spChg>
        <pc:graphicFrameChg chg="add del modGraphic">
          <ac:chgData name="Leônidas Müller de Oliveira" userId="5af9566427f0cd7a" providerId="LiveId" clId="{68137F2F-A734-458A-A931-CE69A71D87D1}" dt="2021-01-13T22:24:00.654" v="2244" actId="478"/>
          <ac:graphicFrameMkLst>
            <pc:docMk/>
            <pc:sldMk cId="0" sldId="267"/>
            <ac:graphicFrameMk id="3" creationId="{76D8C606-A76B-4302-AB5C-82D4751FECFE}"/>
          </ac:graphicFrameMkLst>
        </pc:graphicFrameChg>
        <pc:picChg chg="mod">
          <ac:chgData name="Leônidas Müller de Oliveira" userId="5af9566427f0cd7a" providerId="LiveId" clId="{68137F2F-A734-458A-A931-CE69A71D87D1}" dt="2021-01-13T22:19:01.483" v="2234" actId="14100"/>
          <ac:picMkLst>
            <pc:docMk/>
            <pc:sldMk cId="0" sldId="267"/>
            <ac:picMk id="186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4T00:29:43.090" v="4481" actId="1076"/>
        <pc:sldMkLst>
          <pc:docMk/>
          <pc:sldMk cId="0" sldId="268"/>
        </pc:sldMkLst>
        <pc:spChg chg="add mod">
          <ac:chgData name="Leônidas Müller de Oliveira" userId="5af9566427f0cd7a" providerId="LiveId" clId="{68137F2F-A734-458A-A931-CE69A71D87D1}" dt="2021-01-14T00:29:43.090" v="4481" actId="1076"/>
          <ac:spMkLst>
            <pc:docMk/>
            <pc:sldMk cId="0" sldId="268"/>
            <ac:spMk id="11" creationId="{66D68495-624D-436A-A86D-E42CC4800A32}"/>
          </ac:spMkLst>
        </pc:spChg>
        <pc:spChg chg="add mod">
          <ac:chgData name="Leônidas Müller de Oliveira" userId="5af9566427f0cd7a" providerId="LiveId" clId="{68137F2F-A734-458A-A931-CE69A71D87D1}" dt="2021-01-13T22:28:12.015" v="2364"/>
          <ac:spMkLst>
            <pc:docMk/>
            <pc:sldMk cId="0" sldId="268"/>
            <ac:spMk id="12" creationId="{18466C6D-A0D4-4C5C-9B03-F662411778D8}"/>
          </ac:spMkLst>
        </pc:spChg>
        <pc:spChg chg="mod">
          <ac:chgData name="Leônidas Müller de Oliveira" userId="5af9566427f0cd7a" providerId="LiveId" clId="{68137F2F-A734-458A-A931-CE69A71D87D1}" dt="2021-01-13T22:30:25.690" v="2367"/>
          <ac:spMkLst>
            <pc:docMk/>
            <pc:sldMk cId="0" sldId="268"/>
            <ac:spMk id="192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6:42.098" v="2247" actId="478"/>
          <ac:spMkLst>
            <pc:docMk/>
            <pc:sldMk cId="0" sldId="268"/>
            <ac:spMk id="193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26:43.291" v="2249" actId="478"/>
          <ac:spMkLst>
            <pc:docMk/>
            <pc:sldMk cId="0" sldId="268"/>
            <ac:spMk id="194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26:45.369" v="2253" actId="478"/>
          <ac:spMkLst>
            <pc:docMk/>
            <pc:sldMk cId="0" sldId="268"/>
            <ac:spMk id="195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26:44.176" v="2251" actId="478"/>
          <ac:spMkLst>
            <pc:docMk/>
            <pc:sldMk cId="0" sldId="268"/>
            <ac:spMk id="196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6:46.505" v="2254" actId="478"/>
          <ac:spMkLst>
            <pc:docMk/>
            <pc:sldMk cId="0" sldId="268"/>
            <ac:spMk id="197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6:47.665" v="2255" actId="478"/>
          <ac:spMkLst>
            <pc:docMk/>
            <pc:sldMk cId="0" sldId="268"/>
            <ac:spMk id="19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8:11.041" v="2363" actId="478"/>
          <ac:spMkLst>
            <pc:docMk/>
            <pc:sldMk cId="0" sldId="268"/>
            <ac:spMk id="200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2:31:15.488" v="2368" actId="14826"/>
          <ac:picMkLst>
            <pc:docMk/>
            <pc:sldMk cId="0" sldId="268"/>
            <ac:picMk id="199" creationId="{00000000-0000-0000-0000-000000000000}"/>
          </ac:picMkLst>
        </pc:picChg>
      </pc:sldChg>
      <pc:sldChg chg="del ord">
        <pc:chgData name="Leônidas Müller de Oliveira" userId="5af9566427f0cd7a" providerId="LiveId" clId="{68137F2F-A734-458A-A931-CE69A71D87D1}" dt="2021-01-13T23:03:58.467" v="3830" actId="47"/>
        <pc:sldMkLst>
          <pc:docMk/>
          <pc:sldMk cId="0" sldId="269"/>
        </pc:sldMkLst>
      </pc:sldChg>
      <pc:sldChg chg="addSp delSp modSp mod ord">
        <pc:chgData name="Leônidas Müller de Oliveira" userId="5af9566427f0cd7a" providerId="LiveId" clId="{68137F2F-A734-458A-A931-CE69A71D87D1}" dt="2021-01-13T22:35:35.056" v="2428"/>
        <pc:sldMkLst>
          <pc:docMk/>
          <pc:sldMk cId="0" sldId="270"/>
        </pc:sldMkLst>
        <pc:spChg chg="add mod">
          <ac:chgData name="Leônidas Müller de Oliveira" userId="5af9566427f0cd7a" providerId="LiveId" clId="{68137F2F-A734-458A-A931-CE69A71D87D1}" dt="2021-01-13T22:35:35.056" v="2428"/>
          <ac:spMkLst>
            <pc:docMk/>
            <pc:sldMk cId="0" sldId="270"/>
            <ac:spMk id="6" creationId="{930CC52F-ED8A-47A5-A077-E851C4C95BC3}"/>
          </ac:spMkLst>
        </pc:spChg>
        <pc:spChg chg="mod">
          <ac:chgData name="Leônidas Müller de Oliveira" userId="5af9566427f0cd7a" providerId="LiveId" clId="{68137F2F-A734-458A-A931-CE69A71D87D1}" dt="2021-01-13T22:34:39.885" v="2417" actId="20577"/>
          <ac:spMkLst>
            <pc:docMk/>
            <pc:sldMk cId="0" sldId="270"/>
            <ac:spMk id="21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35:31.557" v="2426" actId="1076"/>
          <ac:spMkLst>
            <pc:docMk/>
            <pc:sldMk cId="0" sldId="270"/>
            <ac:spMk id="21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35:34.388" v="2427" actId="478"/>
          <ac:spMkLst>
            <pc:docMk/>
            <pc:sldMk cId="0" sldId="270"/>
            <ac:spMk id="220" creationId="{00000000-0000-0000-0000-000000000000}"/>
          </ac:spMkLst>
        </pc:spChg>
      </pc:sldChg>
      <pc:sldChg chg="addSp delSp modSp mod">
        <pc:chgData name="Leônidas Müller de Oliveira" userId="5af9566427f0cd7a" providerId="LiveId" clId="{68137F2F-A734-458A-A931-CE69A71D87D1}" dt="2021-01-14T00:51:51.943" v="4499" actId="1076"/>
        <pc:sldMkLst>
          <pc:docMk/>
          <pc:sldMk cId="0" sldId="271"/>
        </pc:sldMkLst>
        <pc:spChg chg="add mod">
          <ac:chgData name="Leônidas Müller de Oliveira" userId="5af9566427f0cd7a" providerId="LiveId" clId="{68137F2F-A734-458A-A931-CE69A71D87D1}" dt="2021-01-13T23:04:05.651" v="3832"/>
          <ac:spMkLst>
            <pc:docMk/>
            <pc:sldMk cId="0" sldId="271"/>
            <ac:spMk id="8" creationId="{83F31AB0-14A9-4E61-8540-674C7E14B2A5}"/>
          </ac:spMkLst>
        </pc:spChg>
        <pc:spChg chg="mod">
          <ac:chgData name="Leônidas Müller de Oliveira" userId="5af9566427f0cd7a" providerId="LiveId" clId="{68137F2F-A734-458A-A931-CE69A71D87D1}" dt="2021-01-14T00:51:49.451" v="4498" actId="1076"/>
          <ac:spMkLst>
            <pc:docMk/>
            <pc:sldMk cId="0" sldId="271"/>
            <ac:spMk id="22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3:04:05.230" v="3831" actId="478"/>
          <ac:spMkLst>
            <pc:docMk/>
            <pc:sldMk cId="0" sldId="271"/>
            <ac:spMk id="22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51:51.943" v="4499" actId="1076"/>
          <ac:spMkLst>
            <pc:docMk/>
            <pc:sldMk cId="0" sldId="271"/>
            <ac:spMk id="228" creationId="{00000000-0000-0000-0000-000000000000}"/>
          </ac:spMkLst>
        </pc:spChg>
        <pc:picChg chg="add mod">
          <ac:chgData name="Leônidas Müller de Oliveira" userId="5af9566427f0cd7a" providerId="LiveId" clId="{68137F2F-A734-458A-A931-CE69A71D87D1}" dt="2021-01-13T23:03:56.265" v="3829" actId="1076"/>
          <ac:picMkLst>
            <pc:docMk/>
            <pc:sldMk cId="0" sldId="271"/>
            <ac:picMk id="3" creationId="{36E3D016-5FC1-4823-80C4-550D12960490}"/>
          </ac:picMkLst>
        </pc:picChg>
        <pc:picChg chg="del">
          <ac:chgData name="Leônidas Müller de Oliveira" userId="5af9566427f0cd7a" providerId="LiveId" clId="{68137F2F-A734-458A-A931-CE69A71D87D1}" dt="2021-01-13T23:03:52.798" v="3828" actId="478"/>
          <ac:picMkLst>
            <pc:docMk/>
            <pc:sldMk cId="0" sldId="271"/>
            <ac:picMk id="226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3:07:52.213" v="4440"/>
        <pc:sldMkLst>
          <pc:docMk/>
          <pc:sldMk cId="0" sldId="272"/>
        </pc:sldMkLst>
        <pc:spChg chg="add mod">
          <ac:chgData name="Leônidas Müller de Oliveira" userId="5af9566427f0cd7a" providerId="LiveId" clId="{68137F2F-A734-458A-A931-CE69A71D87D1}" dt="2021-01-13T23:07:52.213" v="4440"/>
          <ac:spMkLst>
            <pc:docMk/>
            <pc:sldMk cId="0" sldId="272"/>
            <ac:spMk id="6" creationId="{FD76ADCD-BBBA-4B59-816B-9784258BC36A}"/>
          </ac:spMkLst>
        </pc:spChg>
        <pc:spChg chg="mod">
          <ac:chgData name="Leônidas Müller de Oliveira" userId="5af9566427f0cd7a" providerId="LiveId" clId="{68137F2F-A734-458A-A931-CE69A71D87D1}" dt="2021-01-13T23:06:47.574" v="4327" actId="20577"/>
          <ac:spMkLst>
            <pc:docMk/>
            <pc:sldMk cId="0" sldId="272"/>
            <ac:spMk id="233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3:07:01.263" v="4368" actId="20577"/>
          <ac:spMkLst>
            <pc:docMk/>
            <pc:sldMk cId="0" sldId="272"/>
            <ac:spMk id="234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3:07:45.626" v="4438" actId="20577"/>
          <ac:spMkLst>
            <pc:docMk/>
            <pc:sldMk cId="0" sldId="272"/>
            <ac:spMk id="23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3:07:51.855" v="4439" actId="478"/>
          <ac:spMkLst>
            <pc:docMk/>
            <pc:sldMk cId="0" sldId="272"/>
            <ac:spMk id="236" creationId="{00000000-0000-0000-0000-000000000000}"/>
          </ac:spMkLst>
        </pc:spChg>
      </pc:sldChg>
      <pc:sldChg chg="del">
        <pc:chgData name="Leônidas Müller de Oliveira" userId="5af9566427f0cd7a" providerId="LiveId" clId="{68137F2F-A734-458A-A931-CE69A71D87D1}" dt="2021-01-13T23:07:58.595" v="4441" actId="47"/>
        <pc:sldMkLst>
          <pc:docMk/>
          <pc:sldMk cId="0" sldId="273"/>
        </pc:sldMkLst>
      </pc:sldChg>
      <pc:sldChg chg="addSp delSp modSp mod ord">
        <pc:chgData name="Leônidas Müller de Oliveira" userId="5af9566427f0cd7a" providerId="LiveId" clId="{68137F2F-A734-458A-A931-CE69A71D87D1}" dt="2021-01-14T00:46:51.650" v="4491" actId="1076"/>
        <pc:sldMkLst>
          <pc:docMk/>
          <pc:sldMk cId="0" sldId="274"/>
        </pc:sldMkLst>
        <pc:spChg chg="add mod">
          <ac:chgData name="Leônidas Müller de Oliveira" userId="5af9566427f0cd7a" providerId="LiveId" clId="{68137F2F-A734-458A-A931-CE69A71D87D1}" dt="2021-01-13T22:59:47.191" v="3477"/>
          <ac:spMkLst>
            <pc:docMk/>
            <pc:sldMk cId="0" sldId="274"/>
            <ac:spMk id="6" creationId="{32143811-F134-4409-AC77-19852463A64F}"/>
          </ac:spMkLst>
        </pc:spChg>
        <pc:spChg chg="mod">
          <ac:chgData name="Leônidas Müller de Oliveira" userId="5af9566427f0cd7a" providerId="LiveId" clId="{68137F2F-A734-458A-A931-CE69A71D87D1}" dt="2021-01-13T22:56:26.530" v="3166" actId="14100"/>
          <ac:spMkLst>
            <pc:docMk/>
            <pc:sldMk cId="0" sldId="274"/>
            <ac:spMk id="249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56:32.602" v="3168" actId="478"/>
          <ac:spMkLst>
            <pc:docMk/>
            <pc:sldMk cId="0" sldId="274"/>
            <ac:spMk id="250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46:51.650" v="4491" actId="1076"/>
          <ac:spMkLst>
            <pc:docMk/>
            <pc:sldMk cId="0" sldId="274"/>
            <ac:spMk id="251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59:46.662" v="3476" actId="478"/>
          <ac:spMkLst>
            <pc:docMk/>
            <pc:sldMk cId="0" sldId="274"/>
            <ac:spMk id="252" creationId="{00000000-0000-0000-0000-000000000000}"/>
          </ac:spMkLst>
        </pc:spChg>
      </pc:sldChg>
      <pc:sldChg chg="del">
        <pc:chgData name="Leônidas Müller de Oliveira" userId="5af9566427f0cd7a" providerId="LiveId" clId="{68137F2F-A734-458A-A931-CE69A71D87D1}" dt="2021-01-13T22:55:54.862" v="3157" actId="47"/>
        <pc:sldMkLst>
          <pc:docMk/>
          <pc:sldMk cId="0" sldId="275"/>
        </pc:sldMkLst>
      </pc:sldChg>
      <pc:sldChg chg="del">
        <pc:chgData name="Leônidas Müller de Oliveira" userId="5af9566427f0cd7a" providerId="LiveId" clId="{68137F2F-A734-458A-A931-CE69A71D87D1}" dt="2021-01-13T22:55:56.371" v="3158" actId="47"/>
        <pc:sldMkLst>
          <pc:docMk/>
          <pc:sldMk cId="0" sldId="276"/>
        </pc:sldMkLst>
      </pc:sldChg>
      <pc:sldChg chg="del">
        <pc:chgData name="Leônidas Müller de Oliveira" userId="5af9566427f0cd7a" providerId="LiveId" clId="{68137F2F-A734-458A-A931-CE69A71D87D1}" dt="2021-01-13T23:08:00.540" v="4442" actId="47"/>
        <pc:sldMkLst>
          <pc:docMk/>
          <pc:sldMk cId="0" sldId="277"/>
        </pc:sldMkLst>
      </pc:sldChg>
      <pc:sldChg chg="del">
        <pc:chgData name="Leônidas Müller de Oliveira" userId="5af9566427f0cd7a" providerId="LiveId" clId="{68137F2F-A734-458A-A931-CE69A71D87D1}" dt="2021-01-13T23:08:01.452" v="4443" actId="47"/>
        <pc:sldMkLst>
          <pc:docMk/>
          <pc:sldMk cId="0" sldId="278"/>
        </pc:sldMkLst>
      </pc:sldChg>
      <pc:sldChg chg="del">
        <pc:chgData name="Leônidas Müller de Oliveira" userId="5af9566427f0cd7a" providerId="LiveId" clId="{68137F2F-A734-458A-A931-CE69A71D87D1}" dt="2021-01-13T23:08:02.198" v="4444" actId="47"/>
        <pc:sldMkLst>
          <pc:docMk/>
          <pc:sldMk cId="0" sldId="279"/>
        </pc:sldMkLst>
      </pc:sldChg>
      <pc:sldChg chg="del">
        <pc:chgData name="Leônidas Müller de Oliveira" userId="5af9566427f0cd7a" providerId="LiveId" clId="{68137F2F-A734-458A-A931-CE69A71D87D1}" dt="2021-01-13T23:08:02.829" v="4445" actId="47"/>
        <pc:sldMkLst>
          <pc:docMk/>
          <pc:sldMk cId="0" sldId="280"/>
        </pc:sldMkLst>
      </pc:sldChg>
      <pc:sldChg chg="addSp delSp modSp mod">
        <pc:chgData name="Leônidas Müller de Oliveira" userId="5af9566427f0cd7a" providerId="LiveId" clId="{68137F2F-A734-458A-A931-CE69A71D87D1}" dt="2021-01-14T01:02:53.449" v="4502" actId="1076"/>
        <pc:sldMkLst>
          <pc:docMk/>
          <pc:sldMk cId="0" sldId="281"/>
        </pc:sldMkLst>
        <pc:spChg chg="add mod">
          <ac:chgData name="Leônidas Müller de Oliveira" userId="5af9566427f0cd7a" providerId="LiveId" clId="{68137F2F-A734-458A-A931-CE69A71D87D1}" dt="2021-01-14T01:02:36.645" v="4500" actId="1076"/>
          <ac:spMkLst>
            <pc:docMk/>
            <pc:sldMk cId="0" sldId="281"/>
            <ac:spMk id="6" creationId="{E13DB553-13BB-41C1-8D73-D4CF2AC42EA7}"/>
          </ac:spMkLst>
        </pc:spChg>
        <pc:spChg chg="add mod">
          <ac:chgData name="Leônidas Müller de Oliveira" userId="5af9566427f0cd7a" providerId="LiveId" clId="{68137F2F-A734-458A-A931-CE69A71D87D1}" dt="2021-01-14T01:02:53.449" v="4502" actId="1076"/>
          <ac:spMkLst>
            <pc:docMk/>
            <pc:sldMk cId="0" sldId="281"/>
            <ac:spMk id="7" creationId="{5702FB7F-E2F0-43AF-82E6-9EF6F09B9185}"/>
          </ac:spMkLst>
        </pc:spChg>
        <pc:spChg chg="mod">
          <ac:chgData name="Leônidas Müller de Oliveira" userId="5af9566427f0cd7a" providerId="LiveId" clId="{68137F2F-A734-458A-A931-CE69A71D87D1}" dt="2021-01-13T22:48:58.821" v="2682" actId="1076"/>
          <ac:spMkLst>
            <pc:docMk/>
            <pc:sldMk cId="0" sldId="281"/>
            <ac:spMk id="33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48:56.794" v="2681" actId="1076"/>
          <ac:spMkLst>
            <pc:docMk/>
            <pc:sldMk cId="0" sldId="281"/>
            <ac:spMk id="338" creationId="{00000000-0000-0000-0000-000000000000}"/>
          </ac:spMkLst>
        </pc:spChg>
        <pc:picChg chg="add mod">
          <ac:chgData name="Leônidas Müller de Oliveira" userId="5af9566427f0cd7a" providerId="LiveId" clId="{68137F2F-A734-458A-A931-CE69A71D87D1}" dt="2021-01-13T22:48:49.633" v="2679"/>
          <ac:picMkLst>
            <pc:docMk/>
            <pc:sldMk cId="0" sldId="281"/>
            <ac:picMk id="5" creationId="{B5D4AE09-62A7-4F55-8392-1C90A5E86B25}"/>
          </ac:picMkLst>
        </pc:picChg>
        <pc:picChg chg="del">
          <ac:chgData name="Leônidas Müller de Oliveira" userId="5af9566427f0cd7a" providerId="LiveId" clId="{68137F2F-A734-458A-A931-CE69A71D87D1}" dt="2021-01-13T22:47:42.899" v="2636" actId="478"/>
          <ac:picMkLst>
            <pc:docMk/>
            <pc:sldMk cId="0" sldId="281"/>
            <ac:picMk id="336" creationId="{00000000-0000-0000-0000-000000000000}"/>
          </ac:picMkLst>
        </pc:picChg>
      </pc:sldChg>
      <pc:sldChg chg="delSp modSp del mod">
        <pc:chgData name="Leônidas Müller de Oliveira" userId="5af9566427f0cd7a" providerId="LiveId" clId="{68137F2F-A734-458A-A931-CE69A71D87D1}" dt="2021-01-13T22:49:13.482" v="2687" actId="47"/>
        <pc:sldMkLst>
          <pc:docMk/>
          <pc:sldMk cId="3187776213" sldId="282"/>
        </pc:sldMkLst>
        <pc:spChg chg="mod">
          <ac:chgData name="Leônidas Müller de Oliveira" userId="5af9566427f0cd7a" providerId="LiveId" clId="{68137F2F-A734-458A-A931-CE69A71D87D1}" dt="2021-01-13T22:45:11.028" v="2594" actId="20577"/>
          <ac:spMkLst>
            <pc:docMk/>
            <pc:sldMk cId="3187776213" sldId="282"/>
            <ac:spMk id="344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47:31.264" v="2616" actId="20577"/>
          <ac:spMkLst>
            <pc:docMk/>
            <pc:sldMk cId="3187776213" sldId="282"/>
            <ac:spMk id="346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47:38.347" v="2635" actId="20577"/>
          <ac:spMkLst>
            <pc:docMk/>
            <pc:sldMk cId="3187776213" sldId="282"/>
            <ac:spMk id="347" creationId="{00000000-0000-0000-0000-000000000000}"/>
          </ac:spMkLst>
        </pc:spChg>
        <pc:picChg chg="del">
          <ac:chgData name="Leônidas Müller de Oliveira" userId="5af9566427f0cd7a" providerId="LiveId" clId="{68137F2F-A734-458A-A931-CE69A71D87D1}" dt="2021-01-13T22:45:07.029" v="2591" actId="478"/>
          <ac:picMkLst>
            <pc:docMk/>
            <pc:sldMk cId="3187776213" sldId="282"/>
            <ac:picMk id="343" creationId="{00000000-0000-0000-0000-000000000000}"/>
          </ac:picMkLst>
        </pc:picChg>
        <pc:picChg chg="mod modCrop">
          <ac:chgData name="Leônidas Müller de Oliveira" userId="5af9566427f0cd7a" providerId="LiveId" clId="{68137F2F-A734-458A-A931-CE69A71D87D1}" dt="2021-01-13T22:47:20.532" v="2606" actId="732"/>
          <ac:picMkLst>
            <pc:docMk/>
            <pc:sldMk cId="3187776213" sldId="282"/>
            <ac:picMk id="345" creationId="{00000000-0000-0000-0000-000000000000}"/>
          </ac:picMkLst>
        </pc:picChg>
      </pc:sldChg>
      <pc:sldChg chg="addSp delSp modSp add mod">
        <pc:chgData name="Leônidas Müller de Oliveira" userId="5af9566427f0cd7a" providerId="LiveId" clId="{68137F2F-A734-458A-A931-CE69A71D87D1}" dt="2021-01-14T19:02:43.230" v="4504" actId="1076"/>
        <pc:sldMkLst>
          <pc:docMk/>
          <pc:sldMk cId="569711459" sldId="283"/>
        </pc:sldMkLst>
        <pc:spChg chg="add mod">
          <ac:chgData name="Leônidas Müller de Oliveira" userId="5af9566427f0cd7a" providerId="LiveId" clId="{68137F2F-A734-458A-A931-CE69A71D87D1}" dt="2021-01-13T21:16:46.684" v="1426"/>
          <ac:spMkLst>
            <pc:docMk/>
            <pc:sldMk cId="569711459" sldId="283"/>
            <ac:spMk id="6" creationId="{8773F3A6-AB81-492A-9E25-5D2FE5C24475}"/>
          </ac:spMkLst>
        </pc:spChg>
        <pc:spChg chg="mod">
          <ac:chgData name="Leônidas Müller de Oliveira" userId="5af9566427f0cd7a" providerId="LiveId" clId="{68137F2F-A734-458A-A931-CE69A71D87D1}" dt="2021-01-13T21:08:13.998" v="1309" actId="20577"/>
          <ac:spMkLst>
            <pc:docMk/>
            <pc:sldMk cId="569711459" sldId="283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19:02:43.230" v="4504" actId="1076"/>
          <ac:spMkLst>
            <pc:docMk/>
            <pc:sldMk cId="569711459" sldId="283"/>
            <ac:spMk id="15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6:46.188" v="1425" actId="478"/>
          <ac:spMkLst>
            <pc:docMk/>
            <pc:sldMk cId="569711459" sldId="283"/>
            <ac:spMk id="160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1:09:01.276" v="1316" actId="14826"/>
          <ac:picMkLst>
            <pc:docMk/>
            <pc:sldMk cId="569711459" sldId="283"/>
            <ac:picMk id="159" creationId="{00000000-0000-0000-0000-000000000000}"/>
          </ac:picMkLst>
        </pc:picChg>
      </pc:sldChg>
      <pc:sldChg chg="modSp add del mod ord">
        <pc:chgData name="Leônidas Müller de Oliveira" userId="5af9566427f0cd7a" providerId="LiveId" clId="{68137F2F-A734-458A-A931-CE69A71D87D1}" dt="2021-01-13T20:03:56.859" v="833" actId="2890"/>
        <pc:sldMkLst>
          <pc:docMk/>
          <pc:sldMk cId="579065743" sldId="283"/>
        </pc:sldMkLst>
        <pc:spChg chg="mod">
          <ac:chgData name="Leônidas Müller de Oliveira" userId="5af9566427f0cd7a" providerId="LiveId" clId="{68137F2F-A734-458A-A931-CE69A71D87D1}" dt="2021-01-13T20:03:56.066" v="831" actId="20577"/>
          <ac:spMkLst>
            <pc:docMk/>
            <pc:sldMk cId="579065743" sldId="283"/>
            <ac:spMk id="141" creationId="{00000000-0000-0000-0000-000000000000}"/>
          </ac:spMkLst>
        </pc:spChg>
      </pc:sldChg>
      <pc:sldChg chg="addSp delSp modSp add mod ord">
        <pc:chgData name="Leônidas Müller de Oliveira" userId="5af9566427f0cd7a" providerId="LiveId" clId="{68137F2F-A734-458A-A931-CE69A71D87D1}" dt="2021-01-13T21:25:04.087" v="1848" actId="1076"/>
        <pc:sldMkLst>
          <pc:docMk/>
          <pc:sldMk cId="1437011287" sldId="284"/>
        </pc:sldMkLst>
        <pc:spChg chg="add mod">
          <ac:chgData name="Leônidas Müller de Oliveira" userId="5af9566427f0cd7a" providerId="LiveId" clId="{68137F2F-A734-458A-A931-CE69A71D87D1}" dt="2021-01-13T21:24:57.112" v="1847" actId="1076"/>
          <ac:spMkLst>
            <pc:docMk/>
            <pc:sldMk cId="1437011287" sldId="284"/>
            <ac:spMk id="2" creationId="{B5FAAC12-83B7-4468-968E-BD39CFBF23F8}"/>
          </ac:spMkLst>
        </pc:spChg>
        <pc:spChg chg="add ord">
          <ac:chgData name="Leônidas Müller de Oliveira" userId="5af9566427f0cd7a" providerId="LiveId" clId="{68137F2F-A734-458A-A931-CE69A71D87D1}" dt="2021-01-13T21:24:52.463" v="1846" actId="167"/>
          <ac:spMkLst>
            <pc:docMk/>
            <pc:sldMk cId="1437011287" sldId="284"/>
            <ac:spMk id="3" creationId="{5A9CA915-CCB3-442A-9489-70F111D48946}"/>
          </ac:spMkLst>
        </pc:spChg>
        <pc:spChg chg="add mod">
          <ac:chgData name="Leônidas Müller de Oliveira" userId="5af9566427f0cd7a" providerId="LiveId" clId="{68137F2F-A734-458A-A931-CE69A71D87D1}" dt="2021-01-13T21:25:04.087" v="1848" actId="1076"/>
          <ac:spMkLst>
            <pc:docMk/>
            <pc:sldMk cId="1437011287" sldId="284"/>
            <ac:spMk id="5" creationId="{694E9661-0DA9-4439-A260-5A55C84F5188}"/>
          </ac:spMkLst>
        </pc:spChg>
        <pc:spChg chg="add mod">
          <ac:chgData name="Leônidas Müller de Oliveira" userId="5af9566427f0cd7a" providerId="LiveId" clId="{68137F2F-A734-458A-A931-CE69A71D87D1}" dt="2021-01-13T21:24:10.543" v="1832" actId="465"/>
          <ac:spMkLst>
            <pc:docMk/>
            <pc:sldMk cId="1437011287" sldId="284"/>
            <ac:spMk id="7" creationId="{A4DD453D-BBF4-4D35-BEA3-93C8AFDFAD21}"/>
          </ac:spMkLst>
        </pc:spChg>
        <pc:spChg chg="add del mod">
          <ac:chgData name="Leônidas Müller de Oliveira" userId="5af9566427f0cd7a" providerId="LiveId" clId="{68137F2F-A734-458A-A931-CE69A71D87D1}" dt="2021-01-13T21:21:34.154" v="1796" actId="478"/>
          <ac:spMkLst>
            <pc:docMk/>
            <pc:sldMk cId="1437011287" sldId="284"/>
            <ac:spMk id="8" creationId="{18024FAC-ADEC-4672-B0B3-FD3107CF3622}"/>
          </ac:spMkLst>
        </pc:spChg>
        <pc:spChg chg="add mod">
          <ac:chgData name="Leônidas Müller de Oliveira" userId="5af9566427f0cd7a" providerId="LiveId" clId="{68137F2F-A734-458A-A931-CE69A71D87D1}" dt="2021-01-13T21:24:10.543" v="1832" actId="465"/>
          <ac:spMkLst>
            <pc:docMk/>
            <pc:sldMk cId="1437011287" sldId="284"/>
            <ac:spMk id="9" creationId="{C42EB859-19E8-4973-97DF-EF93B5B2D845}"/>
          </ac:spMkLst>
        </pc:spChg>
        <pc:spChg chg="add mod">
          <ac:chgData name="Leônidas Müller de Oliveira" userId="5af9566427f0cd7a" providerId="LiveId" clId="{68137F2F-A734-458A-A931-CE69A71D87D1}" dt="2021-01-13T21:24:10.543" v="1832" actId="465"/>
          <ac:spMkLst>
            <pc:docMk/>
            <pc:sldMk cId="1437011287" sldId="284"/>
            <ac:spMk id="10" creationId="{D85E2755-D8D3-49BC-BE27-FFE170CCCC28}"/>
          </ac:spMkLst>
        </pc:spChg>
        <pc:spChg chg="add mod">
          <ac:chgData name="Leônidas Müller de Oliveira" userId="5af9566427f0cd7a" providerId="LiveId" clId="{68137F2F-A734-458A-A931-CE69A71D87D1}" dt="2021-01-13T21:23:53.752" v="1831" actId="1076"/>
          <ac:spMkLst>
            <pc:docMk/>
            <pc:sldMk cId="1437011287" sldId="284"/>
            <ac:spMk id="11" creationId="{265A0DFD-B71D-43C1-AD39-A6ABF5557A41}"/>
          </ac:spMkLst>
        </pc:spChg>
        <pc:spChg chg="mod">
          <ac:chgData name="Leônidas Müller de Oliveira" userId="5af9566427f0cd7a" providerId="LiveId" clId="{68137F2F-A734-458A-A931-CE69A71D87D1}" dt="2021-01-13T21:24:13.614" v="1834" actId="1076"/>
          <ac:spMkLst>
            <pc:docMk/>
            <pc:sldMk cId="1437011287" sldId="284"/>
            <ac:spMk id="149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1:23:28.244" v="1825" actId="552"/>
          <ac:spMkLst>
            <pc:docMk/>
            <pc:sldMk cId="1437011287" sldId="284"/>
            <ac:spMk id="150" creationId="{00000000-0000-0000-0000-000000000000}"/>
          </ac:spMkLst>
        </pc:spChg>
      </pc:sldChg>
      <pc:sldChg chg="modSp add mod ord">
        <pc:chgData name="Leônidas Müller de Oliveira" userId="5af9566427f0cd7a" providerId="LiveId" clId="{68137F2F-A734-458A-A931-CE69A71D87D1}" dt="2021-01-13T21:36:11.834" v="1990" actId="14100"/>
        <pc:sldMkLst>
          <pc:docMk/>
          <pc:sldMk cId="2813838532" sldId="285"/>
        </pc:sldMkLst>
        <pc:spChg chg="mod">
          <ac:chgData name="Leônidas Müller de Oliveira" userId="5af9566427f0cd7a" providerId="LiveId" clId="{68137F2F-A734-458A-A931-CE69A71D87D1}" dt="2021-01-13T21:35:28.849" v="1876" actId="14100"/>
          <ac:spMkLst>
            <pc:docMk/>
            <pc:sldMk cId="2813838532" sldId="285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1:35:48.905" v="1983" actId="20577"/>
          <ac:spMkLst>
            <pc:docMk/>
            <pc:sldMk cId="2813838532" sldId="285"/>
            <ac:spMk id="158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1:36:11.834" v="1990" actId="14100"/>
          <ac:picMkLst>
            <pc:docMk/>
            <pc:sldMk cId="2813838532" sldId="285"/>
            <ac:picMk id="159" creationId="{00000000-0000-0000-0000-000000000000}"/>
          </ac:picMkLst>
        </pc:picChg>
      </pc:sldChg>
      <pc:sldChg chg="addSp delSp modSp add del mod">
        <pc:chgData name="Leônidas Müller de Oliveira" userId="5af9566427f0cd7a" providerId="LiveId" clId="{68137F2F-A734-458A-A931-CE69A71D87D1}" dt="2021-01-13T22:44:49.198" v="2589" actId="47"/>
        <pc:sldMkLst>
          <pc:docMk/>
          <pc:sldMk cId="2907770087" sldId="286"/>
        </pc:sldMkLst>
        <pc:spChg chg="add del">
          <ac:chgData name="Leônidas Müller de Oliveira" userId="5af9566427f0cd7a" providerId="LiveId" clId="{68137F2F-A734-458A-A931-CE69A71D87D1}" dt="2021-01-13T22:39:46.586" v="2430" actId="22"/>
          <ac:spMkLst>
            <pc:docMk/>
            <pc:sldMk cId="2907770087" sldId="286"/>
            <ac:spMk id="12" creationId="{663EB6C0-7929-4ED7-BC40-5CBDD5E5E9EC}"/>
          </ac:spMkLst>
        </pc:spChg>
        <pc:spChg chg="add del">
          <ac:chgData name="Leônidas Müller de Oliveira" userId="5af9566427f0cd7a" providerId="LiveId" clId="{68137F2F-A734-458A-A931-CE69A71D87D1}" dt="2021-01-13T22:39:57.052" v="2432" actId="22"/>
          <ac:spMkLst>
            <pc:docMk/>
            <pc:sldMk cId="2907770087" sldId="286"/>
            <ac:spMk id="14" creationId="{7C0CAF90-B48A-48ED-AFB5-6E37D2DC41EE}"/>
          </ac:spMkLst>
        </pc:spChg>
        <pc:spChg chg="mod">
          <ac:chgData name="Leônidas Müller de Oliveira" userId="5af9566427f0cd7a" providerId="LiveId" clId="{68137F2F-A734-458A-A931-CE69A71D87D1}" dt="2021-01-13T22:41:16.530" v="2463" actId="20577"/>
          <ac:spMkLst>
            <pc:docMk/>
            <pc:sldMk cId="2907770087" sldId="286"/>
            <ac:spMk id="192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2:41:03.715" v="2435" actId="14100"/>
          <ac:picMkLst>
            <pc:docMk/>
            <pc:sldMk cId="2907770087" sldId="286"/>
            <ac:picMk id="199" creationId="{00000000-0000-0000-0000-000000000000}"/>
          </ac:picMkLst>
        </pc:picChg>
      </pc:sldChg>
      <pc:sldChg chg="add del">
        <pc:chgData name="Leônidas Müller de Oliveira" userId="5af9566427f0cd7a" providerId="LiveId" clId="{68137F2F-A734-458A-A931-CE69A71D87D1}" dt="2021-01-13T22:44:52.084" v="2590" actId="47"/>
        <pc:sldMkLst>
          <pc:docMk/>
          <pc:sldMk cId="1064290854" sldId="287"/>
        </pc:sldMkLst>
      </pc:sldChg>
      <pc:sldChg chg="modSp add mod">
        <pc:chgData name="Leônidas Müller de Oliveira" userId="5af9566427f0cd7a" providerId="LiveId" clId="{68137F2F-A734-458A-A931-CE69A71D87D1}" dt="2021-01-14T00:45:56.787" v="4490" actId="1076"/>
        <pc:sldMkLst>
          <pc:docMk/>
          <pc:sldMk cId="946061715" sldId="288"/>
        </pc:sldMkLst>
        <pc:spChg chg="mod">
          <ac:chgData name="Leônidas Müller de Oliveira" userId="5af9566427f0cd7a" providerId="LiveId" clId="{68137F2F-A734-458A-A931-CE69A71D87D1}" dt="2021-01-14T00:45:18.794" v="4489" actId="20577"/>
          <ac:spMkLst>
            <pc:docMk/>
            <pc:sldMk cId="946061715" sldId="288"/>
            <ac:spMk id="11" creationId="{66D68495-624D-436A-A86D-E42CC4800A32}"/>
          </ac:spMkLst>
        </pc:spChg>
        <pc:spChg chg="mod">
          <ac:chgData name="Leônidas Müller de Oliveira" userId="5af9566427f0cd7a" providerId="LiveId" clId="{68137F2F-A734-458A-A931-CE69A71D87D1}" dt="2021-01-13T22:41:39.132" v="2493" actId="20577"/>
          <ac:spMkLst>
            <pc:docMk/>
            <pc:sldMk cId="946061715" sldId="288"/>
            <ac:spMk id="192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4T00:45:56.787" v="4490" actId="1076"/>
          <ac:picMkLst>
            <pc:docMk/>
            <pc:sldMk cId="946061715" sldId="288"/>
            <ac:picMk id="199" creationId="{00000000-0000-0000-0000-000000000000}"/>
          </ac:picMkLst>
        </pc:picChg>
      </pc:sldChg>
      <pc:sldChg chg="modSp add mod">
        <pc:chgData name="Leônidas Müller de Oliveira" userId="5af9566427f0cd7a" providerId="LiveId" clId="{68137F2F-A734-458A-A931-CE69A71D87D1}" dt="2021-01-14T00:44:48.781" v="4488" actId="14100"/>
        <pc:sldMkLst>
          <pc:docMk/>
          <pc:sldMk cId="4038552212" sldId="289"/>
        </pc:sldMkLst>
        <pc:spChg chg="mod">
          <ac:chgData name="Leônidas Müller de Oliveira" userId="5af9566427f0cd7a" providerId="LiveId" clId="{68137F2F-A734-458A-A931-CE69A71D87D1}" dt="2021-01-13T22:49:58.994" v="2725" actId="20577"/>
          <ac:spMkLst>
            <pc:docMk/>
            <pc:sldMk cId="4038552212" sldId="289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44:48.781" v="4488" actId="14100"/>
          <ac:spMkLst>
            <pc:docMk/>
            <pc:sldMk cId="4038552212" sldId="289"/>
            <ac:spMk id="158" creationId="{00000000-0000-0000-0000-000000000000}"/>
          </ac:spMkLst>
        </pc:spChg>
      </pc:sldChg>
      <pc:sldChg chg="modSp add mod">
        <pc:chgData name="Leônidas Müller de Oliveira" userId="5af9566427f0cd7a" providerId="LiveId" clId="{68137F2F-A734-458A-A931-CE69A71D87D1}" dt="2021-01-14T00:51:00.650" v="4497" actId="20577"/>
        <pc:sldMkLst>
          <pc:docMk/>
          <pc:sldMk cId="2908053148" sldId="290"/>
        </pc:sldMkLst>
        <pc:spChg chg="mod">
          <ac:chgData name="Leônidas Müller de Oliveira" userId="5af9566427f0cd7a" providerId="LiveId" clId="{68137F2F-A734-458A-A931-CE69A71D87D1}" dt="2021-01-14T00:50:50.248" v="4492" actId="1076"/>
          <ac:spMkLst>
            <pc:docMk/>
            <pc:sldMk cId="2908053148" sldId="290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51:00.650" v="4497" actId="20577"/>
          <ac:spMkLst>
            <pc:docMk/>
            <pc:sldMk cId="2908053148" sldId="290"/>
            <ac:spMk id="158" creationId="{00000000-0000-0000-0000-000000000000}"/>
          </ac:spMkLst>
        </pc:spChg>
      </pc:sldChg>
      <pc:sldChg chg="modSp add del mod">
        <pc:chgData name="Leônidas Müller de Oliveira" userId="5af9566427f0cd7a" providerId="LiveId" clId="{68137F2F-A734-458A-A931-CE69A71D87D1}" dt="2021-01-13T22:59:53.923" v="3478" actId="2696"/>
        <pc:sldMkLst>
          <pc:docMk/>
          <pc:sldMk cId="3394121669" sldId="290"/>
        </pc:sldMkLst>
        <pc:spChg chg="mod">
          <ac:chgData name="Leônidas Müller de Oliveira" userId="5af9566427f0cd7a" providerId="LiveId" clId="{68137F2F-A734-458A-A931-CE69A71D87D1}" dt="2021-01-13T22:53:00.676" v="3156" actId="1076"/>
          <ac:spMkLst>
            <pc:docMk/>
            <pc:sldMk cId="3394121669" sldId="290"/>
            <ac:spMk id="149" creationId="{00000000-0000-0000-0000-000000000000}"/>
          </ac:spMkLst>
        </pc:spChg>
      </pc:sldChg>
      <pc:sldChg chg="add">
        <pc:chgData name="Leônidas Müller de Oliveira" userId="5af9566427f0cd7a" providerId="LiveId" clId="{68137F2F-A734-458A-A931-CE69A71D87D1}" dt="2021-01-13T23:58:58.383" v="4446" actId="2890"/>
        <pc:sldMkLst>
          <pc:docMk/>
          <pc:sldMk cId="2491790395" sldId="291"/>
        </pc:sldMkLst>
      </pc:sldChg>
    </pc:docChg>
  </pc:docChgLst>
  <pc:docChgLst>
    <pc:chgData name="Leônidas Müller de Oliveira" userId="5af9566427f0cd7a" providerId="LiveId" clId="{EE2B610A-E03A-4034-B56E-B8AEB49F4638}"/>
    <pc:docChg chg="undo redo custSel addSld delSld modSld sldOrd">
      <pc:chgData name="Leônidas Müller de Oliveira" userId="5af9566427f0cd7a" providerId="LiveId" clId="{EE2B610A-E03A-4034-B56E-B8AEB49F4638}" dt="2025-06-06T17:15:33.323" v="417" actId="47"/>
      <pc:docMkLst>
        <pc:docMk/>
      </pc:docMkLst>
      <pc:sldChg chg="addSp delSp mod">
        <pc:chgData name="Leônidas Müller de Oliveira" userId="5af9566427f0cd7a" providerId="LiveId" clId="{EE2B610A-E03A-4034-B56E-B8AEB49F4638}" dt="2025-06-01T23:37:57.271" v="145" actId="478"/>
        <pc:sldMkLst>
          <pc:docMk/>
          <pc:sldMk cId="2283720716" sldId="298"/>
        </pc:sldMkLst>
        <pc:inkChg chg="add del">
          <ac:chgData name="Leônidas Müller de Oliveira" userId="5af9566427f0cd7a" providerId="LiveId" clId="{EE2B610A-E03A-4034-B56E-B8AEB49F4638}" dt="2025-06-01T23:37:57.271" v="145" actId="478"/>
          <ac:inkMkLst>
            <pc:docMk/>
            <pc:sldMk cId="2283720716" sldId="298"/>
            <ac:inkMk id="2" creationId="{9E3BC4A3-5121-8D29-6A5F-02A7F78DFAA4}"/>
          </ac:inkMkLst>
        </pc:inkChg>
        <pc:inkChg chg="add del">
          <ac:chgData name="Leônidas Müller de Oliveira" userId="5af9566427f0cd7a" providerId="LiveId" clId="{EE2B610A-E03A-4034-B56E-B8AEB49F4638}" dt="2025-06-01T23:37:57.271" v="145" actId="478"/>
          <ac:inkMkLst>
            <pc:docMk/>
            <pc:sldMk cId="2283720716" sldId="298"/>
            <ac:inkMk id="3" creationId="{E83A6E5D-B004-FCC0-B66D-3C6EED4B3284}"/>
          </ac:inkMkLst>
        </pc:inkChg>
        <pc:inkChg chg="add del">
          <ac:chgData name="Leônidas Müller de Oliveira" userId="5af9566427f0cd7a" providerId="LiveId" clId="{EE2B610A-E03A-4034-B56E-B8AEB49F4638}" dt="2025-06-01T23:37:57.271" v="145" actId="478"/>
          <ac:inkMkLst>
            <pc:docMk/>
            <pc:sldMk cId="2283720716" sldId="298"/>
            <ac:inkMk id="4" creationId="{FE733A70-7AC2-0023-377A-E6D4B384B645}"/>
          </ac:inkMkLst>
        </pc:inkChg>
      </pc:sldChg>
      <pc:sldChg chg="addSp delSp modSp add del mod">
        <pc:chgData name="Leônidas Müller de Oliveira" userId="5af9566427f0cd7a" providerId="LiveId" clId="{EE2B610A-E03A-4034-B56E-B8AEB49F4638}" dt="2025-06-06T17:14:53.136" v="410" actId="47"/>
        <pc:sldMkLst>
          <pc:docMk/>
          <pc:sldMk cId="3760336978" sldId="306"/>
        </pc:sldMkLst>
        <pc:grpChg chg="mod">
          <ac:chgData name="Leônidas Müller de Oliveira" userId="5af9566427f0cd7a" providerId="LiveId" clId="{EE2B610A-E03A-4034-B56E-B8AEB49F4638}" dt="2025-06-01T23:33:27.145" v="4"/>
          <ac:grpSpMkLst>
            <pc:docMk/>
            <pc:sldMk cId="3760336978" sldId="306"/>
            <ac:grpSpMk id="5" creationId="{F1F77411-5FF7-6D34-F2CB-3C5DA4192E7C}"/>
          </ac:grpSpMkLst>
        </pc:grpChg>
        <pc:grpChg chg="mod">
          <ac:chgData name="Leônidas Müller de Oliveira" userId="5af9566427f0cd7a" providerId="LiveId" clId="{EE2B610A-E03A-4034-B56E-B8AEB49F4638}" dt="2025-06-01T23:33:42.217" v="12"/>
          <ac:grpSpMkLst>
            <pc:docMk/>
            <pc:sldMk cId="3760336978" sldId="306"/>
            <ac:grpSpMk id="15" creationId="{9CEAE264-2EA8-89CE-56EF-F89118AB8462}"/>
          </ac:grpSpMkLst>
        </pc:grpChg>
        <pc:grpChg chg="mod">
          <ac:chgData name="Leônidas Müller de Oliveira" userId="5af9566427f0cd7a" providerId="LiveId" clId="{EE2B610A-E03A-4034-B56E-B8AEB49F4638}" dt="2025-06-01T23:33:42.217" v="12"/>
          <ac:grpSpMkLst>
            <pc:docMk/>
            <pc:sldMk cId="3760336978" sldId="306"/>
            <ac:grpSpMk id="16" creationId="{952ED106-F099-703E-5E19-CAB221BA68D6}"/>
          </ac:grpSpMkLst>
        </pc:grpChg>
        <pc:grpChg chg="del mod">
          <ac:chgData name="Leônidas Müller de Oliveira" userId="5af9566427f0cd7a" providerId="LiveId" clId="{EE2B610A-E03A-4034-B56E-B8AEB49F4638}" dt="2025-06-01T23:33:51.162" v="25"/>
          <ac:grpSpMkLst>
            <pc:docMk/>
            <pc:sldMk cId="3760336978" sldId="306"/>
            <ac:grpSpMk id="20" creationId="{12769CE9-53CD-2C21-96CE-C065E182D91F}"/>
          </ac:grpSpMkLst>
        </pc:grpChg>
        <pc:grpChg chg="del mod">
          <ac:chgData name="Leônidas Müller de Oliveira" userId="5af9566427f0cd7a" providerId="LiveId" clId="{EE2B610A-E03A-4034-B56E-B8AEB49F4638}" dt="2025-06-01T23:33:53.668" v="27"/>
          <ac:grpSpMkLst>
            <pc:docMk/>
            <pc:sldMk cId="3760336978" sldId="306"/>
            <ac:grpSpMk id="29" creationId="{698E80EF-3A1F-B05C-0B14-E4294C6F3D2C}"/>
          </ac:grpSpMkLst>
        </pc:grpChg>
        <pc:grpChg chg="del mod">
          <ac:chgData name="Leônidas Müller de Oliveira" userId="5af9566427f0cd7a" providerId="LiveId" clId="{EE2B610A-E03A-4034-B56E-B8AEB49F4638}" dt="2025-06-01T23:33:57.493" v="31"/>
          <ac:grpSpMkLst>
            <pc:docMk/>
            <pc:sldMk cId="3760336978" sldId="306"/>
            <ac:grpSpMk id="31" creationId="{CC036F82-47A8-C7E0-1EF5-41071CAFF599}"/>
          </ac:grpSpMkLst>
        </pc:grpChg>
        <pc:grpChg chg="del mod">
          <ac:chgData name="Leônidas Müller de Oliveira" userId="5af9566427f0cd7a" providerId="LiveId" clId="{EE2B610A-E03A-4034-B56E-B8AEB49F4638}" dt="2025-06-01T23:34:23.585" v="37"/>
          <ac:grpSpMkLst>
            <pc:docMk/>
            <pc:sldMk cId="3760336978" sldId="306"/>
            <ac:grpSpMk id="35" creationId="{C578109B-BC01-068C-2EA4-2E265AF065F7}"/>
          </ac:grpSpMkLst>
        </pc:grpChg>
        <pc:grpChg chg="del mod">
          <ac:chgData name="Leônidas Müller de Oliveira" userId="5af9566427f0cd7a" providerId="LiveId" clId="{EE2B610A-E03A-4034-B56E-B8AEB49F4638}" dt="2025-06-01T23:34:30.209" v="42"/>
          <ac:grpSpMkLst>
            <pc:docMk/>
            <pc:sldMk cId="3760336978" sldId="306"/>
            <ac:grpSpMk id="41" creationId="{9B550CA7-16AA-2C26-AB8A-695EF8C98E5E}"/>
          </ac:grpSpMkLst>
        </pc:grpChg>
        <pc:grpChg chg="del mod">
          <ac:chgData name="Leônidas Müller de Oliveira" userId="5af9566427f0cd7a" providerId="LiveId" clId="{EE2B610A-E03A-4034-B56E-B8AEB49F4638}" dt="2025-06-01T23:34:36.346" v="44"/>
          <ac:grpSpMkLst>
            <pc:docMk/>
            <pc:sldMk cId="3760336978" sldId="306"/>
            <ac:grpSpMk id="46" creationId="{8E398BC5-9F9B-3C16-1819-069B4990890D}"/>
          </ac:grpSpMkLst>
        </pc:grpChg>
        <pc:grpChg chg="del mod">
          <ac:chgData name="Leônidas Müller de Oliveira" userId="5af9566427f0cd7a" providerId="LiveId" clId="{EE2B610A-E03A-4034-B56E-B8AEB49F4638}" dt="2025-06-01T23:34:39.119" v="47"/>
          <ac:grpSpMkLst>
            <pc:docMk/>
            <pc:sldMk cId="3760336978" sldId="306"/>
            <ac:grpSpMk id="48" creationId="{46D52C6D-5CC5-708D-F84F-BC770AB83916}"/>
          </ac:grpSpMkLst>
        </pc:grpChg>
        <pc:grpChg chg="del mod">
          <ac:chgData name="Leônidas Müller de Oliveira" userId="5af9566427f0cd7a" providerId="LiveId" clId="{EE2B610A-E03A-4034-B56E-B8AEB49F4638}" dt="2025-06-01T23:34:41.315" v="50"/>
          <ac:grpSpMkLst>
            <pc:docMk/>
            <pc:sldMk cId="3760336978" sldId="306"/>
            <ac:grpSpMk id="51" creationId="{AD0FA3D1-A133-578B-4C66-90BF2CB38407}"/>
          </ac:grpSpMkLst>
        </pc:grpChg>
        <pc:grpChg chg="del mod">
          <ac:chgData name="Leônidas Müller de Oliveira" userId="5af9566427f0cd7a" providerId="LiveId" clId="{EE2B610A-E03A-4034-B56E-B8AEB49F4638}" dt="2025-06-01T23:34:48.872" v="53"/>
          <ac:grpSpMkLst>
            <pc:docMk/>
            <pc:sldMk cId="3760336978" sldId="306"/>
            <ac:grpSpMk id="54" creationId="{6FE4244C-4ED7-B284-7A02-CF41BCE700AA}"/>
          </ac:grpSpMkLst>
        </pc:grpChg>
        <pc:grpChg chg="mod">
          <ac:chgData name="Leônidas Müller de Oliveira" userId="5af9566427f0cd7a" providerId="LiveId" clId="{EE2B610A-E03A-4034-B56E-B8AEB49F4638}" dt="2025-06-01T23:34:48.872" v="53"/>
          <ac:grpSpMkLst>
            <pc:docMk/>
            <pc:sldMk cId="3760336978" sldId="306"/>
            <ac:grpSpMk id="57" creationId="{71F409FA-CA3B-4DC6-5496-1A4F60960E16}"/>
          </ac:grpSpMkLst>
        </pc:grpChg>
        <pc:inkChg chg="add mod">
          <ac:chgData name="Leônidas Müller de Oliveira" userId="5af9566427f0cd7a" providerId="LiveId" clId="{EE2B610A-E03A-4034-B56E-B8AEB49F4638}" dt="2025-06-01T23:33:27.145" v="4"/>
          <ac:inkMkLst>
            <pc:docMk/>
            <pc:sldMk cId="3760336978" sldId="306"/>
            <ac:inkMk id="2" creationId="{02E8C9D2-3BCC-396C-9F21-BD86553CE4D9}"/>
          </ac:inkMkLst>
        </pc:inkChg>
        <pc:inkChg chg="add mod">
          <ac:chgData name="Leônidas Müller de Oliveira" userId="5af9566427f0cd7a" providerId="LiveId" clId="{EE2B610A-E03A-4034-B56E-B8AEB49F4638}" dt="2025-06-01T23:33:27.145" v="4"/>
          <ac:inkMkLst>
            <pc:docMk/>
            <pc:sldMk cId="3760336978" sldId="306"/>
            <ac:inkMk id="3" creationId="{BFFFC6E4-DA8A-57E1-3AAE-C1E12B4DBA80}"/>
          </ac:inkMkLst>
        </pc:inkChg>
        <pc:inkChg chg="add">
          <ac:chgData name="Leônidas Müller de Oliveira" userId="5af9566427f0cd7a" providerId="LiveId" clId="{EE2B610A-E03A-4034-B56E-B8AEB49F4638}" dt="2025-06-01T23:33:26.561" v="3" actId="9405"/>
          <ac:inkMkLst>
            <pc:docMk/>
            <pc:sldMk cId="3760336978" sldId="306"/>
            <ac:inkMk id="4" creationId="{2D62F32E-B659-32F1-0449-F7F49E086BEE}"/>
          </ac:inkMkLst>
        </pc:inkChg>
        <pc:inkChg chg="add">
          <ac:chgData name="Leônidas Müller de Oliveira" userId="5af9566427f0cd7a" providerId="LiveId" clId="{EE2B610A-E03A-4034-B56E-B8AEB49F4638}" dt="2025-06-01T23:33:30.332" v="5" actId="9405"/>
          <ac:inkMkLst>
            <pc:docMk/>
            <pc:sldMk cId="3760336978" sldId="306"/>
            <ac:inkMk id="6" creationId="{24130C84-1288-7D64-10A3-61FF9359FD1C}"/>
          </ac:inkMkLst>
        </pc:inkChg>
        <pc:inkChg chg="add">
          <ac:chgData name="Leônidas Müller de Oliveira" userId="5af9566427f0cd7a" providerId="LiveId" clId="{EE2B610A-E03A-4034-B56E-B8AEB49F4638}" dt="2025-06-01T23:33:31.614" v="6" actId="9405"/>
          <ac:inkMkLst>
            <pc:docMk/>
            <pc:sldMk cId="3760336978" sldId="306"/>
            <ac:inkMk id="7" creationId="{E2C37E87-A1E7-993C-1B07-01619F22E8B8}"/>
          </ac:inkMkLst>
        </pc:inkChg>
        <pc:inkChg chg="add mod">
          <ac:chgData name="Leônidas Müller de Oliveira" userId="5af9566427f0cd7a" providerId="LiveId" clId="{EE2B610A-E03A-4034-B56E-B8AEB49F4638}" dt="2025-06-01T23:33:42.217" v="12"/>
          <ac:inkMkLst>
            <pc:docMk/>
            <pc:sldMk cId="3760336978" sldId="306"/>
            <ac:inkMk id="8" creationId="{01DE7197-8C42-C1F1-40E5-0C41A27157B8}"/>
          </ac:inkMkLst>
        </pc:inkChg>
        <pc:inkChg chg="add mod">
          <ac:chgData name="Leônidas Müller de Oliveira" userId="5af9566427f0cd7a" providerId="LiveId" clId="{EE2B610A-E03A-4034-B56E-B8AEB49F4638}" dt="2025-06-01T23:33:42.217" v="12"/>
          <ac:inkMkLst>
            <pc:docMk/>
            <pc:sldMk cId="3760336978" sldId="306"/>
            <ac:inkMk id="11" creationId="{80965DA9-08F1-6C75-E59B-918D111F7DA1}"/>
          </ac:inkMkLst>
        </pc:inkChg>
        <pc:inkChg chg="add mod">
          <ac:chgData name="Leônidas Müller de Oliveira" userId="5af9566427f0cd7a" providerId="LiveId" clId="{EE2B610A-E03A-4034-B56E-B8AEB49F4638}" dt="2025-06-01T23:33:42.217" v="12"/>
          <ac:inkMkLst>
            <pc:docMk/>
            <pc:sldMk cId="3760336978" sldId="306"/>
            <ac:inkMk id="12" creationId="{A35879D2-3A19-645C-92BB-928E86695A7B}"/>
          </ac:inkMkLst>
        </pc:inkChg>
        <pc:inkChg chg="add mod">
          <ac:chgData name="Leônidas Müller de Oliveira" userId="5af9566427f0cd7a" providerId="LiveId" clId="{EE2B610A-E03A-4034-B56E-B8AEB49F4638}" dt="2025-06-01T23:33:42.217" v="12"/>
          <ac:inkMkLst>
            <pc:docMk/>
            <pc:sldMk cId="3760336978" sldId="306"/>
            <ac:inkMk id="13" creationId="{B1428908-C79C-B5D2-6D65-2289A0B63641}"/>
          </ac:inkMkLst>
        </pc:inkChg>
        <pc:inkChg chg="add">
          <ac:chgData name="Leônidas Müller de Oliveira" userId="5af9566427f0cd7a" providerId="LiveId" clId="{EE2B610A-E03A-4034-B56E-B8AEB49F4638}" dt="2025-06-01T23:33:41.640" v="11" actId="9405"/>
          <ac:inkMkLst>
            <pc:docMk/>
            <pc:sldMk cId="3760336978" sldId="306"/>
            <ac:inkMk id="14" creationId="{D374BBBC-2CE5-57BF-2E91-652BE2638270}"/>
          </ac:inkMkLst>
        </pc:inkChg>
        <pc:inkChg chg="add mod">
          <ac:chgData name="Leônidas Müller de Oliveira" userId="5af9566427f0cd7a" providerId="LiveId" clId="{EE2B610A-E03A-4034-B56E-B8AEB49F4638}" dt="2025-06-01T23:34:48.872" v="53"/>
          <ac:inkMkLst>
            <pc:docMk/>
            <pc:sldMk cId="3760336978" sldId="306"/>
            <ac:inkMk id="17" creationId="{06C91602-1562-5754-BF5D-2CB0ACBE1399}"/>
          </ac:inkMkLst>
        </pc:inkChg>
        <pc:inkChg chg="add mod">
          <ac:chgData name="Leônidas Müller de Oliveira" userId="5af9566427f0cd7a" providerId="LiveId" clId="{EE2B610A-E03A-4034-B56E-B8AEB49F4638}" dt="2025-06-01T23:34:48.872" v="53"/>
          <ac:inkMkLst>
            <pc:docMk/>
            <pc:sldMk cId="3760336978" sldId="306"/>
            <ac:inkMk id="18" creationId="{F9409A78-82A0-D215-87EE-B89FC8B4612D}"/>
          </ac:inkMkLst>
        </pc:inkChg>
        <pc:inkChg chg="add mod">
          <ac:chgData name="Leônidas Müller de Oliveira" userId="5af9566427f0cd7a" providerId="LiveId" clId="{EE2B610A-E03A-4034-B56E-B8AEB49F4638}" dt="2025-06-01T23:34:48.872" v="53"/>
          <ac:inkMkLst>
            <pc:docMk/>
            <pc:sldMk cId="3760336978" sldId="306"/>
            <ac:inkMk id="19" creationId="{FFBE4D40-A8EF-EF1A-0B80-28FCFC67ADAB}"/>
          </ac:inkMkLst>
        </pc:inkChg>
        <pc:inkChg chg="add mod">
          <ac:chgData name="Leônidas Müller de Oliveira" userId="5af9566427f0cd7a" providerId="LiveId" clId="{EE2B610A-E03A-4034-B56E-B8AEB49F4638}" dt="2025-06-01T23:34:48.872" v="53"/>
          <ac:inkMkLst>
            <pc:docMk/>
            <pc:sldMk cId="3760336978" sldId="306"/>
            <ac:inkMk id="21" creationId="{246F9F75-0B59-3748-A31C-CF53F60320B1}"/>
          </ac:inkMkLst>
        </pc:inkChg>
        <pc:inkChg chg="add mod">
          <ac:chgData name="Leônidas Müller de Oliveira" userId="5af9566427f0cd7a" providerId="LiveId" clId="{EE2B610A-E03A-4034-B56E-B8AEB49F4638}" dt="2025-06-01T23:34:48.872" v="53"/>
          <ac:inkMkLst>
            <pc:docMk/>
            <pc:sldMk cId="3760336978" sldId="306"/>
            <ac:inkMk id="22" creationId="{742FD9EB-0147-C1EB-DE8A-060BAAC62820}"/>
          </ac:inkMkLst>
        </pc:inkChg>
        <pc:inkChg chg="add mod">
          <ac:chgData name="Leônidas Müller de Oliveira" userId="5af9566427f0cd7a" providerId="LiveId" clId="{EE2B610A-E03A-4034-B56E-B8AEB49F4638}" dt="2025-06-01T23:34:48.872" v="53"/>
          <ac:inkMkLst>
            <pc:docMk/>
            <pc:sldMk cId="3760336978" sldId="306"/>
            <ac:inkMk id="23" creationId="{E2560726-C0CB-658E-9B90-7D55B75735D8}"/>
          </ac:inkMkLst>
        </pc:inkChg>
        <pc:inkChg chg="add mod">
          <ac:chgData name="Leônidas Müller de Oliveira" userId="5af9566427f0cd7a" providerId="LiveId" clId="{EE2B610A-E03A-4034-B56E-B8AEB49F4638}" dt="2025-06-01T23:34:48.872" v="53"/>
          <ac:inkMkLst>
            <pc:docMk/>
            <pc:sldMk cId="3760336978" sldId="306"/>
            <ac:inkMk id="24" creationId="{17A88AB8-D8C2-CAA2-20B5-C231B2FF90A1}"/>
          </ac:inkMkLst>
        </pc:inkChg>
        <pc:inkChg chg="add mod">
          <ac:chgData name="Leônidas Müller de Oliveira" userId="5af9566427f0cd7a" providerId="LiveId" clId="{EE2B610A-E03A-4034-B56E-B8AEB49F4638}" dt="2025-06-01T23:34:48.872" v="53"/>
          <ac:inkMkLst>
            <pc:docMk/>
            <pc:sldMk cId="3760336978" sldId="306"/>
            <ac:inkMk id="25" creationId="{F86765F8-8ADC-558D-279C-EA0A403F97E6}"/>
          </ac:inkMkLst>
        </pc:inkChg>
        <pc:inkChg chg="add mod">
          <ac:chgData name="Leônidas Müller de Oliveira" userId="5af9566427f0cd7a" providerId="LiveId" clId="{EE2B610A-E03A-4034-B56E-B8AEB49F4638}" dt="2025-06-01T23:34:48.872" v="53"/>
          <ac:inkMkLst>
            <pc:docMk/>
            <pc:sldMk cId="3760336978" sldId="306"/>
            <ac:inkMk id="26" creationId="{0556A4DE-F697-CE07-798B-06BBEB5A87C0}"/>
          </ac:inkMkLst>
        </pc:inkChg>
        <pc:inkChg chg="add mod">
          <ac:chgData name="Leônidas Müller de Oliveira" userId="5af9566427f0cd7a" providerId="LiveId" clId="{EE2B610A-E03A-4034-B56E-B8AEB49F4638}" dt="2025-06-01T23:34:48.872" v="53"/>
          <ac:inkMkLst>
            <pc:docMk/>
            <pc:sldMk cId="3760336978" sldId="306"/>
            <ac:inkMk id="27" creationId="{97008769-CB74-78EA-7154-0FA447C88FD0}"/>
          </ac:inkMkLst>
        </pc:inkChg>
        <pc:inkChg chg="add mod">
          <ac:chgData name="Leônidas Müller de Oliveira" userId="5af9566427f0cd7a" providerId="LiveId" clId="{EE2B610A-E03A-4034-B56E-B8AEB49F4638}" dt="2025-06-01T23:34:48.872" v="53"/>
          <ac:inkMkLst>
            <pc:docMk/>
            <pc:sldMk cId="3760336978" sldId="306"/>
            <ac:inkMk id="28" creationId="{3CD7BD63-ABC3-CD6B-9E6B-E4B535EF86D3}"/>
          </ac:inkMkLst>
        </pc:inkChg>
        <pc:inkChg chg="add mod">
          <ac:chgData name="Leônidas Müller de Oliveira" userId="5af9566427f0cd7a" providerId="LiveId" clId="{EE2B610A-E03A-4034-B56E-B8AEB49F4638}" dt="2025-06-01T23:34:48.872" v="53"/>
          <ac:inkMkLst>
            <pc:docMk/>
            <pc:sldMk cId="3760336978" sldId="306"/>
            <ac:inkMk id="30" creationId="{2CD0126F-D683-E829-D35E-8D5F65E3B5B9}"/>
          </ac:inkMkLst>
        </pc:inkChg>
        <pc:inkChg chg="add mod">
          <ac:chgData name="Leônidas Müller de Oliveira" userId="5af9566427f0cd7a" providerId="LiveId" clId="{EE2B610A-E03A-4034-B56E-B8AEB49F4638}" dt="2025-06-01T23:34:48.872" v="53"/>
          <ac:inkMkLst>
            <pc:docMk/>
            <pc:sldMk cId="3760336978" sldId="306"/>
            <ac:inkMk id="32" creationId="{BFD63A03-7F5F-B827-5C7F-D467216F1A43}"/>
          </ac:inkMkLst>
        </pc:inkChg>
        <pc:inkChg chg="add mod">
          <ac:chgData name="Leônidas Müller de Oliveira" userId="5af9566427f0cd7a" providerId="LiveId" clId="{EE2B610A-E03A-4034-B56E-B8AEB49F4638}" dt="2025-06-01T23:34:48.872" v="53"/>
          <ac:inkMkLst>
            <pc:docMk/>
            <pc:sldMk cId="3760336978" sldId="306"/>
            <ac:inkMk id="33" creationId="{FB7C5181-A7E5-EE54-74FB-73CF91D67DC1}"/>
          </ac:inkMkLst>
        </pc:inkChg>
        <pc:inkChg chg="add mod">
          <ac:chgData name="Leônidas Müller de Oliveira" userId="5af9566427f0cd7a" providerId="LiveId" clId="{EE2B610A-E03A-4034-B56E-B8AEB49F4638}" dt="2025-06-01T23:34:48.872" v="53"/>
          <ac:inkMkLst>
            <pc:docMk/>
            <pc:sldMk cId="3760336978" sldId="306"/>
            <ac:inkMk id="34" creationId="{AB5D91F4-FD0E-1219-DA5A-293EE312B09A}"/>
          </ac:inkMkLst>
        </pc:inkChg>
        <pc:inkChg chg="add">
          <ac:chgData name="Leônidas Müller de Oliveira" userId="5af9566427f0cd7a" providerId="LiveId" clId="{EE2B610A-E03A-4034-B56E-B8AEB49F4638}" dt="2025-06-01T23:34:16.017" v="32" actId="9405"/>
          <ac:inkMkLst>
            <pc:docMk/>
            <pc:sldMk cId="3760336978" sldId="306"/>
            <ac:inkMk id="36" creationId="{514EE887-A022-A969-6BD3-A559D24150AB}"/>
          </ac:inkMkLst>
        </pc:inkChg>
        <pc:inkChg chg="add">
          <ac:chgData name="Leônidas Müller de Oliveira" userId="5af9566427f0cd7a" providerId="LiveId" clId="{EE2B610A-E03A-4034-B56E-B8AEB49F4638}" dt="2025-06-01T23:34:17.511" v="33" actId="9405"/>
          <ac:inkMkLst>
            <pc:docMk/>
            <pc:sldMk cId="3760336978" sldId="306"/>
            <ac:inkMk id="37" creationId="{31C6853A-E162-3C65-2296-6185774E1602}"/>
          </ac:inkMkLst>
        </pc:inkChg>
        <pc:inkChg chg="add mod">
          <ac:chgData name="Leônidas Müller de Oliveira" userId="5af9566427f0cd7a" providerId="LiveId" clId="{EE2B610A-E03A-4034-B56E-B8AEB49F4638}" dt="2025-06-01T23:34:48.872" v="53"/>
          <ac:inkMkLst>
            <pc:docMk/>
            <pc:sldMk cId="3760336978" sldId="306"/>
            <ac:inkMk id="38" creationId="{B98C4959-E96F-92CB-FD66-9AC84085F910}"/>
          </ac:inkMkLst>
        </pc:inkChg>
        <pc:inkChg chg="add mod">
          <ac:chgData name="Leônidas Müller de Oliveira" userId="5af9566427f0cd7a" providerId="LiveId" clId="{EE2B610A-E03A-4034-B56E-B8AEB49F4638}" dt="2025-06-01T23:34:48.872" v="53"/>
          <ac:inkMkLst>
            <pc:docMk/>
            <pc:sldMk cId="3760336978" sldId="306"/>
            <ac:inkMk id="39" creationId="{E44B971E-8468-FEF8-D066-566BA7E1722A}"/>
          </ac:inkMkLst>
        </pc:inkChg>
        <pc:inkChg chg="add mod">
          <ac:chgData name="Leônidas Müller de Oliveira" userId="5af9566427f0cd7a" providerId="LiveId" clId="{EE2B610A-E03A-4034-B56E-B8AEB49F4638}" dt="2025-06-01T23:34:48.872" v="53"/>
          <ac:inkMkLst>
            <pc:docMk/>
            <pc:sldMk cId="3760336978" sldId="306"/>
            <ac:inkMk id="40" creationId="{C4BFB43C-5AD1-DC59-BFB4-CEA25A429913}"/>
          </ac:inkMkLst>
        </pc:inkChg>
        <pc:inkChg chg="add mod">
          <ac:chgData name="Leônidas Müller de Oliveira" userId="5af9566427f0cd7a" providerId="LiveId" clId="{EE2B610A-E03A-4034-B56E-B8AEB49F4638}" dt="2025-06-01T23:34:48.872" v="53"/>
          <ac:inkMkLst>
            <pc:docMk/>
            <pc:sldMk cId="3760336978" sldId="306"/>
            <ac:inkMk id="42" creationId="{56023D03-C4BC-9A60-C017-3C96F7E59BE3}"/>
          </ac:inkMkLst>
        </pc:inkChg>
        <pc:inkChg chg="add mod">
          <ac:chgData name="Leônidas Müller de Oliveira" userId="5af9566427f0cd7a" providerId="LiveId" clId="{EE2B610A-E03A-4034-B56E-B8AEB49F4638}" dt="2025-06-01T23:34:48.872" v="53"/>
          <ac:inkMkLst>
            <pc:docMk/>
            <pc:sldMk cId="3760336978" sldId="306"/>
            <ac:inkMk id="43" creationId="{EA1DBA38-2027-B927-0492-4005190554F4}"/>
          </ac:inkMkLst>
        </pc:inkChg>
        <pc:inkChg chg="add mod">
          <ac:chgData name="Leônidas Müller de Oliveira" userId="5af9566427f0cd7a" providerId="LiveId" clId="{EE2B610A-E03A-4034-B56E-B8AEB49F4638}" dt="2025-06-01T23:34:48.872" v="53"/>
          <ac:inkMkLst>
            <pc:docMk/>
            <pc:sldMk cId="3760336978" sldId="306"/>
            <ac:inkMk id="44" creationId="{D41E2BB3-3899-F320-405C-A03B8EDC02FC}"/>
          </ac:inkMkLst>
        </pc:inkChg>
        <pc:inkChg chg="add mod">
          <ac:chgData name="Leônidas Müller de Oliveira" userId="5af9566427f0cd7a" providerId="LiveId" clId="{EE2B610A-E03A-4034-B56E-B8AEB49F4638}" dt="2025-06-01T23:34:48.872" v="53"/>
          <ac:inkMkLst>
            <pc:docMk/>
            <pc:sldMk cId="3760336978" sldId="306"/>
            <ac:inkMk id="45" creationId="{5D18499B-F96C-7A1A-287D-40BB20EFCEF5}"/>
          </ac:inkMkLst>
        </pc:inkChg>
        <pc:inkChg chg="add mod">
          <ac:chgData name="Leônidas Müller de Oliveira" userId="5af9566427f0cd7a" providerId="LiveId" clId="{EE2B610A-E03A-4034-B56E-B8AEB49F4638}" dt="2025-06-01T23:34:48.872" v="53"/>
          <ac:inkMkLst>
            <pc:docMk/>
            <pc:sldMk cId="3760336978" sldId="306"/>
            <ac:inkMk id="47" creationId="{14A2B7CB-8A35-42D3-6DC5-48D3B1241409}"/>
          </ac:inkMkLst>
        </pc:inkChg>
        <pc:inkChg chg="add mod">
          <ac:chgData name="Leônidas Müller de Oliveira" userId="5af9566427f0cd7a" providerId="LiveId" clId="{EE2B610A-E03A-4034-B56E-B8AEB49F4638}" dt="2025-06-01T23:34:48.872" v="53"/>
          <ac:inkMkLst>
            <pc:docMk/>
            <pc:sldMk cId="3760336978" sldId="306"/>
            <ac:inkMk id="49" creationId="{63D06EB6-164A-77A8-9879-5B5FE5199B98}"/>
          </ac:inkMkLst>
        </pc:inkChg>
        <pc:inkChg chg="add mod">
          <ac:chgData name="Leônidas Müller de Oliveira" userId="5af9566427f0cd7a" providerId="LiveId" clId="{EE2B610A-E03A-4034-B56E-B8AEB49F4638}" dt="2025-06-01T23:34:48.872" v="53"/>
          <ac:inkMkLst>
            <pc:docMk/>
            <pc:sldMk cId="3760336978" sldId="306"/>
            <ac:inkMk id="50" creationId="{8BCDAAC6-E6B5-CEAE-633B-9823E326C620}"/>
          </ac:inkMkLst>
        </pc:inkChg>
        <pc:inkChg chg="add mod">
          <ac:chgData name="Leônidas Müller de Oliveira" userId="5af9566427f0cd7a" providerId="LiveId" clId="{EE2B610A-E03A-4034-B56E-B8AEB49F4638}" dt="2025-06-01T23:34:48.872" v="53"/>
          <ac:inkMkLst>
            <pc:docMk/>
            <pc:sldMk cId="3760336978" sldId="306"/>
            <ac:inkMk id="52" creationId="{D778D4DA-B4CF-E3CA-32D9-306FE0AE955B}"/>
          </ac:inkMkLst>
        </pc:inkChg>
        <pc:inkChg chg="add mod">
          <ac:chgData name="Leônidas Müller de Oliveira" userId="5af9566427f0cd7a" providerId="LiveId" clId="{EE2B610A-E03A-4034-B56E-B8AEB49F4638}" dt="2025-06-01T23:34:48.872" v="53"/>
          <ac:inkMkLst>
            <pc:docMk/>
            <pc:sldMk cId="3760336978" sldId="306"/>
            <ac:inkMk id="53" creationId="{D8249A68-3FD1-5B83-E040-39BC75F01012}"/>
          </ac:inkMkLst>
        </pc:inkChg>
        <pc:inkChg chg="add">
          <ac:chgData name="Leônidas Müller de Oliveira" userId="5af9566427f0cd7a" providerId="LiveId" clId="{EE2B610A-E03A-4034-B56E-B8AEB49F4638}" dt="2025-06-01T23:34:44.999" v="51" actId="9405"/>
          <ac:inkMkLst>
            <pc:docMk/>
            <pc:sldMk cId="3760336978" sldId="306"/>
            <ac:inkMk id="55" creationId="{6DB1A9E9-31B3-5B5D-E4E3-316345FFC779}"/>
          </ac:inkMkLst>
        </pc:inkChg>
        <pc:inkChg chg="add mod">
          <ac:chgData name="Leônidas Müller de Oliveira" userId="5af9566427f0cd7a" providerId="LiveId" clId="{EE2B610A-E03A-4034-B56E-B8AEB49F4638}" dt="2025-06-01T23:34:48.872" v="53"/>
          <ac:inkMkLst>
            <pc:docMk/>
            <pc:sldMk cId="3760336978" sldId="306"/>
            <ac:inkMk id="56" creationId="{925CE392-3E25-3D74-E87E-8EE39FA8D39D}"/>
          </ac:inkMkLst>
        </pc:inkChg>
        <pc:inkChg chg="add">
          <ac:chgData name="Leônidas Müller de Oliveira" userId="5af9566427f0cd7a" providerId="LiveId" clId="{EE2B610A-E03A-4034-B56E-B8AEB49F4638}" dt="2025-06-01T23:34:50.280" v="54" actId="9405"/>
          <ac:inkMkLst>
            <pc:docMk/>
            <pc:sldMk cId="3760336978" sldId="306"/>
            <ac:inkMk id="58" creationId="{FC30725C-D49B-A754-DA86-99D85A6EACBE}"/>
          </ac:inkMkLst>
        </pc:inkChg>
        <pc:inkChg chg="add">
          <ac:chgData name="Leônidas Müller de Oliveira" userId="5af9566427f0cd7a" providerId="LiveId" clId="{EE2B610A-E03A-4034-B56E-B8AEB49F4638}" dt="2025-06-01T23:34:51.383" v="55" actId="9405"/>
          <ac:inkMkLst>
            <pc:docMk/>
            <pc:sldMk cId="3760336978" sldId="306"/>
            <ac:inkMk id="59" creationId="{E205F4BB-6058-FF14-84EF-A01B99F4CD5C}"/>
          </ac:inkMkLst>
        </pc:inkChg>
      </pc:sldChg>
      <pc:sldChg chg="addSp delSp modSp add del mod">
        <pc:chgData name="Leônidas Müller de Oliveira" userId="5af9566427f0cd7a" providerId="LiveId" clId="{EE2B610A-E03A-4034-B56E-B8AEB49F4638}" dt="2025-06-06T17:14:56.016" v="411" actId="47"/>
        <pc:sldMkLst>
          <pc:docMk/>
          <pc:sldMk cId="1022635295" sldId="307"/>
        </pc:sldMkLst>
        <pc:grpChg chg="del mod">
          <ac:chgData name="Leônidas Müller de Oliveira" userId="5af9566427f0cd7a" providerId="LiveId" clId="{EE2B610A-E03A-4034-B56E-B8AEB49F4638}" dt="2025-06-01T23:35:34.872" v="68" actId="478"/>
          <ac:grpSpMkLst>
            <pc:docMk/>
            <pc:sldMk cId="1022635295" sldId="307"/>
            <ac:grpSpMk id="16" creationId="{2B441F2B-052A-AE25-D606-C2237801F548}"/>
          </ac:grpSpMkLst>
        </pc:grpChg>
        <pc:grpChg chg="del mod">
          <ac:chgData name="Leônidas Müller de Oliveira" userId="5af9566427f0cd7a" providerId="LiveId" clId="{EE2B610A-E03A-4034-B56E-B8AEB49F4638}" dt="2025-06-01T23:35:34.872" v="68" actId="478"/>
          <ac:grpSpMkLst>
            <pc:docMk/>
            <pc:sldMk cId="1022635295" sldId="307"/>
            <ac:grpSpMk id="17" creationId="{A1AEFCDB-3E62-0868-A897-3E2E51F21CDA}"/>
          </ac:grpSpMkLst>
        </pc:grpChg>
        <pc:grpChg chg="del mod">
          <ac:chgData name="Leônidas Müller de Oliveira" userId="5af9566427f0cd7a" providerId="LiveId" clId="{EE2B610A-E03A-4034-B56E-B8AEB49F4638}" dt="2025-06-01T23:35:34.872" v="68" actId="478"/>
          <ac:grpSpMkLst>
            <pc:docMk/>
            <pc:sldMk cId="1022635295" sldId="307"/>
            <ac:grpSpMk id="18" creationId="{656EA46E-0303-EB4D-1E8D-CECBC6F3DF65}"/>
          </ac:grpSpMkLst>
        </pc:grpChg>
        <pc:grpChg chg="del mod">
          <ac:chgData name="Leônidas Müller de Oliveira" userId="5af9566427f0cd7a" providerId="LiveId" clId="{EE2B610A-E03A-4034-B56E-B8AEB49F4638}" dt="2025-06-01T23:35:34.872" v="68" actId="478"/>
          <ac:grpSpMkLst>
            <pc:docMk/>
            <pc:sldMk cId="1022635295" sldId="307"/>
            <ac:grpSpMk id="19" creationId="{CAD87D14-3352-FEFA-46B4-175EEC8858C0}"/>
          </ac:grpSpMkLst>
        </pc:grpChg>
        <pc:grpChg chg="del mod">
          <ac:chgData name="Leônidas Müller de Oliveira" userId="5af9566427f0cd7a" providerId="LiveId" clId="{EE2B610A-E03A-4034-B56E-B8AEB49F4638}" dt="2025-06-01T23:37:08.237" v="115"/>
          <ac:grpSpMkLst>
            <pc:docMk/>
            <pc:sldMk cId="1022635295" sldId="307"/>
            <ac:grpSpMk id="37" creationId="{941C7A83-B7AB-A53B-CCFF-17E639CB5B97}"/>
          </ac:grpSpMkLst>
        </pc:grpChg>
        <pc:grpChg chg="del mod">
          <ac:chgData name="Leônidas Müller de Oliveira" userId="5af9566427f0cd7a" providerId="LiveId" clId="{EE2B610A-E03A-4034-B56E-B8AEB49F4638}" dt="2025-06-01T23:36:02.571" v="93"/>
          <ac:grpSpMkLst>
            <pc:docMk/>
            <pc:sldMk cId="1022635295" sldId="307"/>
            <ac:grpSpMk id="41" creationId="{CF6B15EA-EF35-52CA-B69F-EE6ABF0EFFB4}"/>
          </ac:grpSpMkLst>
        </pc:grpChg>
        <pc:grpChg chg="del mod">
          <ac:chgData name="Leônidas Müller de Oliveira" userId="5af9566427f0cd7a" providerId="LiveId" clId="{EE2B610A-E03A-4034-B56E-B8AEB49F4638}" dt="2025-06-01T23:36:07.231" v="98"/>
          <ac:grpSpMkLst>
            <pc:docMk/>
            <pc:sldMk cId="1022635295" sldId="307"/>
            <ac:grpSpMk id="43" creationId="{2CB98C97-3879-61E6-99D7-C7E1577C054D}"/>
          </ac:grpSpMkLst>
        </pc:grpChg>
        <pc:grpChg chg="del mod">
          <ac:chgData name="Leônidas Müller de Oliveira" userId="5af9566427f0cd7a" providerId="LiveId" clId="{EE2B610A-E03A-4034-B56E-B8AEB49F4638}" dt="2025-06-01T23:36:30.192" v="101"/>
          <ac:grpSpMkLst>
            <pc:docMk/>
            <pc:sldMk cId="1022635295" sldId="307"/>
            <ac:grpSpMk id="48" creationId="{50FC3750-93D0-B864-7AA5-0679D27160A0}"/>
          </ac:grpSpMkLst>
        </pc:grpChg>
        <pc:grpChg chg="del mod">
          <ac:chgData name="Leônidas Müller de Oliveira" userId="5af9566427f0cd7a" providerId="LiveId" clId="{EE2B610A-E03A-4034-B56E-B8AEB49F4638}" dt="2025-06-01T23:36:32.232" v="104"/>
          <ac:grpSpMkLst>
            <pc:docMk/>
            <pc:sldMk cId="1022635295" sldId="307"/>
            <ac:grpSpMk id="51" creationId="{9EA77A92-A79A-3D03-7848-01CBA4DC997A}"/>
          </ac:grpSpMkLst>
        </pc:grpChg>
        <pc:grpChg chg="mod">
          <ac:chgData name="Leônidas Müller de Oliveira" userId="5af9566427f0cd7a" providerId="LiveId" clId="{EE2B610A-E03A-4034-B56E-B8AEB49F4638}" dt="2025-06-01T23:36:32.232" v="104"/>
          <ac:grpSpMkLst>
            <pc:docMk/>
            <pc:sldMk cId="1022635295" sldId="307"/>
            <ac:grpSpMk id="54" creationId="{C1ABFD56-C75E-40D8-ABF6-AEBBD9B0EE20}"/>
          </ac:grpSpMkLst>
        </pc:grpChg>
        <pc:grpChg chg="mod">
          <ac:chgData name="Leônidas Müller de Oliveira" userId="5af9566427f0cd7a" providerId="LiveId" clId="{EE2B610A-E03A-4034-B56E-B8AEB49F4638}" dt="2025-06-01T23:36:58.084" v="110"/>
          <ac:grpSpMkLst>
            <pc:docMk/>
            <pc:sldMk cId="1022635295" sldId="307"/>
            <ac:grpSpMk id="57" creationId="{4D5B1C37-F6DA-0DE2-7D1E-03A4F6FFD682}"/>
          </ac:grpSpMkLst>
        </pc:grpChg>
        <pc:grpChg chg="del mod">
          <ac:chgData name="Leônidas Müller de Oliveira" userId="5af9566427f0cd7a" providerId="LiveId" clId="{EE2B610A-E03A-4034-B56E-B8AEB49F4638}" dt="2025-06-01T23:37:15.131" v="118"/>
          <ac:grpSpMkLst>
            <pc:docMk/>
            <pc:sldMk cId="1022635295" sldId="307"/>
            <ac:grpSpMk id="62" creationId="{62BD09DD-8212-9D0F-D064-17731B3973EF}"/>
          </ac:grpSpMkLst>
        </pc:grpChg>
        <pc:grpChg chg="del mod">
          <ac:chgData name="Leônidas Müller de Oliveira" userId="5af9566427f0cd7a" providerId="LiveId" clId="{EE2B610A-E03A-4034-B56E-B8AEB49F4638}" dt="2025-06-01T23:37:19.015" v="122"/>
          <ac:grpSpMkLst>
            <pc:docMk/>
            <pc:sldMk cId="1022635295" sldId="307"/>
            <ac:grpSpMk id="129" creationId="{5F6E3079-D65C-DA11-06D3-B68E6B5997BE}"/>
          </ac:grpSpMkLst>
        </pc:grpChg>
        <pc:grpChg chg="add del mod">
          <ac:chgData name="Leônidas Müller de Oliveira" userId="5af9566427f0cd7a" providerId="LiveId" clId="{EE2B610A-E03A-4034-B56E-B8AEB49F4638}" dt="2025-06-01T23:37:37.533" v="142"/>
          <ac:grpSpMkLst>
            <pc:docMk/>
            <pc:sldMk cId="1022635295" sldId="307"/>
            <ac:grpSpMk id="133" creationId="{88384245-D098-9155-71EF-FF3F82B8B13A}"/>
          </ac:grpSpMkLst>
        </pc:grpChg>
        <pc:grpChg chg="mod">
          <ac:chgData name="Leônidas Müller de Oliveira" userId="5af9566427f0cd7a" providerId="LiveId" clId="{EE2B610A-E03A-4034-B56E-B8AEB49F4638}" dt="2025-06-01T23:37:32.096" v="135"/>
          <ac:grpSpMkLst>
            <pc:docMk/>
            <pc:sldMk cId="1022635295" sldId="307"/>
            <ac:grpSpMk id="146" creationId="{59FF0A65-C4F8-F0BC-67CE-12F2F6642307}"/>
          </ac:grpSpMkLst>
        </pc:grpChg>
        <pc:grpChg chg="mod">
          <ac:chgData name="Leônidas Müller de Oliveira" userId="5af9566427f0cd7a" providerId="LiveId" clId="{EE2B610A-E03A-4034-B56E-B8AEB49F4638}" dt="2025-06-01T23:37:37.533" v="142"/>
          <ac:grpSpMkLst>
            <pc:docMk/>
            <pc:sldMk cId="1022635295" sldId="307"/>
            <ac:grpSpMk id="148" creationId="{32ADFC78-4E2C-3B6D-D8B8-59A9FFB5A827}"/>
          </ac:grpSpMkLst>
        </pc:grpChg>
        <pc:inkChg chg="add del mod topLvl">
          <ac:chgData name="Leônidas Müller de Oliveira" userId="5af9566427f0cd7a" providerId="LiveId" clId="{EE2B610A-E03A-4034-B56E-B8AEB49F4638}" dt="2025-06-01T23:35:34.872" v="68" actId="478"/>
          <ac:inkMkLst>
            <pc:docMk/>
            <pc:sldMk cId="1022635295" sldId="307"/>
            <ac:inkMk id="2" creationId="{533CCBEA-6E6E-F9A1-5DD6-452A5E807E75}"/>
          </ac:inkMkLst>
        </pc:inkChg>
        <pc:inkChg chg="add del mod topLvl">
          <ac:chgData name="Leônidas Müller de Oliveira" userId="5af9566427f0cd7a" providerId="LiveId" clId="{EE2B610A-E03A-4034-B56E-B8AEB49F4638}" dt="2025-06-01T23:35:34.872" v="68" actId="478"/>
          <ac:inkMkLst>
            <pc:docMk/>
            <pc:sldMk cId="1022635295" sldId="307"/>
            <ac:inkMk id="3" creationId="{1FDC536B-581E-F25E-9F14-957E79444D3F}"/>
          </ac:inkMkLst>
        </pc:inkChg>
        <pc:inkChg chg="add del mod topLvl">
          <ac:chgData name="Leônidas Müller de Oliveira" userId="5af9566427f0cd7a" providerId="LiveId" clId="{EE2B610A-E03A-4034-B56E-B8AEB49F4638}" dt="2025-06-01T23:35:34.872" v="68" actId="478"/>
          <ac:inkMkLst>
            <pc:docMk/>
            <pc:sldMk cId="1022635295" sldId="307"/>
            <ac:inkMk id="4" creationId="{5E52638D-93A0-4704-2360-69EBCFF8EA99}"/>
          </ac:inkMkLst>
        </pc:inkChg>
        <pc:inkChg chg="add del mod topLvl">
          <ac:chgData name="Leônidas Müller de Oliveira" userId="5af9566427f0cd7a" providerId="LiveId" clId="{EE2B610A-E03A-4034-B56E-B8AEB49F4638}" dt="2025-06-01T23:35:34.872" v="68" actId="478"/>
          <ac:inkMkLst>
            <pc:docMk/>
            <pc:sldMk cId="1022635295" sldId="307"/>
            <ac:inkMk id="7" creationId="{77EE09B9-E7D7-B363-0960-F9507FE260C5}"/>
          </ac:inkMkLst>
        </pc:inkChg>
        <pc:inkChg chg="add del mod topLvl">
          <ac:chgData name="Leônidas Müller de Oliveira" userId="5af9566427f0cd7a" providerId="LiveId" clId="{EE2B610A-E03A-4034-B56E-B8AEB49F4638}" dt="2025-06-01T23:35:37.440" v="69" actId="478"/>
          <ac:inkMkLst>
            <pc:docMk/>
            <pc:sldMk cId="1022635295" sldId="307"/>
            <ac:inkMk id="8" creationId="{CCBC5A08-7E96-3C81-E437-959A64BB0DD6}"/>
          </ac:inkMkLst>
        </pc:inkChg>
        <pc:inkChg chg="add del mod topLvl">
          <ac:chgData name="Leônidas Müller de Oliveira" userId="5af9566427f0cd7a" providerId="LiveId" clId="{EE2B610A-E03A-4034-B56E-B8AEB49F4638}" dt="2025-06-01T23:35:34.872" v="68" actId="478"/>
          <ac:inkMkLst>
            <pc:docMk/>
            <pc:sldMk cId="1022635295" sldId="307"/>
            <ac:inkMk id="11" creationId="{F249C85E-9388-B9C7-6C5F-AD9BF6B90EFC}"/>
          </ac:inkMkLst>
        </pc:inkChg>
        <pc:inkChg chg="add del mod topLvl">
          <ac:chgData name="Leônidas Müller de Oliveira" userId="5af9566427f0cd7a" providerId="LiveId" clId="{EE2B610A-E03A-4034-B56E-B8AEB49F4638}" dt="2025-06-01T23:35:34.872" v="68" actId="478"/>
          <ac:inkMkLst>
            <pc:docMk/>
            <pc:sldMk cId="1022635295" sldId="307"/>
            <ac:inkMk id="12" creationId="{32633F7C-DD6D-E3B7-57C4-3FFA80E73598}"/>
          </ac:inkMkLst>
        </pc:inkChg>
        <pc:inkChg chg="add del mod topLvl">
          <ac:chgData name="Leônidas Müller de Oliveira" userId="5af9566427f0cd7a" providerId="LiveId" clId="{EE2B610A-E03A-4034-B56E-B8AEB49F4638}" dt="2025-06-01T23:35:34.872" v="68" actId="478"/>
          <ac:inkMkLst>
            <pc:docMk/>
            <pc:sldMk cId="1022635295" sldId="307"/>
            <ac:inkMk id="13" creationId="{90C4B50C-096A-2904-05F5-6517CB2ED119}"/>
          </ac:inkMkLst>
        </pc:inkChg>
        <pc:inkChg chg="add del">
          <ac:chgData name="Leônidas Müller de Oliveira" userId="5af9566427f0cd7a" providerId="LiveId" clId="{EE2B610A-E03A-4034-B56E-B8AEB49F4638}" dt="2025-06-01T23:35:34.872" v="68" actId="478"/>
          <ac:inkMkLst>
            <pc:docMk/>
            <pc:sldMk cId="1022635295" sldId="307"/>
            <ac:inkMk id="14" creationId="{AAC146B8-7345-D951-3425-32CE6E056A5F}"/>
          </ac:inkMkLst>
        </pc:inkChg>
        <pc:inkChg chg="add del">
          <ac:chgData name="Leônidas Müller de Oliveira" userId="5af9566427f0cd7a" providerId="LiveId" clId="{EE2B610A-E03A-4034-B56E-B8AEB49F4638}" dt="2025-06-01T23:35:34.872" v="68" actId="478"/>
          <ac:inkMkLst>
            <pc:docMk/>
            <pc:sldMk cId="1022635295" sldId="307"/>
            <ac:inkMk id="15" creationId="{93950B62-5C35-2972-B7A6-6D86DC29A3D7}"/>
          </ac:inkMkLst>
        </pc:inkChg>
        <pc:inkChg chg="add mod">
          <ac:chgData name="Leônidas Müller de Oliveira" userId="5af9566427f0cd7a" providerId="LiveId" clId="{EE2B610A-E03A-4034-B56E-B8AEB49F4638}" dt="2025-06-01T23:37:37.533" v="142"/>
          <ac:inkMkLst>
            <pc:docMk/>
            <pc:sldMk cId="1022635295" sldId="307"/>
            <ac:inkMk id="20" creationId="{D67C98AD-E588-140A-C8A1-0918996BF0D3}"/>
          </ac:inkMkLst>
        </pc:inkChg>
        <pc:inkChg chg="add mod">
          <ac:chgData name="Leônidas Müller de Oliveira" userId="5af9566427f0cd7a" providerId="LiveId" clId="{EE2B610A-E03A-4034-B56E-B8AEB49F4638}" dt="2025-06-01T23:37:37.533" v="142"/>
          <ac:inkMkLst>
            <pc:docMk/>
            <pc:sldMk cId="1022635295" sldId="307"/>
            <ac:inkMk id="21" creationId="{14F50D1B-FAA7-AB9C-433D-7D79DA318099}"/>
          </ac:inkMkLst>
        </pc:inkChg>
        <pc:inkChg chg="add mod">
          <ac:chgData name="Leônidas Müller de Oliveira" userId="5af9566427f0cd7a" providerId="LiveId" clId="{EE2B610A-E03A-4034-B56E-B8AEB49F4638}" dt="2025-06-01T23:37:37.533" v="142"/>
          <ac:inkMkLst>
            <pc:docMk/>
            <pc:sldMk cId="1022635295" sldId="307"/>
            <ac:inkMk id="22" creationId="{754E4A80-37C3-003F-469C-969C3F67E213}"/>
          </ac:inkMkLst>
        </pc:inkChg>
        <pc:inkChg chg="add mod">
          <ac:chgData name="Leônidas Müller de Oliveira" userId="5af9566427f0cd7a" providerId="LiveId" clId="{EE2B610A-E03A-4034-B56E-B8AEB49F4638}" dt="2025-06-01T23:37:37.533" v="142"/>
          <ac:inkMkLst>
            <pc:docMk/>
            <pc:sldMk cId="1022635295" sldId="307"/>
            <ac:inkMk id="23" creationId="{08E04718-6B60-61DC-217F-7E91DE036D92}"/>
          </ac:inkMkLst>
        </pc:inkChg>
        <pc:inkChg chg="add mod">
          <ac:chgData name="Leônidas Müller de Oliveira" userId="5af9566427f0cd7a" providerId="LiveId" clId="{EE2B610A-E03A-4034-B56E-B8AEB49F4638}" dt="2025-06-01T23:37:37.533" v="142"/>
          <ac:inkMkLst>
            <pc:docMk/>
            <pc:sldMk cId="1022635295" sldId="307"/>
            <ac:inkMk id="24" creationId="{9CDAB5FD-7C4A-2230-33A2-30BEE7335EA7}"/>
          </ac:inkMkLst>
        </pc:inkChg>
        <pc:inkChg chg="add mod">
          <ac:chgData name="Leônidas Müller de Oliveira" userId="5af9566427f0cd7a" providerId="LiveId" clId="{EE2B610A-E03A-4034-B56E-B8AEB49F4638}" dt="2025-06-01T23:37:37.533" v="142"/>
          <ac:inkMkLst>
            <pc:docMk/>
            <pc:sldMk cId="1022635295" sldId="307"/>
            <ac:inkMk id="25" creationId="{96B1BD11-A349-309D-1B09-2CE15C930DEF}"/>
          </ac:inkMkLst>
        </pc:inkChg>
        <pc:inkChg chg="add mod">
          <ac:chgData name="Leônidas Müller de Oliveira" userId="5af9566427f0cd7a" providerId="LiveId" clId="{EE2B610A-E03A-4034-B56E-B8AEB49F4638}" dt="2025-06-01T23:37:37.533" v="142"/>
          <ac:inkMkLst>
            <pc:docMk/>
            <pc:sldMk cId="1022635295" sldId="307"/>
            <ac:inkMk id="26" creationId="{FC55C331-6F04-BD84-BB71-3F363453233E}"/>
          </ac:inkMkLst>
        </pc:inkChg>
        <pc:inkChg chg="add mod">
          <ac:chgData name="Leônidas Müller de Oliveira" userId="5af9566427f0cd7a" providerId="LiveId" clId="{EE2B610A-E03A-4034-B56E-B8AEB49F4638}" dt="2025-06-01T23:37:37.533" v="142"/>
          <ac:inkMkLst>
            <pc:docMk/>
            <pc:sldMk cId="1022635295" sldId="307"/>
            <ac:inkMk id="27" creationId="{AB32E206-7B71-A2F3-B7D3-CE3F659855B4}"/>
          </ac:inkMkLst>
        </pc:inkChg>
        <pc:inkChg chg="add mod">
          <ac:chgData name="Leônidas Müller de Oliveira" userId="5af9566427f0cd7a" providerId="LiveId" clId="{EE2B610A-E03A-4034-B56E-B8AEB49F4638}" dt="2025-06-01T23:37:37.533" v="142"/>
          <ac:inkMkLst>
            <pc:docMk/>
            <pc:sldMk cId="1022635295" sldId="307"/>
            <ac:inkMk id="28" creationId="{C3EE5516-7B65-0DEF-26B1-A69E91CC3C0B}"/>
          </ac:inkMkLst>
        </pc:inkChg>
        <pc:inkChg chg="add mod">
          <ac:chgData name="Leônidas Müller de Oliveira" userId="5af9566427f0cd7a" providerId="LiveId" clId="{EE2B610A-E03A-4034-B56E-B8AEB49F4638}" dt="2025-06-01T23:37:37.533" v="142"/>
          <ac:inkMkLst>
            <pc:docMk/>
            <pc:sldMk cId="1022635295" sldId="307"/>
            <ac:inkMk id="29" creationId="{23D1A712-C9FA-EF6D-E392-64062278E33B}"/>
          </ac:inkMkLst>
        </pc:inkChg>
        <pc:inkChg chg="add mod">
          <ac:chgData name="Leônidas Müller de Oliveira" userId="5af9566427f0cd7a" providerId="LiveId" clId="{EE2B610A-E03A-4034-B56E-B8AEB49F4638}" dt="2025-06-01T23:37:37.533" v="142"/>
          <ac:inkMkLst>
            <pc:docMk/>
            <pc:sldMk cId="1022635295" sldId="307"/>
            <ac:inkMk id="30" creationId="{72FD1611-F9CF-B020-FD83-799E774353F6}"/>
          </ac:inkMkLst>
        </pc:inkChg>
        <pc:inkChg chg="add mod">
          <ac:chgData name="Leônidas Müller de Oliveira" userId="5af9566427f0cd7a" providerId="LiveId" clId="{EE2B610A-E03A-4034-B56E-B8AEB49F4638}" dt="2025-06-01T23:37:37.533" v="142"/>
          <ac:inkMkLst>
            <pc:docMk/>
            <pc:sldMk cId="1022635295" sldId="307"/>
            <ac:inkMk id="31" creationId="{F8597E73-9A89-5876-6DFE-5425FD954B7C}"/>
          </ac:inkMkLst>
        </pc:inkChg>
        <pc:inkChg chg="add mod">
          <ac:chgData name="Leônidas Müller de Oliveira" userId="5af9566427f0cd7a" providerId="LiveId" clId="{EE2B610A-E03A-4034-B56E-B8AEB49F4638}" dt="2025-06-01T23:37:37.533" v="142"/>
          <ac:inkMkLst>
            <pc:docMk/>
            <pc:sldMk cId="1022635295" sldId="307"/>
            <ac:inkMk id="32" creationId="{A4561545-E3EC-EC41-AA76-D6B66C34A675}"/>
          </ac:inkMkLst>
        </pc:inkChg>
        <pc:inkChg chg="add mod">
          <ac:chgData name="Leônidas Müller de Oliveira" userId="5af9566427f0cd7a" providerId="LiveId" clId="{EE2B610A-E03A-4034-B56E-B8AEB49F4638}" dt="2025-06-01T23:37:37.533" v="142"/>
          <ac:inkMkLst>
            <pc:docMk/>
            <pc:sldMk cId="1022635295" sldId="307"/>
            <ac:inkMk id="33" creationId="{F0EBFE08-8D23-9797-DA21-937B2F222E9D}"/>
          </ac:inkMkLst>
        </pc:inkChg>
        <pc:inkChg chg="add mod">
          <ac:chgData name="Leônidas Müller de Oliveira" userId="5af9566427f0cd7a" providerId="LiveId" clId="{EE2B610A-E03A-4034-B56E-B8AEB49F4638}" dt="2025-06-01T23:37:37.533" v="142"/>
          <ac:inkMkLst>
            <pc:docMk/>
            <pc:sldMk cId="1022635295" sldId="307"/>
            <ac:inkMk id="34" creationId="{DFBAD602-74BD-D1E9-9685-4D62DD6634DF}"/>
          </ac:inkMkLst>
        </pc:inkChg>
        <pc:inkChg chg="add mod">
          <ac:chgData name="Leônidas Müller de Oliveira" userId="5af9566427f0cd7a" providerId="LiveId" clId="{EE2B610A-E03A-4034-B56E-B8AEB49F4638}" dt="2025-06-01T23:37:37.533" v="142"/>
          <ac:inkMkLst>
            <pc:docMk/>
            <pc:sldMk cId="1022635295" sldId="307"/>
            <ac:inkMk id="35" creationId="{7AA79ED1-2B86-92E8-DCA6-7FAB74B35F08}"/>
          </ac:inkMkLst>
        </pc:inkChg>
        <pc:inkChg chg="add mod">
          <ac:chgData name="Leônidas Müller de Oliveira" userId="5af9566427f0cd7a" providerId="LiveId" clId="{EE2B610A-E03A-4034-B56E-B8AEB49F4638}" dt="2025-06-01T23:37:37.533" v="142"/>
          <ac:inkMkLst>
            <pc:docMk/>
            <pc:sldMk cId="1022635295" sldId="307"/>
            <ac:inkMk id="36" creationId="{7D81B1C5-59E8-D144-7B6E-BD5C47F01816}"/>
          </ac:inkMkLst>
        </pc:inkChg>
        <pc:inkChg chg="add mod">
          <ac:chgData name="Leônidas Müller de Oliveira" userId="5af9566427f0cd7a" providerId="LiveId" clId="{EE2B610A-E03A-4034-B56E-B8AEB49F4638}" dt="2025-06-01T23:36:32.232" v="104"/>
          <ac:inkMkLst>
            <pc:docMk/>
            <pc:sldMk cId="1022635295" sldId="307"/>
            <ac:inkMk id="38" creationId="{0EBB5944-FA0C-0D4F-10B1-0FC2D42913BD}"/>
          </ac:inkMkLst>
        </pc:inkChg>
        <pc:inkChg chg="add mod">
          <ac:chgData name="Leônidas Müller de Oliveira" userId="5af9566427f0cd7a" providerId="LiveId" clId="{EE2B610A-E03A-4034-B56E-B8AEB49F4638}" dt="2025-06-01T23:36:32.232" v="104"/>
          <ac:inkMkLst>
            <pc:docMk/>
            <pc:sldMk cId="1022635295" sldId="307"/>
            <ac:inkMk id="39" creationId="{E1F2241A-6135-F8C7-C3F0-82B494018BFF}"/>
          </ac:inkMkLst>
        </pc:inkChg>
        <pc:inkChg chg="add mod">
          <ac:chgData name="Leônidas Müller de Oliveira" userId="5af9566427f0cd7a" providerId="LiveId" clId="{EE2B610A-E03A-4034-B56E-B8AEB49F4638}" dt="2025-06-01T23:36:32.232" v="104"/>
          <ac:inkMkLst>
            <pc:docMk/>
            <pc:sldMk cId="1022635295" sldId="307"/>
            <ac:inkMk id="40" creationId="{00F6B9F2-D35C-DCFB-A098-EC506F06525D}"/>
          </ac:inkMkLst>
        </pc:inkChg>
        <pc:inkChg chg="add mod">
          <ac:chgData name="Leônidas Müller de Oliveira" userId="5af9566427f0cd7a" providerId="LiveId" clId="{EE2B610A-E03A-4034-B56E-B8AEB49F4638}" dt="2025-06-01T23:36:32.232" v="104"/>
          <ac:inkMkLst>
            <pc:docMk/>
            <pc:sldMk cId="1022635295" sldId="307"/>
            <ac:inkMk id="42" creationId="{B4E81666-B259-4C08-76ED-0A84376F2AA2}"/>
          </ac:inkMkLst>
        </pc:inkChg>
        <pc:inkChg chg="add mod">
          <ac:chgData name="Leônidas Müller de Oliveira" userId="5af9566427f0cd7a" providerId="LiveId" clId="{EE2B610A-E03A-4034-B56E-B8AEB49F4638}" dt="2025-06-01T23:36:32.232" v="104"/>
          <ac:inkMkLst>
            <pc:docMk/>
            <pc:sldMk cId="1022635295" sldId="307"/>
            <ac:inkMk id="44" creationId="{B6779CB4-87A5-A184-1043-33243BEE1AA4}"/>
          </ac:inkMkLst>
        </pc:inkChg>
        <pc:inkChg chg="add mod">
          <ac:chgData name="Leônidas Müller de Oliveira" userId="5af9566427f0cd7a" providerId="LiveId" clId="{EE2B610A-E03A-4034-B56E-B8AEB49F4638}" dt="2025-06-01T23:36:32.232" v="104"/>
          <ac:inkMkLst>
            <pc:docMk/>
            <pc:sldMk cId="1022635295" sldId="307"/>
            <ac:inkMk id="45" creationId="{A623A05D-F811-274F-B181-F4A44F5D04FB}"/>
          </ac:inkMkLst>
        </pc:inkChg>
        <pc:inkChg chg="add mod">
          <ac:chgData name="Leônidas Müller de Oliveira" userId="5af9566427f0cd7a" providerId="LiveId" clId="{EE2B610A-E03A-4034-B56E-B8AEB49F4638}" dt="2025-06-01T23:36:32.232" v="104"/>
          <ac:inkMkLst>
            <pc:docMk/>
            <pc:sldMk cId="1022635295" sldId="307"/>
            <ac:inkMk id="46" creationId="{F710F522-D489-09EC-F09D-1C48E0158780}"/>
          </ac:inkMkLst>
        </pc:inkChg>
        <pc:inkChg chg="add mod">
          <ac:chgData name="Leônidas Müller de Oliveira" userId="5af9566427f0cd7a" providerId="LiveId" clId="{EE2B610A-E03A-4034-B56E-B8AEB49F4638}" dt="2025-06-01T23:36:32.232" v="104"/>
          <ac:inkMkLst>
            <pc:docMk/>
            <pc:sldMk cId="1022635295" sldId="307"/>
            <ac:inkMk id="47" creationId="{434721E9-20BC-6397-B75C-6B2C019EF23B}"/>
          </ac:inkMkLst>
        </pc:inkChg>
        <pc:inkChg chg="add mod">
          <ac:chgData name="Leônidas Müller de Oliveira" userId="5af9566427f0cd7a" providerId="LiveId" clId="{EE2B610A-E03A-4034-B56E-B8AEB49F4638}" dt="2025-06-01T23:36:32.232" v="104"/>
          <ac:inkMkLst>
            <pc:docMk/>
            <pc:sldMk cId="1022635295" sldId="307"/>
            <ac:inkMk id="49" creationId="{849ECD5A-E8E3-9ADE-8E3E-639FDA056737}"/>
          </ac:inkMkLst>
        </pc:inkChg>
        <pc:inkChg chg="add mod">
          <ac:chgData name="Leônidas Müller de Oliveira" userId="5af9566427f0cd7a" providerId="LiveId" clId="{EE2B610A-E03A-4034-B56E-B8AEB49F4638}" dt="2025-06-01T23:36:32.232" v="104"/>
          <ac:inkMkLst>
            <pc:docMk/>
            <pc:sldMk cId="1022635295" sldId="307"/>
            <ac:inkMk id="50" creationId="{129FF22A-690A-8DC0-24B5-AACAA9E84B56}"/>
          </ac:inkMkLst>
        </pc:inkChg>
        <pc:inkChg chg="add mod">
          <ac:chgData name="Leônidas Müller de Oliveira" userId="5af9566427f0cd7a" providerId="LiveId" clId="{EE2B610A-E03A-4034-B56E-B8AEB49F4638}" dt="2025-06-01T23:36:32.232" v="104"/>
          <ac:inkMkLst>
            <pc:docMk/>
            <pc:sldMk cId="1022635295" sldId="307"/>
            <ac:inkMk id="52" creationId="{3277074F-6BC1-DA48-8862-151DFE5CB7F3}"/>
          </ac:inkMkLst>
        </pc:inkChg>
        <pc:inkChg chg="add mod">
          <ac:chgData name="Leônidas Müller de Oliveira" userId="5af9566427f0cd7a" providerId="LiveId" clId="{EE2B610A-E03A-4034-B56E-B8AEB49F4638}" dt="2025-06-01T23:36:32.232" v="104"/>
          <ac:inkMkLst>
            <pc:docMk/>
            <pc:sldMk cId="1022635295" sldId="307"/>
            <ac:inkMk id="53" creationId="{88EE2A61-8B14-DA68-A28E-BDC60A44D2C2}"/>
          </ac:inkMkLst>
        </pc:inkChg>
        <pc:inkChg chg="add mod">
          <ac:chgData name="Leônidas Müller de Oliveira" userId="5af9566427f0cd7a" providerId="LiveId" clId="{EE2B610A-E03A-4034-B56E-B8AEB49F4638}" dt="2025-06-01T23:36:58.084" v="110"/>
          <ac:inkMkLst>
            <pc:docMk/>
            <pc:sldMk cId="1022635295" sldId="307"/>
            <ac:inkMk id="55" creationId="{F3A771D7-AA40-8F8B-0BD4-BE6EA3F72C69}"/>
          </ac:inkMkLst>
        </pc:inkChg>
        <pc:inkChg chg="add mod">
          <ac:chgData name="Leônidas Müller de Oliveira" userId="5af9566427f0cd7a" providerId="LiveId" clId="{EE2B610A-E03A-4034-B56E-B8AEB49F4638}" dt="2025-06-01T23:36:58.084" v="110"/>
          <ac:inkMkLst>
            <pc:docMk/>
            <pc:sldMk cId="1022635295" sldId="307"/>
            <ac:inkMk id="56" creationId="{460E151C-6DC3-55DB-1612-AF9C9EAA483C}"/>
          </ac:inkMkLst>
        </pc:inkChg>
        <pc:inkChg chg="add mod">
          <ac:chgData name="Leônidas Müller de Oliveira" userId="5af9566427f0cd7a" providerId="LiveId" clId="{EE2B610A-E03A-4034-B56E-B8AEB49F4638}" dt="2025-06-01T23:37:37.533" v="142"/>
          <ac:inkMkLst>
            <pc:docMk/>
            <pc:sldMk cId="1022635295" sldId="307"/>
            <ac:inkMk id="58" creationId="{BCD16C3D-0560-2930-7EB0-ADFA71BE90F0}"/>
          </ac:inkMkLst>
        </pc:inkChg>
        <pc:inkChg chg="add mod">
          <ac:chgData name="Leônidas Müller de Oliveira" userId="5af9566427f0cd7a" providerId="LiveId" clId="{EE2B610A-E03A-4034-B56E-B8AEB49F4638}" dt="2025-06-01T23:37:37.533" v="142"/>
          <ac:inkMkLst>
            <pc:docMk/>
            <pc:sldMk cId="1022635295" sldId="307"/>
            <ac:inkMk id="59" creationId="{64227E46-2310-A420-6592-370F90B10E69}"/>
          </ac:inkMkLst>
        </pc:inkChg>
        <pc:inkChg chg="add mod">
          <ac:chgData name="Leônidas Müller de Oliveira" userId="5af9566427f0cd7a" providerId="LiveId" clId="{EE2B610A-E03A-4034-B56E-B8AEB49F4638}" dt="2025-06-01T23:37:37.533" v="142"/>
          <ac:inkMkLst>
            <pc:docMk/>
            <pc:sldMk cId="1022635295" sldId="307"/>
            <ac:inkMk id="60" creationId="{2BE7EE9F-F365-A8E3-01F2-8AD6BAB2AA07}"/>
          </ac:inkMkLst>
        </pc:inkChg>
        <pc:inkChg chg="add mod">
          <ac:chgData name="Leônidas Müller de Oliveira" userId="5af9566427f0cd7a" providerId="LiveId" clId="{EE2B610A-E03A-4034-B56E-B8AEB49F4638}" dt="2025-06-01T23:37:37.533" v="142"/>
          <ac:inkMkLst>
            <pc:docMk/>
            <pc:sldMk cId="1022635295" sldId="307"/>
            <ac:inkMk id="61" creationId="{11BCD2CE-263A-15D1-F3F4-A27C44A172D2}"/>
          </ac:inkMkLst>
        </pc:inkChg>
        <pc:inkChg chg="add mod">
          <ac:chgData name="Leônidas Müller de Oliveira" userId="5af9566427f0cd7a" providerId="LiveId" clId="{EE2B610A-E03A-4034-B56E-B8AEB49F4638}" dt="2025-06-01T23:37:37.533" v="142"/>
          <ac:inkMkLst>
            <pc:docMk/>
            <pc:sldMk cId="1022635295" sldId="307"/>
            <ac:inkMk id="63" creationId="{EEA49FB3-135E-3209-7F4F-0AEF4E157502}"/>
          </ac:inkMkLst>
        </pc:inkChg>
        <pc:inkChg chg="add mod">
          <ac:chgData name="Leônidas Müller de Oliveira" userId="5af9566427f0cd7a" providerId="LiveId" clId="{EE2B610A-E03A-4034-B56E-B8AEB49F4638}" dt="2025-06-01T23:37:37.533" v="142"/>
          <ac:inkMkLst>
            <pc:docMk/>
            <pc:sldMk cId="1022635295" sldId="307"/>
            <ac:inkMk id="128" creationId="{6668A92E-AD12-38F1-F577-2469C54AE29F}"/>
          </ac:inkMkLst>
        </pc:inkChg>
        <pc:inkChg chg="add mod">
          <ac:chgData name="Leônidas Müller de Oliveira" userId="5af9566427f0cd7a" providerId="LiveId" clId="{EE2B610A-E03A-4034-B56E-B8AEB49F4638}" dt="2025-06-01T23:37:37.533" v="142"/>
          <ac:inkMkLst>
            <pc:docMk/>
            <pc:sldMk cId="1022635295" sldId="307"/>
            <ac:inkMk id="130" creationId="{C6078FDD-FFC3-3311-CE0D-C3BAD38E81D8}"/>
          </ac:inkMkLst>
        </pc:inkChg>
        <pc:inkChg chg="add mod">
          <ac:chgData name="Leônidas Müller de Oliveira" userId="5af9566427f0cd7a" providerId="LiveId" clId="{EE2B610A-E03A-4034-B56E-B8AEB49F4638}" dt="2025-06-01T23:37:37.533" v="142"/>
          <ac:inkMkLst>
            <pc:docMk/>
            <pc:sldMk cId="1022635295" sldId="307"/>
            <ac:inkMk id="131" creationId="{E25E4B67-DEC2-888A-F82A-5A9CAFD807B8}"/>
          </ac:inkMkLst>
        </pc:inkChg>
        <pc:inkChg chg="add mod">
          <ac:chgData name="Leônidas Müller de Oliveira" userId="5af9566427f0cd7a" providerId="LiveId" clId="{EE2B610A-E03A-4034-B56E-B8AEB49F4638}" dt="2025-06-01T23:37:37.533" v="142"/>
          <ac:inkMkLst>
            <pc:docMk/>
            <pc:sldMk cId="1022635295" sldId="307"/>
            <ac:inkMk id="132" creationId="{1AF7E933-B611-7324-B22D-8271C68CCAF9}"/>
          </ac:inkMkLst>
        </pc:inkChg>
        <pc:inkChg chg="add mod">
          <ac:chgData name="Leônidas Müller de Oliveira" userId="5af9566427f0cd7a" providerId="LiveId" clId="{EE2B610A-E03A-4034-B56E-B8AEB49F4638}" dt="2025-06-01T23:37:37.533" v="142"/>
          <ac:inkMkLst>
            <pc:docMk/>
            <pc:sldMk cId="1022635295" sldId="307"/>
            <ac:inkMk id="134" creationId="{C96053E3-AD10-CF91-AD39-7FC9083F53F9}"/>
          </ac:inkMkLst>
        </pc:inkChg>
        <pc:inkChg chg="add mod">
          <ac:chgData name="Leônidas Müller de Oliveira" userId="5af9566427f0cd7a" providerId="LiveId" clId="{EE2B610A-E03A-4034-B56E-B8AEB49F4638}" dt="2025-06-01T23:37:37.533" v="142"/>
          <ac:inkMkLst>
            <pc:docMk/>
            <pc:sldMk cId="1022635295" sldId="307"/>
            <ac:inkMk id="135" creationId="{74E97155-7C61-BD97-5CEF-A748C6EB5B0D}"/>
          </ac:inkMkLst>
        </pc:inkChg>
        <pc:inkChg chg="add mod">
          <ac:chgData name="Leônidas Müller de Oliveira" userId="5af9566427f0cd7a" providerId="LiveId" clId="{EE2B610A-E03A-4034-B56E-B8AEB49F4638}" dt="2025-06-01T23:37:37.533" v="142"/>
          <ac:inkMkLst>
            <pc:docMk/>
            <pc:sldMk cId="1022635295" sldId="307"/>
            <ac:inkMk id="136" creationId="{505B4F5B-41EA-71D7-84F3-517177B04D84}"/>
          </ac:inkMkLst>
        </pc:inkChg>
        <pc:inkChg chg="add mod">
          <ac:chgData name="Leônidas Müller de Oliveira" userId="5af9566427f0cd7a" providerId="LiveId" clId="{EE2B610A-E03A-4034-B56E-B8AEB49F4638}" dt="2025-06-01T23:37:37.533" v="142"/>
          <ac:inkMkLst>
            <pc:docMk/>
            <pc:sldMk cId="1022635295" sldId="307"/>
            <ac:inkMk id="137" creationId="{39003DDA-B99B-8CCE-003C-997057C17E9F}"/>
          </ac:inkMkLst>
        </pc:inkChg>
        <pc:inkChg chg="add mod">
          <ac:chgData name="Leônidas Müller de Oliveira" userId="5af9566427f0cd7a" providerId="LiveId" clId="{EE2B610A-E03A-4034-B56E-B8AEB49F4638}" dt="2025-06-01T23:37:37.533" v="142"/>
          <ac:inkMkLst>
            <pc:docMk/>
            <pc:sldMk cId="1022635295" sldId="307"/>
            <ac:inkMk id="138" creationId="{EDB0E799-3BFE-63E2-2960-ECBA82C60011}"/>
          </ac:inkMkLst>
        </pc:inkChg>
        <pc:inkChg chg="add del mod">
          <ac:chgData name="Leônidas Müller de Oliveira" userId="5af9566427f0cd7a" providerId="LiveId" clId="{EE2B610A-E03A-4034-B56E-B8AEB49F4638}" dt="2025-06-01T23:37:37.533" v="142"/>
          <ac:inkMkLst>
            <pc:docMk/>
            <pc:sldMk cId="1022635295" sldId="307"/>
            <ac:inkMk id="139" creationId="{9A5F49C6-92F4-C80E-46F2-403FDBA28EFC}"/>
          </ac:inkMkLst>
        </pc:inkChg>
        <pc:inkChg chg="add del mod">
          <ac:chgData name="Leônidas Müller de Oliveira" userId="5af9566427f0cd7a" providerId="LiveId" clId="{EE2B610A-E03A-4034-B56E-B8AEB49F4638}" dt="2025-06-01T23:37:33.133" v="138" actId="9405"/>
          <ac:inkMkLst>
            <pc:docMk/>
            <pc:sldMk cId="1022635295" sldId="307"/>
            <ac:inkMk id="142" creationId="{0894BA89-C0D8-97E7-D850-60C865BECED2}"/>
          </ac:inkMkLst>
        </pc:inkChg>
        <pc:inkChg chg="add del mod">
          <ac:chgData name="Leônidas Müller de Oliveira" userId="5af9566427f0cd7a" providerId="LiveId" clId="{EE2B610A-E03A-4034-B56E-B8AEB49F4638}" dt="2025-06-01T23:37:32.881" v="137" actId="9405"/>
          <ac:inkMkLst>
            <pc:docMk/>
            <pc:sldMk cId="1022635295" sldId="307"/>
            <ac:inkMk id="143" creationId="{038B7FB7-872D-0AE6-1D6A-0518ABB6762C}"/>
          </ac:inkMkLst>
        </pc:inkChg>
        <pc:inkChg chg="add del mod">
          <ac:chgData name="Leônidas Müller de Oliveira" userId="5af9566427f0cd7a" providerId="LiveId" clId="{EE2B610A-E03A-4034-B56E-B8AEB49F4638}" dt="2025-06-01T23:37:32.653" v="136" actId="9405"/>
          <ac:inkMkLst>
            <pc:docMk/>
            <pc:sldMk cId="1022635295" sldId="307"/>
            <ac:inkMk id="144" creationId="{42C91E7C-0525-FF75-67AF-39D7D4EEDBB9}"/>
          </ac:inkMkLst>
        </pc:inkChg>
        <pc:inkChg chg="add del mod">
          <ac:chgData name="Leônidas Müller de Oliveira" userId="5af9566427f0cd7a" providerId="LiveId" clId="{EE2B610A-E03A-4034-B56E-B8AEB49F4638}" dt="2025-06-01T23:37:32.096" v="135"/>
          <ac:inkMkLst>
            <pc:docMk/>
            <pc:sldMk cId="1022635295" sldId="307"/>
            <ac:inkMk id="145" creationId="{C382F077-14FE-CAD5-8B09-23D54FEC4A04}"/>
          </ac:inkMkLst>
        </pc:inkChg>
        <pc:inkChg chg="add mod">
          <ac:chgData name="Leônidas Müller de Oliveira" userId="5af9566427f0cd7a" providerId="LiveId" clId="{EE2B610A-E03A-4034-B56E-B8AEB49F4638}" dt="2025-06-01T23:37:37.533" v="142"/>
          <ac:inkMkLst>
            <pc:docMk/>
            <pc:sldMk cId="1022635295" sldId="307"/>
            <ac:inkMk id="147" creationId="{D29D6811-58D9-A2D9-1D82-BF0539EBE694}"/>
          </ac:inkMkLst>
        </pc:inkChg>
        <pc:inkChg chg="add">
          <ac:chgData name="Leônidas Müller de Oliveira" userId="5af9566427f0cd7a" providerId="LiveId" clId="{EE2B610A-E03A-4034-B56E-B8AEB49F4638}" dt="2025-06-01T23:37:38.985" v="143" actId="9405"/>
          <ac:inkMkLst>
            <pc:docMk/>
            <pc:sldMk cId="1022635295" sldId="307"/>
            <ac:inkMk id="149" creationId="{7EF86DE7-73CC-ED28-AF19-3764A16970A0}"/>
          </ac:inkMkLst>
        </pc:inkChg>
      </pc:sldChg>
      <pc:sldChg chg="add del">
        <pc:chgData name="Leônidas Müller de Oliveira" userId="5af9566427f0cd7a" providerId="LiveId" clId="{EE2B610A-E03A-4034-B56E-B8AEB49F4638}" dt="2025-06-06T17:14:59.411" v="412" actId="47"/>
        <pc:sldMkLst>
          <pc:docMk/>
          <pc:sldMk cId="4055120457" sldId="308"/>
        </pc:sldMkLst>
      </pc:sldChg>
      <pc:sldChg chg="addSp modSp add del mod">
        <pc:chgData name="Leônidas Müller de Oliveira" userId="5af9566427f0cd7a" providerId="LiveId" clId="{EE2B610A-E03A-4034-B56E-B8AEB49F4638}" dt="2025-06-06T17:15:02.632" v="413" actId="47"/>
        <pc:sldMkLst>
          <pc:docMk/>
          <pc:sldMk cId="1284867670" sldId="309"/>
        </pc:sldMkLst>
        <pc:grpChg chg="mod">
          <ac:chgData name="Leônidas Müller de Oliveira" userId="5af9566427f0cd7a" providerId="LiveId" clId="{EE2B610A-E03A-4034-B56E-B8AEB49F4638}" dt="2025-06-01T23:38:08.451" v="150"/>
          <ac:grpSpMkLst>
            <pc:docMk/>
            <pc:sldMk cId="1284867670" sldId="309"/>
            <ac:grpSpMk id="7" creationId="{DD336085-58FD-F751-524B-43A7B4EEE00A}"/>
          </ac:grpSpMkLst>
        </pc:grpChg>
        <pc:grpChg chg="mod">
          <ac:chgData name="Leônidas Müller de Oliveira" userId="5af9566427f0cd7a" providerId="LiveId" clId="{EE2B610A-E03A-4034-B56E-B8AEB49F4638}" dt="2025-06-01T23:38:15.188" v="155"/>
          <ac:grpSpMkLst>
            <pc:docMk/>
            <pc:sldMk cId="1284867670" sldId="309"/>
            <ac:grpSpMk id="14" creationId="{3F5F3DF9-FAAB-A33A-C47F-D4C511000D91}"/>
          </ac:grpSpMkLst>
        </pc:grpChg>
        <pc:grpChg chg="mod">
          <ac:chgData name="Leônidas Müller de Oliveira" userId="5af9566427f0cd7a" providerId="LiveId" clId="{EE2B610A-E03A-4034-B56E-B8AEB49F4638}" dt="2025-06-01T23:38:39.520" v="170"/>
          <ac:grpSpMkLst>
            <pc:docMk/>
            <pc:sldMk cId="1284867670" sldId="309"/>
            <ac:grpSpMk id="29" creationId="{65211070-A180-1F42-4C4A-3BE8E8E21045}"/>
          </ac:grpSpMkLst>
        </pc:grpChg>
        <pc:inkChg chg="add mod">
          <ac:chgData name="Leônidas Müller de Oliveira" userId="5af9566427f0cd7a" providerId="LiveId" clId="{EE2B610A-E03A-4034-B56E-B8AEB49F4638}" dt="2025-06-01T23:38:08.451" v="150"/>
          <ac:inkMkLst>
            <pc:docMk/>
            <pc:sldMk cId="1284867670" sldId="309"/>
            <ac:inkMk id="2" creationId="{9D1A5B9C-1E9F-7E59-CAE8-B8EF39D28C1E}"/>
          </ac:inkMkLst>
        </pc:inkChg>
        <pc:inkChg chg="add">
          <ac:chgData name="Leônidas Müller de Oliveira" userId="5af9566427f0cd7a" providerId="LiveId" clId="{EE2B610A-E03A-4034-B56E-B8AEB49F4638}" dt="2025-06-01T23:38:06.428" v="148" actId="9405"/>
          <ac:inkMkLst>
            <pc:docMk/>
            <pc:sldMk cId="1284867670" sldId="309"/>
            <ac:inkMk id="5" creationId="{6C682FCE-ADA6-5E6B-4015-7A4E78E2859E}"/>
          </ac:inkMkLst>
        </pc:inkChg>
        <pc:inkChg chg="add mod">
          <ac:chgData name="Leônidas Müller de Oliveira" userId="5af9566427f0cd7a" providerId="LiveId" clId="{EE2B610A-E03A-4034-B56E-B8AEB49F4638}" dt="2025-06-01T23:38:08.451" v="150"/>
          <ac:inkMkLst>
            <pc:docMk/>
            <pc:sldMk cId="1284867670" sldId="309"/>
            <ac:inkMk id="6" creationId="{62519F35-57F9-210A-9E9A-DF95A1917980}"/>
          </ac:inkMkLst>
        </pc:inkChg>
        <pc:inkChg chg="add mod">
          <ac:chgData name="Leônidas Müller de Oliveira" userId="5af9566427f0cd7a" providerId="LiveId" clId="{EE2B610A-E03A-4034-B56E-B8AEB49F4638}" dt="2025-06-01T23:38:15.188" v="155"/>
          <ac:inkMkLst>
            <pc:docMk/>
            <pc:sldMk cId="1284867670" sldId="309"/>
            <ac:inkMk id="8" creationId="{326472D2-9891-282F-0C54-C0373B0061D2}"/>
          </ac:inkMkLst>
        </pc:inkChg>
        <pc:inkChg chg="add mod">
          <ac:chgData name="Leônidas Müller de Oliveira" userId="5af9566427f0cd7a" providerId="LiveId" clId="{EE2B610A-E03A-4034-B56E-B8AEB49F4638}" dt="2025-06-01T23:38:15.188" v="155"/>
          <ac:inkMkLst>
            <pc:docMk/>
            <pc:sldMk cId="1284867670" sldId="309"/>
            <ac:inkMk id="11" creationId="{E4EFC192-FFBB-E1F8-53FF-E4D45865EF92}"/>
          </ac:inkMkLst>
        </pc:inkChg>
        <pc:inkChg chg="add mod">
          <ac:chgData name="Leônidas Müller de Oliveira" userId="5af9566427f0cd7a" providerId="LiveId" clId="{EE2B610A-E03A-4034-B56E-B8AEB49F4638}" dt="2025-06-01T23:38:15.188" v="155"/>
          <ac:inkMkLst>
            <pc:docMk/>
            <pc:sldMk cId="1284867670" sldId="309"/>
            <ac:inkMk id="12" creationId="{50AB67AE-85D7-30AD-6B11-EF9678B502D9}"/>
          </ac:inkMkLst>
        </pc:inkChg>
        <pc:inkChg chg="add mod">
          <ac:chgData name="Leônidas Müller de Oliveira" userId="5af9566427f0cd7a" providerId="LiveId" clId="{EE2B610A-E03A-4034-B56E-B8AEB49F4638}" dt="2025-06-01T23:38:15.188" v="155"/>
          <ac:inkMkLst>
            <pc:docMk/>
            <pc:sldMk cId="1284867670" sldId="309"/>
            <ac:inkMk id="13" creationId="{D82BFF28-B120-B7EC-8689-C88BC5977D67}"/>
          </ac:inkMkLst>
        </pc:inkChg>
        <pc:inkChg chg="add">
          <ac:chgData name="Leônidas Müller de Oliveira" userId="5af9566427f0cd7a" providerId="LiveId" clId="{EE2B610A-E03A-4034-B56E-B8AEB49F4638}" dt="2025-06-01T23:38:17.227" v="156" actId="9405"/>
          <ac:inkMkLst>
            <pc:docMk/>
            <pc:sldMk cId="1284867670" sldId="309"/>
            <ac:inkMk id="15" creationId="{2D10D986-3174-D188-CE29-0EA6B63428A2}"/>
          </ac:inkMkLst>
        </pc:inkChg>
        <pc:inkChg chg="add">
          <ac:chgData name="Leônidas Müller de Oliveira" userId="5af9566427f0cd7a" providerId="LiveId" clId="{EE2B610A-E03A-4034-B56E-B8AEB49F4638}" dt="2025-06-01T23:38:29.853" v="157" actId="9405"/>
          <ac:inkMkLst>
            <pc:docMk/>
            <pc:sldMk cId="1284867670" sldId="309"/>
            <ac:inkMk id="16" creationId="{1EBA18EA-DA44-CDC9-6CF6-834B7D32736A}"/>
          </ac:inkMkLst>
        </pc:inkChg>
        <pc:inkChg chg="add mod">
          <ac:chgData name="Leônidas Müller de Oliveira" userId="5af9566427f0cd7a" providerId="LiveId" clId="{EE2B610A-E03A-4034-B56E-B8AEB49F4638}" dt="2025-06-01T23:38:39.520" v="170"/>
          <ac:inkMkLst>
            <pc:docMk/>
            <pc:sldMk cId="1284867670" sldId="309"/>
            <ac:inkMk id="17" creationId="{7205B035-B77E-8E10-8376-170B719A8A80}"/>
          </ac:inkMkLst>
        </pc:inkChg>
        <pc:inkChg chg="add mod">
          <ac:chgData name="Leônidas Müller de Oliveira" userId="5af9566427f0cd7a" providerId="LiveId" clId="{EE2B610A-E03A-4034-B56E-B8AEB49F4638}" dt="2025-06-01T23:38:39.520" v="170"/>
          <ac:inkMkLst>
            <pc:docMk/>
            <pc:sldMk cId="1284867670" sldId="309"/>
            <ac:inkMk id="18" creationId="{BF24C65A-63F6-4F3C-C47A-F23C90D3120B}"/>
          </ac:inkMkLst>
        </pc:inkChg>
        <pc:inkChg chg="add mod">
          <ac:chgData name="Leônidas Müller de Oliveira" userId="5af9566427f0cd7a" providerId="LiveId" clId="{EE2B610A-E03A-4034-B56E-B8AEB49F4638}" dt="2025-06-01T23:38:39.520" v="170"/>
          <ac:inkMkLst>
            <pc:docMk/>
            <pc:sldMk cId="1284867670" sldId="309"/>
            <ac:inkMk id="19" creationId="{915A9903-8B72-4F76-8668-7D3EE79DAD67}"/>
          </ac:inkMkLst>
        </pc:inkChg>
        <pc:inkChg chg="add mod">
          <ac:chgData name="Leônidas Müller de Oliveira" userId="5af9566427f0cd7a" providerId="LiveId" clId="{EE2B610A-E03A-4034-B56E-B8AEB49F4638}" dt="2025-06-01T23:38:39.520" v="170"/>
          <ac:inkMkLst>
            <pc:docMk/>
            <pc:sldMk cId="1284867670" sldId="309"/>
            <ac:inkMk id="20" creationId="{051B81E7-390A-3FB0-01E8-95B7654303EA}"/>
          </ac:inkMkLst>
        </pc:inkChg>
        <pc:inkChg chg="add mod">
          <ac:chgData name="Leônidas Müller de Oliveira" userId="5af9566427f0cd7a" providerId="LiveId" clId="{EE2B610A-E03A-4034-B56E-B8AEB49F4638}" dt="2025-06-01T23:38:39.520" v="170"/>
          <ac:inkMkLst>
            <pc:docMk/>
            <pc:sldMk cId="1284867670" sldId="309"/>
            <ac:inkMk id="21" creationId="{EDFF4049-8522-E68D-8D33-0E2B40BF35E6}"/>
          </ac:inkMkLst>
        </pc:inkChg>
        <pc:inkChg chg="add mod">
          <ac:chgData name="Leônidas Müller de Oliveira" userId="5af9566427f0cd7a" providerId="LiveId" clId="{EE2B610A-E03A-4034-B56E-B8AEB49F4638}" dt="2025-06-01T23:38:39.520" v="170"/>
          <ac:inkMkLst>
            <pc:docMk/>
            <pc:sldMk cId="1284867670" sldId="309"/>
            <ac:inkMk id="22" creationId="{76CA9992-4109-6C4B-7505-F9B0D9271FA9}"/>
          </ac:inkMkLst>
        </pc:inkChg>
        <pc:inkChg chg="add mod">
          <ac:chgData name="Leônidas Müller de Oliveira" userId="5af9566427f0cd7a" providerId="LiveId" clId="{EE2B610A-E03A-4034-B56E-B8AEB49F4638}" dt="2025-06-01T23:38:39.520" v="170"/>
          <ac:inkMkLst>
            <pc:docMk/>
            <pc:sldMk cId="1284867670" sldId="309"/>
            <ac:inkMk id="23" creationId="{50B3F338-7A67-294E-70B8-E7BEEFBDC8E3}"/>
          </ac:inkMkLst>
        </pc:inkChg>
        <pc:inkChg chg="add mod">
          <ac:chgData name="Leônidas Müller de Oliveira" userId="5af9566427f0cd7a" providerId="LiveId" clId="{EE2B610A-E03A-4034-B56E-B8AEB49F4638}" dt="2025-06-01T23:38:39.520" v="170"/>
          <ac:inkMkLst>
            <pc:docMk/>
            <pc:sldMk cId="1284867670" sldId="309"/>
            <ac:inkMk id="24" creationId="{1EB5A658-3766-09C0-D5D1-8BA5E79CA7C0}"/>
          </ac:inkMkLst>
        </pc:inkChg>
        <pc:inkChg chg="add mod">
          <ac:chgData name="Leônidas Müller de Oliveira" userId="5af9566427f0cd7a" providerId="LiveId" clId="{EE2B610A-E03A-4034-B56E-B8AEB49F4638}" dt="2025-06-01T23:38:39.520" v="170"/>
          <ac:inkMkLst>
            <pc:docMk/>
            <pc:sldMk cId="1284867670" sldId="309"/>
            <ac:inkMk id="25" creationId="{D179969F-C474-CC05-1066-ED02891D47C1}"/>
          </ac:inkMkLst>
        </pc:inkChg>
        <pc:inkChg chg="add mod">
          <ac:chgData name="Leônidas Müller de Oliveira" userId="5af9566427f0cd7a" providerId="LiveId" clId="{EE2B610A-E03A-4034-B56E-B8AEB49F4638}" dt="2025-06-01T23:38:39.520" v="170"/>
          <ac:inkMkLst>
            <pc:docMk/>
            <pc:sldMk cId="1284867670" sldId="309"/>
            <ac:inkMk id="26" creationId="{DD1CF3E4-1CD6-35B3-FDED-5C52C7393D76}"/>
          </ac:inkMkLst>
        </pc:inkChg>
        <pc:inkChg chg="add mod">
          <ac:chgData name="Leônidas Müller de Oliveira" userId="5af9566427f0cd7a" providerId="LiveId" clId="{EE2B610A-E03A-4034-B56E-B8AEB49F4638}" dt="2025-06-01T23:38:39.520" v="170"/>
          <ac:inkMkLst>
            <pc:docMk/>
            <pc:sldMk cId="1284867670" sldId="309"/>
            <ac:inkMk id="27" creationId="{AA68F13E-6025-0A95-96A9-9E30262A3BD5}"/>
          </ac:inkMkLst>
        </pc:inkChg>
        <pc:inkChg chg="add mod">
          <ac:chgData name="Leônidas Müller de Oliveira" userId="5af9566427f0cd7a" providerId="LiveId" clId="{EE2B610A-E03A-4034-B56E-B8AEB49F4638}" dt="2025-06-01T23:38:39.520" v="170"/>
          <ac:inkMkLst>
            <pc:docMk/>
            <pc:sldMk cId="1284867670" sldId="309"/>
            <ac:inkMk id="28" creationId="{64A7AB73-61A2-717F-D885-6B7469879437}"/>
          </ac:inkMkLst>
        </pc:inkChg>
      </pc:sldChg>
      <pc:sldChg chg="addSp delSp modSp add mod">
        <pc:chgData name="Leônidas Müller de Oliveira" userId="5af9566427f0cd7a" providerId="LiveId" clId="{EE2B610A-E03A-4034-B56E-B8AEB49F4638}" dt="2025-06-01T23:40:56.489" v="187" actId="20577"/>
        <pc:sldMkLst>
          <pc:docMk/>
          <pc:sldMk cId="3586393381" sldId="310"/>
        </pc:sldMkLst>
        <pc:spChg chg="mod">
          <ac:chgData name="Leônidas Müller de Oliveira" userId="5af9566427f0cd7a" providerId="LiveId" clId="{EE2B610A-E03A-4034-B56E-B8AEB49F4638}" dt="2025-06-01T23:40:56.489" v="187" actId="20577"/>
          <ac:spMkLst>
            <pc:docMk/>
            <pc:sldMk cId="3586393381" sldId="310"/>
            <ac:spMk id="9" creationId="{9C81958B-AE4B-43C9-BC2C-2CBADE7FE55A}"/>
          </ac:spMkLst>
        </pc:spChg>
        <pc:picChg chg="del">
          <ac:chgData name="Leônidas Müller de Oliveira" userId="5af9566427f0cd7a" providerId="LiveId" clId="{EE2B610A-E03A-4034-B56E-B8AEB49F4638}" dt="2025-06-01T23:40:05.306" v="173" actId="478"/>
          <ac:picMkLst>
            <pc:docMk/>
            <pc:sldMk cId="3586393381" sldId="310"/>
            <ac:picMk id="3" creationId="{14ED13D8-A038-942A-DDA9-18C5C98168D8}"/>
          </ac:picMkLst>
        </pc:picChg>
        <pc:picChg chg="add del mod">
          <ac:chgData name="Leônidas Müller de Oliveira" userId="5af9566427f0cd7a" providerId="LiveId" clId="{EE2B610A-E03A-4034-B56E-B8AEB49F4638}" dt="2025-06-01T23:40:42.264" v="180" actId="478"/>
          <ac:picMkLst>
            <pc:docMk/>
            <pc:sldMk cId="3586393381" sldId="310"/>
            <ac:picMk id="6" creationId="{6FC18EEF-C12A-0F4C-05DC-7546770377FD}"/>
          </ac:picMkLst>
        </pc:picChg>
        <pc:picChg chg="add mod">
          <ac:chgData name="Leônidas Müller de Oliveira" userId="5af9566427f0cd7a" providerId="LiveId" clId="{EE2B610A-E03A-4034-B56E-B8AEB49F4638}" dt="2025-06-01T23:40:47.988" v="183" actId="1076"/>
          <ac:picMkLst>
            <pc:docMk/>
            <pc:sldMk cId="3586393381" sldId="310"/>
            <ac:picMk id="8" creationId="{AA79F183-D9C4-F61B-7A44-79F560FFDB7E}"/>
          </ac:picMkLst>
        </pc:picChg>
        <pc:inkChg chg="add del">
          <ac:chgData name="Leônidas Müller de Oliveira" userId="5af9566427f0cd7a" providerId="LiveId" clId="{EE2B610A-E03A-4034-B56E-B8AEB49F4638}" dt="2025-06-01T23:40:07.020" v="174" actId="478"/>
          <ac:inkMkLst>
            <pc:docMk/>
            <pc:sldMk cId="3586393381" sldId="310"/>
            <ac:inkMk id="2" creationId="{CA493FE7-966E-4CF2-9988-745532397B6B}"/>
          </ac:inkMkLst>
        </pc:inkChg>
      </pc:sldChg>
      <pc:sldChg chg="add">
        <pc:chgData name="Leônidas Müller de Oliveira" userId="5af9566427f0cd7a" providerId="LiveId" clId="{EE2B610A-E03A-4034-B56E-B8AEB49F4638}" dt="2025-06-01T23:40:37.587" v="179" actId="2890"/>
        <pc:sldMkLst>
          <pc:docMk/>
          <pc:sldMk cId="81923916" sldId="311"/>
        </pc:sldMkLst>
      </pc:sldChg>
      <pc:sldChg chg="addSp delSp modSp add del mod ord">
        <pc:chgData name="Leônidas Müller de Oliveira" userId="5af9566427f0cd7a" providerId="LiveId" clId="{EE2B610A-E03A-4034-B56E-B8AEB49F4638}" dt="2025-06-06T17:15:08.846" v="414" actId="47"/>
        <pc:sldMkLst>
          <pc:docMk/>
          <pc:sldMk cId="3576666835" sldId="312"/>
        </pc:sldMkLst>
        <pc:spChg chg="mod">
          <ac:chgData name="Leônidas Müller de Oliveira" userId="5af9566427f0cd7a" providerId="LiveId" clId="{EE2B610A-E03A-4034-B56E-B8AEB49F4638}" dt="2025-06-01T23:45:48.245" v="325" actId="1076"/>
          <ac:spMkLst>
            <pc:docMk/>
            <pc:sldMk cId="3576666835" sldId="312"/>
            <ac:spMk id="4" creationId="{C2B60A26-5F47-D749-D2A6-79C41BD0E30E}"/>
          </ac:spMkLst>
        </pc:spChg>
        <pc:grpChg chg="mod">
          <ac:chgData name="Leônidas Müller de Oliveira" userId="5af9566427f0cd7a" providerId="LiveId" clId="{EE2B610A-E03A-4034-B56E-B8AEB49F4638}" dt="2025-06-01T23:41:27.366" v="195"/>
          <ac:grpSpMkLst>
            <pc:docMk/>
            <pc:sldMk cId="3576666835" sldId="312"/>
            <ac:grpSpMk id="12" creationId="{46BEF93A-6528-147C-6341-B1D40D0FE720}"/>
          </ac:grpSpMkLst>
        </pc:grpChg>
        <pc:grpChg chg="mod">
          <ac:chgData name="Leônidas Müller de Oliveira" userId="5af9566427f0cd7a" providerId="LiveId" clId="{EE2B610A-E03A-4034-B56E-B8AEB49F4638}" dt="2025-06-01T23:41:27.366" v="195"/>
          <ac:grpSpMkLst>
            <pc:docMk/>
            <pc:sldMk cId="3576666835" sldId="312"/>
            <ac:grpSpMk id="13" creationId="{34D57B57-7C48-9667-4107-DC298214193D}"/>
          </ac:grpSpMkLst>
        </pc:grpChg>
        <pc:grpChg chg="mod">
          <ac:chgData name="Leônidas Müller de Oliveira" userId="5af9566427f0cd7a" providerId="LiveId" clId="{EE2B610A-E03A-4034-B56E-B8AEB49F4638}" dt="2025-06-01T23:41:34.348" v="202"/>
          <ac:grpSpMkLst>
            <pc:docMk/>
            <pc:sldMk cId="3576666835" sldId="312"/>
            <ac:grpSpMk id="20" creationId="{1F01FDBB-CEA1-73C6-67BC-9E97FD4CF1CC}"/>
          </ac:grpSpMkLst>
        </pc:grpChg>
        <pc:grpChg chg="mod">
          <ac:chgData name="Leônidas Müller de Oliveira" userId="5af9566427f0cd7a" providerId="LiveId" clId="{EE2B610A-E03A-4034-B56E-B8AEB49F4638}" dt="2025-06-01T23:44:54.360" v="300"/>
          <ac:grpSpMkLst>
            <pc:docMk/>
            <pc:sldMk cId="3576666835" sldId="312"/>
            <ac:grpSpMk id="26" creationId="{8791AF76-A1D4-9FAD-5483-AFBAFB369CBC}"/>
          </ac:grpSpMkLst>
        </pc:grpChg>
        <pc:grpChg chg="mod">
          <ac:chgData name="Leônidas Müller de Oliveira" userId="5af9566427f0cd7a" providerId="LiveId" clId="{EE2B610A-E03A-4034-B56E-B8AEB49F4638}" dt="2025-06-01T23:45:18.988" v="304"/>
          <ac:grpSpMkLst>
            <pc:docMk/>
            <pc:sldMk cId="3576666835" sldId="312"/>
            <ac:grpSpMk id="30" creationId="{26FC5D49-67B0-9315-AF2D-7EADCF14ECD3}"/>
          </ac:grpSpMkLst>
        </pc:grpChg>
        <pc:grpChg chg="del mod">
          <ac:chgData name="Leônidas Müller de Oliveira" userId="5af9566427f0cd7a" providerId="LiveId" clId="{EE2B610A-E03A-4034-B56E-B8AEB49F4638}" dt="2025-06-01T23:45:32.182" v="315"/>
          <ac:grpSpMkLst>
            <pc:docMk/>
            <pc:sldMk cId="3576666835" sldId="312"/>
            <ac:grpSpMk id="36" creationId="{8129E45D-7285-0B2A-1F37-063BFF41EE8D}"/>
          </ac:grpSpMkLst>
        </pc:grpChg>
        <pc:grpChg chg="del mod">
          <ac:chgData name="Leônidas Müller de Oliveira" userId="5af9566427f0cd7a" providerId="LiveId" clId="{EE2B610A-E03A-4034-B56E-B8AEB49F4638}" dt="2025-06-01T23:45:41.932" v="324"/>
          <ac:grpSpMkLst>
            <pc:docMk/>
            <pc:sldMk cId="3576666835" sldId="312"/>
            <ac:grpSpMk id="41" creationId="{E0FB9BF8-17C1-5C96-871F-CCF7926461EF}"/>
          </ac:grpSpMkLst>
        </pc:grpChg>
        <pc:grpChg chg="mod">
          <ac:chgData name="Leônidas Müller de Oliveira" userId="5af9566427f0cd7a" providerId="LiveId" clId="{EE2B610A-E03A-4034-B56E-B8AEB49F4638}" dt="2025-06-01T23:45:41.932" v="324"/>
          <ac:grpSpMkLst>
            <pc:docMk/>
            <pc:sldMk cId="3576666835" sldId="312"/>
            <ac:grpSpMk id="50" creationId="{82DE4A61-A37A-9CD0-D3B2-2A9DE26D9608}"/>
          </ac:grpSpMkLst>
        </pc:grpChg>
        <pc:inkChg chg="add mod">
          <ac:chgData name="Leônidas Müller de Oliveira" userId="5af9566427f0cd7a" providerId="LiveId" clId="{EE2B610A-E03A-4034-B56E-B8AEB49F4638}" dt="2025-06-01T23:41:27.366" v="195"/>
          <ac:inkMkLst>
            <pc:docMk/>
            <pc:sldMk cId="3576666835" sldId="312"/>
            <ac:inkMk id="2" creationId="{8D56183D-04A1-444B-8788-251EFE7534C3}"/>
          </ac:inkMkLst>
        </pc:inkChg>
        <pc:inkChg chg="add mod">
          <ac:chgData name="Leônidas Müller de Oliveira" userId="5af9566427f0cd7a" providerId="LiveId" clId="{EE2B610A-E03A-4034-B56E-B8AEB49F4638}" dt="2025-06-01T23:41:27.366" v="195"/>
          <ac:inkMkLst>
            <pc:docMk/>
            <pc:sldMk cId="3576666835" sldId="312"/>
            <ac:inkMk id="3" creationId="{F2500344-0324-5940-61AB-644DDD683F09}"/>
          </ac:inkMkLst>
        </pc:inkChg>
        <pc:inkChg chg="add mod">
          <ac:chgData name="Leônidas Müller de Oliveira" userId="5af9566427f0cd7a" providerId="LiveId" clId="{EE2B610A-E03A-4034-B56E-B8AEB49F4638}" dt="2025-06-01T23:41:27.366" v="195"/>
          <ac:inkMkLst>
            <pc:docMk/>
            <pc:sldMk cId="3576666835" sldId="312"/>
            <ac:inkMk id="5" creationId="{BFDEEF0D-515A-8DB7-6320-477E96A1E342}"/>
          </ac:inkMkLst>
        </pc:inkChg>
        <pc:inkChg chg="add mod">
          <ac:chgData name="Leônidas Müller de Oliveira" userId="5af9566427f0cd7a" providerId="LiveId" clId="{EE2B610A-E03A-4034-B56E-B8AEB49F4638}" dt="2025-06-01T23:41:27.366" v="195"/>
          <ac:inkMkLst>
            <pc:docMk/>
            <pc:sldMk cId="3576666835" sldId="312"/>
            <ac:inkMk id="6" creationId="{7A68FE38-5ABD-0AC7-C0FE-47D41A3D81A4}"/>
          </ac:inkMkLst>
        </pc:inkChg>
        <pc:inkChg chg="add mod">
          <ac:chgData name="Leônidas Müller de Oliveira" userId="5af9566427f0cd7a" providerId="LiveId" clId="{EE2B610A-E03A-4034-B56E-B8AEB49F4638}" dt="2025-06-01T23:41:27.366" v="195"/>
          <ac:inkMkLst>
            <pc:docMk/>
            <pc:sldMk cId="3576666835" sldId="312"/>
            <ac:inkMk id="7" creationId="{CA91E6E8-256C-2502-86AC-071A49C8C605}"/>
          </ac:inkMkLst>
        </pc:inkChg>
        <pc:inkChg chg="add mod">
          <ac:chgData name="Leônidas Müller de Oliveira" userId="5af9566427f0cd7a" providerId="LiveId" clId="{EE2B610A-E03A-4034-B56E-B8AEB49F4638}" dt="2025-06-01T23:41:27.366" v="195"/>
          <ac:inkMkLst>
            <pc:docMk/>
            <pc:sldMk cId="3576666835" sldId="312"/>
            <ac:inkMk id="11" creationId="{81E9F4F8-B307-5925-8E3C-6CC832C9708E}"/>
          </ac:inkMkLst>
        </pc:inkChg>
        <pc:inkChg chg="add mod">
          <ac:chgData name="Leônidas Müller de Oliveira" userId="5af9566427f0cd7a" providerId="LiveId" clId="{EE2B610A-E03A-4034-B56E-B8AEB49F4638}" dt="2025-06-01T23:41:34.348" v="202"/>
          <ac:inkMkLst>
            <pc:docMk/>
            <pc:sldMk cId="3576666835" sldId="312"/>
            <ac:inkMk id="14" creationId="{14B5715D-E1CD-5470-9DA3-5C55B73C19D5}"/>
          </ac:inkMkLst>
        </pc:inkChg>
        <pc:inkChg chg="add mod">
          <ac:chgData name="Leônidas Müller de Oliveira" userId="5af9566427f0cd7a" providerId="LiveId" clId="{EE2B610A-E03A-4034-B56E-B8AEB49F4638}" dt="2025-06-01T23:41:34.348" v="202"/>
          <ac:inkMkLst>
            <pc:docMk/>
            <pc:sldMk cId="3576666835" sldId="312"/>
            <ac:inkMk id="15" creationId="{26B373D9-83B4-884B-71C0-7DAE9683694C}"/>
          </ac:inkMkLst>
        </pc:inkChg>
        <pc:inkChg chg="add mod">
          <ac:chgData name="Leônidas Müller de Oliveira" userId="5af9566427f0cd7a" providerId="LiveId" clId="{EE2B610A-E03A-4034-B56E-B8AEB49F4638}" dt="2025-06-01T23:41:34.348" v="202"/>
          <ac:inkMkLst>
            <pc:docMk/>
            <pc:sldMk cId="3576666835" sldId="312"/>
            <ac:inkMk id="16" creationId="{F347421C-A253-6780-45AE-718820F18170}"/>
          </ac:inkMkLst>
        </pc:inkChg>
        <pc:inkChg chg="add mod">
          <ac:chgData name="Leônidas Müller de Oliveira" userId="5af9566427f0cd7a" providerId="LiveId" clId="{EE2B610A-E03A-4034-B56E-B8AEB49F4638}" dt="2025-06-01T23:41:34.348" v="202"/>
          <ac:inkMkLst>
            <pc:docMk/>
            <pc:sldMk cId="3576666835" sldId="312"/>
            <ac:inkMk id="17" creationId="{0E3F0BD9-CC2D-5718-B85B-6D5BB95BBC2F}"/>
          </ac:inkMkLst>
        </pc:inkChg>
        <pc:inkChg chg="add mod">
          <ac:chgData name="Leônidas Müller de Oliveira" userId="5af9566427f0cd7a" providerId="LiveId" clId="{EE2B610A-E03A-4034-B56E-B8AEB49F4638}" dt="2025-06-01T23:41:34.348" v="202"/>
          <ac:inkMkLst>
            <pc:docMk/>
            <pc:sldMk cId="3576666835" sldId="312"/>
            <ac:inkMk id="18" creationId="{C036542E-6A6F-32E7-5127-7EDE76BFC79C}"/>
          </ac:inkMkLst>
        </pc:inkChg>
        <pc:inkChg chg="add mod">
          <ac:chgData name="Leônidas Müller de Oliveira" userId="5af9566427f0cd7a" providerId="LiveId" clId="{EE2B610A-E03A-4034-B56E-B8AEB49F4638}" dt="2025-06-01T23:41:34.348" v="202"/>
          <ac:inkMkLst>
            <pc:docMk/>
            <pc:sldMk cId="3576666835" sldId="312"/>
            <ac:inkMk id="19" creationId="{52432EAD-11A5-00E0-71E4-E4C0285FA447}"/>
          </ac:inkMkLst>
        </pc:inkChg>
        <pc:inkChg chg="add">
          <ac:chgData name="Leônidas Müller de Oliveira" userId="5af9566427f0cd7a" providerId="LiveId" clId="{EE2B610A-E03A-4034-B56E-B8AEB49F4638}" dt="2025-06-01T23:44:49.836" v="295" actId="9405"/>
          <ac:inkMkLst>
            <pc:docMk/>
            <pc:sldMk cId="3576666835" sldId="312"/>
            <ac:inkMk id="21" creationId="{A5D4115C-FBEC-8C70-C645-A053387306F1}"/>
          </ac:inkMkLst>
        </pc:inkChg>
        <pc:inkChg chg="add">
          <ac:chgData name="Leônidas Müller de Oliveira" userId="5af9566427f0cd7a" providerId="LiveId" clId="{EE2B610A-E03A-4034-B56E-B8AEB49F4638}" dt="2025-06-01T23:44:51.909" v="296" actId="9405"/>
          <ac:inkMkLst>
            <pc:docMk/>
            <pc:sldMk cId="3576666835" sldId="312"/>
            <ac:inkMk id="22" creationId="{D7EFBFB4-850C-191D-0E12-E08C7335900A}"/>
          </ac:inkMkLst>
        </pc:inkChg>
        <pc:inkChg chg="add mod">
          <ac:chgData name="Leônidas Müller de Oliveira" userId="5af9566427f0cd7a" providerId="LiveId" clId="{EE2B610A-E03A-4034-B56E-B8AEB49F4638}" dt="2025-06-01T23:44:54.360" v="300"/>
          <ac:inkMkLst>
            <pc:docMk/>
            <pc:sldMk cId="3576666835" sldId="312"/>
            <ac:inkMk id="23" creationId="{C7BE702F-7C82-12B2-DBD3-CC815A21EB0B}"/>
          </ac:inkMkLst>
        </pc:inkChg>
        <pc:inkChg chg="add mod">
          <ac:chgData name="Leônidas Müller de Oliveira" userId="5af9566427f0cd7a" providerId="LiveId" clId="{EE2B610A-E03A-4034-B56E-B8AEB49F4638}" dt="2025-06-01T23:44:54.360" v="300"/>
          <ac:inkMkLst>
            <pc:docMk/>
            <pc:sldMk cId="3576666835" sldId="312"/>
            <ac:inkMk id="24" creationId="{ACF938A1-9043-0ECA-BCB4-6C4D8C5F7B21}"/>
          </ac:inkMkLst>
        </pc:inkChg>
        <pc:inkChg chg="add mod">
          <ac:chgData name="Leônidas Müller de Oliveira" userId="5af9566427f0cd7a" providerId="LiveId" clId="{EE2B610A-E03A-4034-B56E-B8AEB49F4638}" dt="2025-06-01T23:44:54.360" v="300"/>
          <ac:inkMkLst>
            <pc:docMk/>
            <pc:sldMk cId="3576666835" sldId="312"/>
            <ac:inkMk id="25" creationId="{8F858C90-0387-FF71-48AE-2E79A4A4128E}"/>
          </ac:inkMkLst>
        </pc:inkChg>
        <pc:inkChg chg="add mod">
          <ac:chgData name="Leônidas Müller de Oliveira" userId="5af9566427f0cd7a" providerId="LiveId" clId="{EE2B610A-E03A-4034-B56E-B8AEB49F4638}" dt="2025-06-01T23:45:18.988" v="304"/>
          <ac:inkMkLst>
            <pc:docMk/>
            <pc:sldMk cId="3576666835" sldId="312"/>
            <ac:inkMk id="27" creationId="{871F44BD-E186-8676-4371-641764D0F685}"/>
          </ac:inkMkLst>
        </pc:inkChg>
        <pc:inkChg chg="add mod">
          <ac:chgData name="Leônidas Müller de Oliveira" userId="5af9566427f0cd7a" providerId="LiveId" clId="{EE2B610A-E03A-4034-B56E-B8AEB49F4638}" dt="2025-06-01T23:45:18.988" v="304"/>
          <ac:inkMkLst>
            <pc:docMk/>
            <pc:sldMk cId="3576666835" sldId="312"/>
            <ac:inkMk id="28" creationId="{652471DC-6404-C3A6-F1C2-BBE1BBF97C9A}"/>
          </ac:inkMkLst>
        </pc:inkChg>
        <pc:inkChg chg="add mod">
          <ac:chgData name="Leônidas Müller de Oliveira" userId="5af9566427f0cd7a" providerId="LiveId" clId="{EE2B610A-E03A-4034-B56E-B8AEB49F4638}" dt="2025-06-01T23:45:18.988" v="304"/>
          <ac:inkMkLst>
            <pc:docMk/>
            <pc:sldMk cId="3576666835" sldId="312"/>
            <ac:inkMk id="29" creationId="{6E1AD3F8-5832-BD37-28E1-C33F34A6579B}"/>
          </ac:inkMkLst>
        </pc:inkChg>
        <pc:inkChg chg="add">
          <ac:chgData name="Leônidas Müller de Oliveira" userId="5af9566427f0cd7a" providerId="LiveId" clId="{EE2B610A-E03A-4034-B56E-B8AEB49F4638}" dt="2025-06-01T23:45:22.807" v="305" actId="9405"/>
          <ac:inkMkLst>
            <pc:docMk/>
            <pc:sldMk cId="3576666835" sldId="312"/>
            <ac:inkMk id="31" creationId="{3D1305BC-2958-8F8D-A154-4ED22EA0BB43}"/>
          </ac:inkMkLst>
        </pc:inkChg>
        <pc:inkChg chg="add">
          <ac:chgData name="Leônidas Müller de Oliveira" userId="5af9566427f0cd7a" providerId="LiveId" clId="{EE2B610A-E03A-4034-B56E-B8AEB49F4638}" dt="2025-06-01T23:45:23.825" v="306" actId="9405"/>
          <ac:inkMkLst>
            <pc:docMk/>
            <pc:sldMk cId="3576666835" sldId="312"/>
            <ac:inkMk id="32" creationId="{C7883CD8-04DD-B875-3155-66C37F277022}"/>
          </ac:inkMkLst>
        </pc:inkChg>
        <pc:inkChg chg="add mod">
          <ac:chgData name="Leônidas Müller de Oliveira" userId="5af9566427f0cd7a" providerId="LiveId" clId="{EE2B610A-E03A-4034-B56E-B8AEB49F4638}" dt="2025-06-01T23:45:41.932" v="324"/>
          <ac:inkMkLst>
            <pc:docMk/>
            <pc:sldMk cId="3576666835" sldId="312"/>
            <ac:inkMk id="33" creationId="{056DE997-BDE8-8F0D-D0FC-E6C48628E1E2}"/>
          </ac:inkMkLst>
        </pc:inkChg>
        <pc:inkChg chg="add mod">
          <ac:chgData name="Leônidas Müller de Oliveira" userId="5af9566427f0cd7a" providerId="LiveId" clId="{EE2B610A-E03A-4034-B56E-B8AEB49F4638}" dt="2025-06-01T23:45:41.932" v="324"/>
          <ac:inkMkLst>
            <pc:docMk/>
            <pc:sldMk cId="3576666835" sldId="312"/>
            <ac:inkMk id="34" creationId="{681F7D36-7A3A-9FB3-E13E-6E1D94160F80}"/>
          </ac:inkMkLst>
        </pc:inkChg>
        <pc:inkChg chg="add mod">
          <ac:chgData name="Leônidas Müller de Oliveira" userId="5af9566427f0cd7a" providerId="LiveId" clId="{EE2B610A-E03A-4034-B56E-B8AEB49F4638}" dt="2025-06-01T23:45:41.932" v="324"/>
          <ac:inkMkLst>
            <pc:docMk/>
            <pc:sldMk cId="3576666835" sldId="312"/>
            <ac:inkMk id="35" creationId="{22DD7A13-C889-9450-A871-CD8C587198B6}"/>
          </ac:inkMkLst>
        </pc:inkChg>
        <pc:inkChg chg="add mod">
          <ac:chgData name="Leônidas Müller de Oliveira" userId="5af9566427f0cd7a" providerId="LiveId" clId="{EE2B610A-E03A-4034-B56E-B8AEB49F4638}" dt="2025-06-01T23:45:41.932" v="324"/>
          <ac:inkMkLst>
            <pc:docMk/>
            <pc:sldMk cId="3576666835" sldId="312"/>
            <ac:inkMk id="37" creationId="{CF16FDC7-5B5D-E379-8F22-ADDE8C25233B}"/>
          </ac:inkMkLst>
        </pc:inkChg>
        <pc:inkChg chg="add mod">
          <ac:chgData name="Leônidas Müller de Oliveira" userId="5af9566427f0cd7a" providerId="LiveId" clId="{EE2B610A-E03A-4034-B56E-B8AEB49F4638}" dt="2025-06-01T23:45:41.932" v="324"/>
          <ac:inkMkLst>
            <pc:docMk/>
            <pc:sldMk cId="3576666835" sldId="312"/>
            <ac:inkMk id="38" creationId="{0475E8DD-6B4D-52DF-A4BA-44FF48CDEFBF}"/>
          </ac:inkMkLst>
        </pc:inkChg>
        <pc:inkChg chg="add mod">
          <ac:chgData name="Leônidas Müller de Oliveira" userId="5af9566427f0cd7a" providerId="LiveId" clId="{EE2B610A-E03A-4034-B56E-B8AEB49F4638}" dt="2025-06-01T23:45:41.932" v="324"/>
          <ac:inkMkLst>
            <pc:docMk/>
            <pc:sldMk cId="3576666835" sldId="312"/>
            <ac:inkMk id="39" creationId="{FB320B8B-17E2-6398-4287-0FD1D943F056}"/>
          </ac:inkMkLst>
        </pc:inkChg>
        <pc:inkChg chg="add mod">
          <ac:chgData name="Leônidas Müller de Oliveira" userId="5af9566427f0cd7a" providerId="LiveId" clId="{EE2B610A-E03A-4034-B56E-B8AEB49F4638}" dt="2025-06-01T23:45:41.932" v="324"/>
          <ac:inkMkLst>
            <pc:docMk/>
            <pc:sldMk cId="3576666835" sldId="312"/>
            <ac:inkMk id="40" creationId="{30F695AE-A2D0-1469-C8E7-E5EA8056B193}"/>
          </ac:inkMkLst>
        </pc:inkChg>
        <pc:inkChg chg="add">
          <ac:chgData name="Leônidas Müller de Oliveira" userId="5af9566427f0cd7a" providerId="LiveId" clId="{EE2B610A-E03A-4034-B56E-B8AEB49F4638}" dt="2025-06-01T23:45:35.979" v="316" actId="9405"/>
          <ac:inkMkLst>
            <pc:docMk/>
            <pc:sldMk cId="3576666835" sldId="312"/>
            <ac:inkMk id="42" creationId="{165929D1-98FF-494D-60E3-C446381D0537}"/>
          </ac:inkMkLst>
        </pc:inkChg>
        <pc:inkChg chg="add mod">
          <ac:chgData name="Leônidas Müller de Oliveira" userId="5af9566427f0cd7a" providerId="LiveId" clId="{EE2B610A-E03A-4034-B56E-B8AEB49F4638}" dt="2025-06-01T23:45:41.932" v="324"/>
          <ac:inkMkLst>
            <pc:docMk/>
            <pc:sldMk cId="3576666835" sldId="312"/>
            <ac:inkMk id="43" creationId="{23B0682F-453F-E511-754F-E1F99032A559}"/>
          </ac:inkMkLst>
        </pc:inkChg>
        <pc:inkChg chg="add mod">
          <ac:chgData name="Leônidas Müller de Oliveira" userId="5af9566427f0cd7a" providerId="LiveId" clId="{EE2B610A-E03A-4034-B56E-B8AEB49F4638}" dt="2025-06-01T23:45:41.932" v="324"/>
          <ac:inkMkLst>
            <pc:docMk/>
            <pc:sldMk cId="3576666835" sldId="312"/>
            <ac:inkMk id="44" creationId="{2C779A3F-D1C8-5EAC-F61A-DAD2EEFD5DA2}"/>
          </ac:inkMkLst>
        </pc:inkChg>
        <pc:inkChg chg="add mod">
          <ac:chgData name="Leônidas Müller de Oliveira" userId="5af9566427f0cd7a" providerId="LiveId" clId="{EE2B610A-E03A-4034-B56E-B8AEB49F4638}" dt="2025-06-01T23:45:41.932" v="324"/>
          <ac:inkMkLst>
            <pc:docMk/>
            <pc:sldMk cId="3576666835" sldId="312"/>
            <ac:inkMk id="45" creationId="{BE79754A-BCBD-2B0F-747A-5A1BAEA592F5}"/>
          </ac:inkMkLst>
        </pc:inkChg>
        <pc:inkChg chg="add mod">
          <ac:chgData name="Leônidas Müller de Oliveira" userId="5af9566427f0cd7a" providerId="LiveId" clId="{EE2B610A-E03A-4034-B56E-B8AEB49F4638}" dt="2025-06-01T23:45:41.932" v="324"/>
          <ac:inkMkLst>
            <pc:docMk/>
            <pc:sldMk cId="3576666835" sldId="312"/>
            <ac:inkMk id="46" creationId="{FFB676F4-6F2F-7381-85E3-502C0264F82A}"/>
          </ac:inkMkLst>
        </pc:inkChg>
        <pc:inkChg chg="add mod">
          <ac:chgData name="Leônidas Müller de Oliveira" userId="5af9566427f0cd7a" providerId="LiveId" clId="{EE2B610A-E03A-4034-B56E-B8AEB49F4638}" dt="2025-06-01T23:45:41.932" v="324"/>
          <ac:inkMkLst>
            <pc:docMk/>
            <pc:sldMk cId="3576666835" sldId="312"/>
            <ac:inkMk id="47" creationId="{D848184D-06BE-453E-C54B-26039CEEF479}"/>
          </ac:inkMkLst>
        </pc:inkChg>
        <pc:inkChg chg="add mod">
          <ac:chgData name="Leônidas Müller de Oliveira" userId="5af9566427f0cd7a" providerId="LiveId" clId="{EE2B610A-E03A-4034-B56E-B8AEB49F4638}" dt="2025-06-01T23:45:41.932" v="324"/>
          <ac:inkMkLst>
            <pc:docMk/>
            <pc:sldMk cId="3576666835" sldId="312"/>
            <ac:inkMk id="48" creationId="{1BF8153C-F1B7-CF9B-9041-4F5C428F2DA4}"/>
          </ac:inkMkLst>
        </pc:inkChg>
        <pc:inkChg chg="add mod">
          <ac:chgData name="Leônidas Müller de Oliveira" userId="5af9566427f0cd7a" providerId="LiveId" clId="{EE2B610A-E03A-4034-B56E-B8AEB49F4638}" dt="2025-06-01T23:45:41.932" v="324"/>
          <ac:inkMkLst>
            <pc:docMk/>
            <pc:sldMk cId="3576666835" sldId="312"/>
            <ac:inkMk id="49" creationId="{E7286C64-BE21-0D6A-A7EF-735755950532}"/>
          </ac:inkMkLst>
        </pc:inkChg>
      </pc:sldChg>
      <pc:sldChg chg="addSp delSp modSp add mod ord">
        <pc:chgData name="Leônidas Müller de Oliveira" userId="5af9566427f0cd7a" providerId="LiveId" clId="{EE2B610A-E03A-4034-B56E-B8AEB49F4638}" dt="2025-06-01T23:43:46.077" v="211" actId="1076"/>
        <pc:sldMkLst>
          <pc:docMk/>
          <pc:sldMk cId="3417089605" sldId="313"/>
        </pc:sldMkLst>
        <pc:picChg chg="add mod">
          <ac:chgData name="Leônidas Müller de Oliveira" userId="5af9566427f0cd7a" providerId="LiveId" clId="{EE2B610A-E03A-4034-B56E-B8AEB49F4638}" dt="2025-06-01T23:43:46.077" v="211" actId="1076"/>
          <ac:picMkLst>
            <pc:docMk/>
            <pc:sldMk cId="3417089605" sldId="313"/>
            <ac:picMk id="3" creationId="{2E755BA1-DED1-6488-ACDC-6BA7309BEA0B}"/>
          </ac:picMkLst>
        </pc:picChg>
        <pc:picChg chg="del">
          <ac:chgData name="Leônidas Müller de Oliveira" userId="5af9566427f0cd7a" providerId="LiveId" clId="{EE2B610A-E03A-4034-B56E-B8AEB49F4638}" dt="2025-06-01T23:43:42.339" v="208" actId="478"/>
          <ac:picMkLst>
            <pc:docMk/>
            <pc:sldMk cId="3417089605" sldId="313"/>
            <ac:picMk id="8" creationId="{AA79F183-D9C4-F61B-7A44-79F560FFDB7E}"/>
          </ac:picMkLst>
        </pc:picChg>
      </pc:sldChg>
      <pc:sldChg chg="addSp delSp modSp add del mod">
        <pc:chgData name="Leônidas Müller de Oliveira" userId="5af9566427f0cd7a" providerId="LiveId" clId="{EE2B610A-E03A-4034-B56E-B8AEB49F4638}" dt="2025-06-06T17:15:24.728" v="415" actId="47"/>
        <pc:sldMkLst>
          <pc:docMk/>
          <pc:sldMk cId="4095907434" sldId="314"/>
        </pc:sldMkLst>
        <pc:spChg chg="del">
          <ac:chgData name="Leônidas Müller de Oliveira" userId="5af9566427f0cd7a" providerId="LiveId" clId="{EE2B610A-E03A-4034-B56E-B8AEB49F4638}" dt="2025-06-01T23:44:36.298" v="293" actId="478"/>
          <ac:spMkLst>
            <pc:docMk/>
            <pc:sldMk cId="4095907434" sldId="314"/>
            <ac:spMk id="4" creationId="{C2B60A26-5F47-D749-D2A6-79C41BD0E30E}"/>
          </ac:spMkLst>
        </pc:spChg>
        <pc:spChg chg="mod">
          <ac:chgData name="Leônidas Müller de Oliveira" userId="5af9566427f0cd7a" providerId="LiveId" clId="{EE2B610A-E03A-4034-B56E-B8AEB49F4638}" dt="2025-06-01T23:44:31.084" v="292" actId="20577"/>
          <ac:spMkLst>
            <pc:docMk/>
            <pc:sldMk cId="4095907434" sldId="314"/>
            <ac:spMk id="9" creationId="{9C81958B-AE4B-43C9-BC2C-2CBADE7FE55A}"/>
          </ac:spMkLst>
        </pc:spChg>
        <pc:spChg chg="mod">
          <ac:chgData name="Leônidas Müller de Oliveira" userId="5af9566427f0cd7a" providerId="LiveId" clId="{EE2B610A-E03A-4034-B56E-B8AEB49F4638}" dt="2025-06-01T23:44:12.051" v="242" actId="20577"/>
          <ac:spMkLst>
            <pc:docMk/>
            <pc:sldMk cId="4095907434" sldId="314"/>
            <ac:spMk id="10" creationId="{D7001BA3-CB80-4627-9BF8-F969EC7D3809}"/>
          </ac:spMkLst>
        </pc:spChg>
        <pc:grpChg chg="mod">
          <ac:chgData name="Leônidas Müller de Oliveira" userId="5af9566427f0cd7a" providerId="LiveId" clId="{EE2B610A-E03A-4034-B56E-B8AEB49F4638}" dt="2025-06-01T23:43:53.287" v="216"/>
          <ac:grpSpMkLst>
            <pc:docMk/>
            <pc:sldMk cId="4095907434" sldId="314"/>
            <ac:grpSpMk id="7" creationId="{1016F4C7-F0E6-E2A6-EBD9-7D58E3E40D98}"/>
          </ac:grpSpMkLst>
        </pc:grpChg>
        <pc:picChg chg="mod">
          <ac:chgData name="Leônidas Müller de Oliveira" userId="5af9566427f0cd7a" providerId="LiveId" clId="{EE2B610A-E03A-4034-B56E-B8AEB49F4638}" dt="2025-06-01T23:44:37.923" v="294" actId="1076"/>
          <ac:picMkLst>
            <pc:docMk/>
            <pc:sldMk cId="4095907434" sldId="314"/>
            <ac:picMk id="3" creationId="{2E755BA1-DED1-6488-ACDC-6BA7309BEA0B}"/>
          </ac:picMkLst>
        </pc:picChg>
        <pc:inkChg chg="add mod">
          <ac:chgData name="Leônidas Müller de Oliveira" userId="5af9566427f0cd7a" providerId="LiveId" clId="{EE2B610A-E03A-4034-B56E-B8AEB49F4638}" dt="2025-06-01T23:43:53.287" v="216"/>
          <ac:inkMkLst>
            <pc:docMk/>
            <pc:sldMk cId="4095907434" sldId="314"/>
            <ac:inkMk id="2" creationId="{6BE208CC-83C3-0227-7AFF-E82E484C6682}"/>
          </ac:inkMkLst>
        </pc:inkChg>
        <pc:inkChg chg="add mod">
          <ac:chgData name="Leônidas Müller de Oliveira" userId="5af9566427f0cd7a" providerId="LiveId" clId="{EE2B610A-E03A-4034-B56E-B8AEB49F4638}" dt="2025-06-01T23:43:53.287" v="216"/>
          <ac:inkMkLst>
            <pc:docMk/>
            <pc:sldMk cId="4095907434" sldId="314"/>
            <ac:inkMk id="5" creationId="{B527B6C4-26D9-E352-A992-DC027E0AEE8C}"/>
          </ac:inkMkLst>
        </pc:inkChg>
        <pc:inkChg chg="add mod">
          <ac:chgData name="Leônidas Müller de Oliveira" userId="5af9566427f0cd7a" providerId="LiveId" clId="{EE2B610A-E03A-4034-B56E-B8AEB49F4638}" dt="2025-06-01T23:43:53.287" v="216"/>
          <ac:inkMkLst>
            <pc:docMk/>
            <pc:sldMk cId="4095907434" sldId="314"/>
            <ac:inkMk id="6" creationId="{8A79AFBA-E3B9-A71F-1326-8859B6A68890}"/>
          </ac:inkMkLst>
        </pc:inkChg>
        <pc:inkChg chg="add">
          <ac:chgData name="Leônidas Müller de Oliveira" userId="5af9566427f0cd7a" providerId="LiveId" clId="{EE2B610A-E03A-4034-B56E-B8AEB49F4638}" dt="2025-06-01T23:43:53.873" v="217" actId="9405"/>
          <ac:inkMkLst>
            <pc:docMk/>
            <pc:sldMk cId="4095907434" sldId="314"/>
            <ac:inkMk id="8" creationId="{C429626B-8890-2109-A538-82A3E553D200}"/>
          </ac:inkMkLst>
        </pc:inkChg>
        <pc:inkChg chg="add">
          <ac:chgData name="Leônidas Müller de Oliveira" userId="5af9566427f0cd7a" providerId="LiveId" clId="{EE2B610A-E03A-4034-B56E-B8AEB49F4638}" dt="2025-06-01T23:43:56.514" v="218" actId="9405"/>
          <ac:inkMkLst>
            <pc:docMk/>
            <pc:sldMk cId="4095907434" sldId="314"/>
            <ac:inkMk id="11" creationId="{F313D5DD-4A8F-EF4E-2722-38ECDB183B6A}"/>
          </ac:inkMkLst>
        </pc:inkChg>
      </pc:sldChg>
      <pc:sldChg chg="addSp delSp modSp add mod ord">
        <pc:chgData name="Leônidas Müller de Oliveira" userId="5af9566427f0cd7a" providerId="LiveId" clId="{EE2B610A-E03A-4034-B56E-B8AEB49F4638}" dt="2025-06-02T00:17:14.572" v="348" actId="1076"/>
        <pc:sldMkLst>
          <pc:docMk/>
          <pc:sldMk cId="2815929857" sldId="315"/>
        </pc:sldMkLst>
        <pc:spChg chg="del">
          <ac:chgData name="Leônidas Müller de Oliveira" userId="5af9566427f0cd7a" providerId="LiveId" clId="{EE2B610A-E03A-4034-B56E-B8AEB49F4638}" dt="2025-06-02T00:17:07.621" v="333" actId="478"/>
          <ac:spMkLst>
            <pc:docMk/>
            <pc:sldMk cId="2815929857" sldId="315"/>
            <ac:spMk id="4" creationId="{C2B60A26-5F47-D749-D2A6-79C41BD0E30E}"/>
          </ac:spMkLst>
        </pc:spChg>
        <pc:spChg chg="del">
          <ac:chgData name="Leônidas Müller de Oliveira" userId="5af9566427f0cd7a" providerId="LiveId" clId="{EE2B610A-E03A-4034-B56E-B8AEB49F4638}" dt="2025-06-02T00:17:08.989" v="334" actId="478"/>
          <ac:spMkLst>
            <pc:docMk/>
            <pc:sldMk cId="2815929857" sldId="315"/>
            <ac:spMk id="9" creationId="{9C81958B-AE4B-43C9-BC2C-2CBADE7FE55A}"/>
          </ac:spMkLst>
        </pc:spChg>
        <pc:spChg chg="mod">
          <ac:chgData name="Leônidas Müller de Oliveira" userId="5af9566427f0cd7a" providerId="LiveId" clId="{EE2B610A-E03A-4034-B56E-B8AEB49F4638}" dt="2025-06-02T00:17:12.993" v="347" actId="20577"/>
          <ac:spMkLst>
            <pc:docMk/>
            <pc:sldMk cId="2815929857" sldId="315"/>
            <ac:spMk id="10" creationId="{D7001BA3-CB80-4627-9BF8-F969EC7D3809}"/>
          </ac:spMkLst>
        </pc:spChg>
        <pc:picChg chg="del">
          <ac:chgData name="Leônidas Müller de Oliveira" userId="5af9566427f0cd7a" providerId="LiveId" clId="{EE2B610A-E03A-4034-B56E-B8AEB49F4638}" dt="2025-06-02T00:17:02.034" v="329" actId="478"/>
          <ac:picMkLst>
            <pc:docMk/>
            <pc:sldMk cId="2815929857" sldId="315"/>
            <ac:picMk id="3" creationId="{2E755BA1-DED1-6488-ACDC-6BA7309BEA0B}"/>
          </ac:picMkLst>
        </pc:picChg>
        <pc:picChg chg="add mod">
          <ac:chgData name="Leônidas Müller de Oliveira" userId="5af9566427f0cd7a" providerId="LiveId" clId="{EE2B610A-E03A-4034-B56E-B8AEB49F4638}" dt="2025-06-02T00:17:14.572" v="348" actId="1076"/>
          <ac:picMkLst>
            <pc:docMk/>
            <pc:sldMk cId="2815929857" sldId="315"/>
            <ac:picMk id="5" creationId="{3D43D28D-14EA-8AAC-F879-14C46C919579}"/>
          </ac:picMkLst>
        </pc:picChg>
      </pc:sldChg>
      <pc:sldChg chg="addSp delSp modSp add del mod">
        <pc:chgData name="Leônidas Müller de Oliveira" userId="5af9566427f0cd7a" providerId="LiveId" clId="{EE2B610A-E03A-4034-B56E-B8AEB49F4638}" dt="2025-06-06T17:15:27.921" v="416" actId="47"/>
        <pc:sldMkLst>
          <pc:docMk/>
          <pc:sldMk cId="3650989293" sldId="316"/>
        </pc:sldMkLst>
        <pc:grpChg chg="del mod">
          <ac:chgData name="Leônidas Müller de Oliveira" userId="5af9566427f0cd7a" providerId="LiveId" clId="{EE2B610A-E03A-4034-B56E-B8AEB49F4638}" dt="2025-06-02T00:17:38.482" v="357"/>
          <ac:grpSpMkLst>
            <pc:docMk/>
            <pc:sldMk cId="3650989293" sldId="316"/>
            <ac:grpSpMk id="8" creationId="{0071D1F4-8447-8FF5-B0EA-12BBBB9E28F6}"/>
          </ac:grpSpMkLst>
        </pc:grpChg>
        <pc:grpChg chg="del mod">
          <ac:chgData name="Leônidas Müller de Oliveira" userId="5af9566427f0cd7a" providerId="LiveId" clId="{EE2B610A-E03A-4034-B56E-B8AEB49F4638}" dt="2025-06-02T00:17:45.945" v="366"/>
          <ac:grpSpMkLst>
            <pc:docMk/>
            <pc:sldMk cId="3650989293" sldId="316"/>
            <ac:grpSpMk id="11" creationId="{087324A0-EE19-5828-9721-D8012DF13CFE}"/>
          </ac:grpSpMkLst>
        </pc:grpChg>
        <pc:grpChg chg="del mod">
          <ac:chgData name="Leônidas Müller de Oliveira" userId="5af9566427f0cd7a" providerId="LiveId" clId="{EE2B610A-E03A-4034-B56E-B8AEB49F4638}" dt="2025-06-02T00:17:50.009" v="368"/>
          <ac:grpSpMkLst>
            <pc:docMk/>
            <pc:sldMk cId="3650989293" sldId="316"/>
            <ac:grpSpMk id="20" creationId="{C7F3E1DC-421E-103D-DF41-CA94B394A086}"/>
          </ac:grpSpMkLst>
        </pc:grpChg>
        <pc:grpChg chg="mod">
          <ac:chgData name="Leônidas Müller de Oliveira" userId="5af9566427f0cd7a" providerId="LiveId" clId="{EE2B610A-E03A-4034-B56E-B8AEB49F4638}" dt="2025-06-02T00:17:50.009" v="368"/>
          <ac:grpSpMkLst>
            <pc:docMk/>
            <pc:sldMk cId="3650989293" sldId="316"/>
            <ac:grpSpMk id="22" creationId="{6AE1B8C2-3ACA-338E-0596-0BDB98519058}"/>
          </ac:grpSpMkLst>
        </pc:grpChg>
        <pc:inkChg chg="add">
          <ac:chgData name="Leônidas Müller de Oliveira" userId="5af9566427f0cd7a" providerId="LiveId" clId="{EE2B610A-E03A-4034-B56E-B8AEB49F4638}" dt="2025-06-02T00:17:22.829" v="350" actId="9405"/>
          <ac:inkMkLst>
            <pc:docMk/>
            <pc:sldMk cId="3650989293" sldId="316"/>
            <ac:inkMk id="2" creationId="{E8603EDD-3D9A-2243-E61E-5A09376B3AA3}"/>
          </ac:inkMkLst>
        </pc:inkChg>
        <pc:inkChg chg="add">
          <ac:chgData name="Leônidas Müller de Oliveira" userId="5af9566427f0cd7a" providerId="LiveId" clId="{EE2B610A-E03A-4034-B56E-B8AEB49F4638}" dt="2025-06-02T00:17:26.358" v="351" actId="9405"/>
          <ac:inkMkLst>
            <pc:docMk/>
            <pc:sldMk cId="3650989293" sldId="316"/>
            <ac:inkMk id="3" creationId="{3791F9F4-14D4-BE54-22D1-AF789E9EBD4B}"/>
          </ac:inkMkLst>
        </pc:inkChg>
        <pc:inkChg chg="add mod">
          <ac:chgData name="Leônidas Müller de Oliveira" userId="5af9566427f0cd7a" providerId="LiveId" clId="{EE2B610A-E03A-4034-B56E-B8AEB49F4638}" dt="2025-06-02T00:17:50.009" v="368"/>
          <ac:inkMkLst>
            <pc:docMk/>
            <pc:sldMk cId="3650989293" sldId="316"/>
            <ac:inkMk id="4" creationId="{36DEF3D7-3BD2-F72D-70ED-819C8B5FC84F}"/>
          </ac:inkMkLst>
        </pc:inkChg>
        <pc:inkChg chg="add mod">
          <ac:chgData name="Leônidas Müller de Oliveira" userId="5af9566427f0cd7a" providerId="LiveId" clId="{EE2B610A-E03A-4034-B56E-B8AEB49F4638}" dt="2025-06-02T00:17:50.009" v="368"/>
          <ac:inkMkLst>
            <pc:docMk/>
            <pc:sldMk cId="3650989293" sldId="316"/>
            <ac:inkMk id="6" creationId="{866A16CF-917F-E6B0-B5B1-5E306D2C378D}"/>
          </ac:inkMkLst>
        </pc:inkChg>
        <pc:inkChg chg="add mod">
          <ac:chgData name="Leônidas Müller de Oliveira" userId="5af9566427f0cd7a" providerId="LiveId" clId="{EE2B610A-E03A-4034-B56E-B8AEB49F4638}" dt="2025-06-02T00:17:50.009" v="368"/>
          <ac:inkMkLst>
            <pc:docMk/>
            <pc:sldMk cId="3650989293" sldId="316"/>
            <ac:inkMk id="7" creationId="{6FA5B6AA-1EF3-B6E0-AFA5-44A6E100DC56}"/>
          </ac:inkMkLst>
        </pc:inkChg>
        <pc:inkChg chg="add mod">
          <ac:chgData name="Leônidas Müller de Oliveira" userId="5af9566427f0cd7a" providerId="LiveId" clId="{EE2B610A-E03A-4034-B56E-B8AEB49F4638}" dt="2025-06-02T00:17:50.009" v="368"/>
          <ac:inkMkLst>
            <pc:docMk/>
            <pc:sldMk cId="3650989293" sldId="316"/>
            <ac:inkMk id="9" creationId="{FC087C28-0F3F-B478-B6B3-7CC97EA61BAA}"/>
          </ac:inkMkLst>
        </pc:inkChg>
        <pc:inkChg chg="add mod">
          <ac:chgData name="Leônidas Müller de Oliveira" userId="5af9566427f0cd7a" providerId="LiveId" clId="{EE2B610A-E03A-4034-B56E-B8AEB49F4638}" dt="2025-06-02T00:17:50.009" v="368"/>
          <ac:inkMkLst>
            <pc:docMk/>
            <pc:sldMk cId="3650989293" sldId="316"/>
            <ac:inkMk id="12" creationId="{46908083-15B8-BBC4-A6CE-4BAF91C64C42}"/>
          </ac:inkMkLst>
        </pc:inkChg>
        <pc:inkChg chg="add mod">
          <ac:chgData name="Leônidas Müller de Oliveira" userId="5af9566427f0cd7a" providerId="LiveId" clId="{EE2B610A-E03A-4034-B56E-B8AEB49F4638}" dt="2025-06-02T00:17:50.009" v="368"/>
          <ac:inkMkLst>
            <pc:docMk/>
            <pc:sldMk cId="3650989293" sldId="316"/>
            <ac:inkMk id="13" creationId="{8F78063C-7007-0CBD-29CF-5AD73C4010C0}"/>
          </ac:inkMkLst>
        </pc:inkChg>
        <pc:inkChg chg="add mod">
          <ac:chgData name="Leônidas Müller de Oliveira" userId="5af9566427f0cd7a" providerId="LiveId" clId="{EE2B610A-E03A-4034-B56E-B8AEB49F4638}" dt="2025-06-02T00:17:50.009" v="368"/>
          <ac:inkMkLst>
            <pc:docMk/>
            <pc:sldMk cId="3650989293" sldId="316"/>
            <ac:inkMk id="14" creationId="{920C62FB-8A8D-3706-48AB-09B2BCCA6444}"/>
          </ac:inkMkLst>
        </pc:inkChg>
        <pc:inkChg chg="add mod">
          <ac:chgData name="Leônidas Müller de Oliveira" userId="5af9566427f0cd7a" providerId="LiveId" clId="{EE2B610A-E03A-4034-B56E-B8AEB49F4638}" dt="2025-06-02T00:17:50.009" v="368"/>
          <ac:inkMkLst>
            <pc:docMk/>
            <pc:sldMk cId="3650989293" sldId="316"/>
            <ac:inkMk id="15" creationId="{D62CB77C-F212-E71D-04ED-678B1B1AB42E}"/>
          </ac:inkMkLst>
        </pc:inkChg>
        <pc:inkChg chg="add mod">
          <ac:chgData name="Leônidas Müller de Oliveira" userId="5af9566427f0cd7a" providerId="LiveId" clId="{EE2B610A-E03A-4034-B56E-B8AEB49F4638}" dt="2025-06-02T00:17:50.009" v="368"/>
          <ac:inkMkLst>
            <pc:docMk/>
            <pc:sldMk cId="3650989293" sldId="316"/>
            <ac:inkMk id="16" creationId="{851E4A4E-B15C-9EBC-0F3C-D30A1384E06A}"/>
          </ac:inkMkLst>
        </pc:inkChg>
        <pc:inkChg chg="add mod">
          <ac:chgData name="Leônidas Müller de Oliveira" userId="5af9566427f0cd7a" providerId="LiveId" clId="{EE2B610A-E03A-4034-B56E-B8AEB49F4638}" dt="2025-06-02T00:17:50.009" v="368"/>
          <ac:inkMkLst>
            <pc:docMk/>
            <pc:sldMk cId="3650989293" sldId="316"/>
            <ac:inkMk id="17" creationId="{C4B47A1D-9E90-B53F-0AA2-6E2FEE6C5681}"/>
          </ac:inkMkLst>
        </pc:inkChg>
        <pc:inkChg chg="add mod">
          <ac:chgData name="Leônidas Müller de Oliveira" userId="5af9566427f0cd7a" providerId="LiveId" clId="{EE2B610A-E03A-4034-B56E-B8AEB49F4638}" dt="2025-06-02T00:17:50.009" v="368"/>
          <ac:inkMkLst>
            <pc:docMk/>
            <pc:sldMk cId="3650989293" sldId="316"/>
            <ac:inkMk id="18" creationId="{D6F280A8-68EC-4650-C839-B4308E214724}"/>
          </ac:inkMkLst>
        </pc:inkChg>
        <pc:inkChg chg="add mod">
          <ac:chgData name="Leônidas Müller de Oliveira" userId="5af9566427f0cd7a" providerId="LiveId" clId="{EE2B610A-E03A-4034-B56E-B8AEB49F4638}" dt="2025-06-02T00:17:50.009" v="368"/>
          <ac:inkMkLst>
            <pc:docMk/>
            <pc:sldMk cId="3650989293" sldId="316"/>
            <ac:inkMk id="19" creationId="{50980987-3CC9-E9D8-FAEF-061CC5E27E5C}"/>
          </ac:inkMkLst>
        </pc:inkChg>
        <pc:inkChg chg="add mod">
          <ac:chgData name="Leônidas Müller de Oliveira" userId="5af9566427f0cd7a" providerId="LiveId" clId="{EE2B610A-E03A-4034-B56E-B8AEB49F4638}" dt="2025-06-02T00:17:50.009" v="368"/>
          <ac:inkMkLst>
            <pc:docMk/>
            <pc:sldMk cId="3650989293" sldId="316"/>
            <ac:inkMk id="21" creationId="{BCC5723A-5A1E-98A2-651A-8F8FB741F3E8}"/>
          </ac:inkMkLst>
        </pc:inkChg>
      </pc:sldChg>
      <pc:sldChg chg="addSp delSp modSp add mod ord">
        <pc:chgData name="Leônidas Müller de Oliveira" userId="5af9566427f0cd7a" providerId="LiveId" clId="{EE2B610A-E03A-4034-B56E-B8AEB49F4638}" dt="2025-06-02T00:20:11.118" v="377" actId="14100"/>
        <pc:sldMkLst>
          <pc:docMk/>
          <pc:sldMk cId="2096640062" sldId="317"/>
        </pc:sldMkLst>
        <pc:picChg chg="add mod">
          <ac:chgData name="Leônidas Müller de Oliveira" userId="5af9566427f0cd7a" providerId="LiveId" clId="{EE2B610A-E03A-4034-B56E-B8AEB49F4638}" dt="2025-06-02T00:20:11.118" v="377" actId="14100"/>
          <ac:picMkLst>
            <pc:docMk/>
            <pc:sldMk cId="2096640062" sldId="317"/>
            <ac:picMk id="3" creationId="{6306E797-F033-A5E2-A272-036F5449876A}"/>
          </ac:picMkLst>
        </pc:picChg>
        <pc:picChg chg="del">
          <ac:chgData name="Leônidas Müller de Oliveira" userId="5af9566427f0cd7a" providerId="LiveId" clId="{EE2B610A-E03A-4034-B56E-B8AEB49F4638}" dt="2025-06-02T00:20:04.810" v="372" actId="478"/>
          <ac:picMkLst>
            <pc:docMk/>
            <pc:sldMk cId="2096640062" sldId="317"/>
            <ac:picMk id="5" creationId="{3D43D28D-14EA-8AAC-F879-14C46C919579}"/>
          </ac:picMkLst>
        </pc:picChg>
      </pc:sldChg>
      <pc:sldChg chg="addSp delSp modSp add mod">
        <pc:chgData name="Leônidas Müller de Oliveira" userId="5af9566427f0cd7a" providerId="LiveId" clId="{EE2B610A-E03A-4034-B56E-B8AEB49F4638}" dt="2025-06-02T00:21:23.597" v="394" actId="14100"/>
        <pc:sldMkLst>
          <pc:docMk/>
          <pc:sldMk cId="2191011024" sldId="318"/>
        </pc:sldMkLst>
        <pc:spChg chg="mod">
          <ac:chgData name="Leônidas Müller de Oliveira" userId="5af9566427f0cd7a" providerId="LiveId" clId="{EE2B610A-E03A-4034-B56E-B8AEB49F4638}" dt="2025-06-02T00:21:23.597" v="394" actId="14100"/>
          <ac:spMkLst>
            <pc:docMk/>
            <pc:sldMk cId="2191011024" sldId="318"/>
            <ac:spMk id="9" creationId="{9C81958B-AE4B-43C9-BC2C-2CBADE7FE55A}"/>
          </ac:spMkLst>
        </pc:spChg>
        <pc:picChg chg="add del mod">
          <ac:chgData name="Leônidas Müller de Oliveira" userId="5af9566427f0cd7a" providerId="LiveId" clId="{EE2B610A-E03A-4034-B56E-B8AEB49F4638}" dt="2025-06-02T00:21:05.828" v="391" actId="1076"/>
          <ac:picMkLst>
            <pc:docMk/>
            <pc:sldMk cId="2191011024" sldId="318"/>
            <ac:picMk id="3" creationId="{14ED13D8-A038-942A-DDA9-18C5C98168D8}"/>
          </ac:picMkLst>
        </pc:picChg>
        <pc:picChg chg="add del">
          <ac:chgData name="Leônidas Müller de Oliveira" userId="5af9566427f0cd7a" providerId="LiveId" clId="{EE2B610A-E03A-4034-B56E-B8AEB49F4638}" dt="2025-06-02T00:20:54.300" v="381" actId="22"/>
          <ac:picMkLst>
            <pc:docMk/>
            <pc:sldMk cId="2191011024" sldId="318"/>
            <ac:picMk id="5" creationId="{4350AAF4-F2A2-615F-5E84-86C18B230586}"/>
          </ac:picMkLst>
        </pc:picChg>
        <pc:picChg chg="add mod">
          <ac:chgData name="Leônidas Müller de Oliveira" userId="5af9566427f0cd7a" providerId="LiveId" clId="{EE2B610A-E03A-4034-B56E-B8AEB49F4638}" dt="2025-06-02T00:21:10.315" v="393" actId="14100"/>
          <ac:picMkLst>
            <pc:docMk/>
            <pc:sldMk cId="2191011024" sldId="318"/>
            <ac:picMk id="7" creationId="{19C7C29C-741C-A58F-427F-4B2087F6C523}"/>
          </ac:picMkLst>
        </pc:picChg>
      </pc:sldChg>
      <pc:sldChg chg="addSp delSp modSp add mod">
        <pc:chgData name="Leônidas Müller de Oliveira" userId="5af9566427f0cd7a" providerId="LiveId" clId="{EE2B610A-E03A-4034-B56E-B8AEB49F4638}" dt="2025-06-02T00:24:09.458" v="409" actId="1076"/>
        <pc:sldMkLst>
          <pc:docMk/>
          <pc:sldMk cId="796782890" sldId="319"/>
        </pc:sldMkLst>
        <pc:picChg chg="del">
          <ac:chgData name="Leônidas Müller de Oliveira" userId="5af9566427f0cd7a" providerId="LiveId" clId="{EE2B610A-E03A-4034-B56E-B8AEB49F4638}" dt="2025-06-02T00:22:34.019" v="396" actId="478"/>
          <ac:picMkLst>
            <pc:docMk/>
            <pc:sldMk cId="796782890" sldId="319"/>
            <ac:picMk id="3" creationId="{6306E797-F033-A5E2-A272-036F5449876A}"/>
          </ac:picMkLst>
        </pc:picChg>
        <pc:picChg chg="add del mod">
          <ac:chgData name="Leônidas Müller de Oliveira" userId="5af9566427f0cd7a" providerId="LiveId" clId="{EE2B610A-E03A-4034-B56E-B8AEB49F4638}" dt="2025-06-02T00:24:06.081" v="406" actId="478"/>
          <ac:picMkLst>
            <pc:docMk/>
            <pc:sldMk cId="796782890" sldId="319"/>
            <ac:picMk id="4" creationId="{A022ACC3-556A-C954-6C71-2F8634EFB09A}"/>
          </ac:picMkLst>
        </pc:picChg>
        <pc:picChg chg="add mod">
          <ac:chgData name="Leônidas Müller de Oliveira" userId="5af9566427f0cd7a" providerId="LiveId" clId="{EE2B610A-E03A-4034-B56E-B8AEB49F4638}" dt="2025-06-02T00:24:09.458" v="409" actId="1076"/>
          <ac:picMkLst>
            <pc:docMk/>
            <pc:sldMk cId="796782890" sldId="319"/>
            <ac:picMk id="7" creationId="{4C2EE0BE-D60B-7C9A-727C-7D234B9B1AB7}"/>
          </ac:picMkLst>
        </pc:picChg>
        <pc:inkChg chg="add del">
          <ac:chgData name="Leônidas Müller de Oliveira" userId="5af9566427f0cd7a" providerId="LiveId" clId="{EE2B610A-E03A-4034-B56E-B8AEB49F4638}" dt="2025-06-02T00:24:03.501" v="405" actId="478"/>
          <ac:inkMkLst>
            <pc:docMk/>
            <pc:sldMk cId="796782890" sldId="319"/>
            <ac:inkMk id="5" creationId="{ABAAEB4A-8DA0-ECC4-B13C-536188275219}"/>
          </ac:inkMkLst>
        </pc:inkChg>
      </pc:sldChg>
      <pc:sldChg chg="addSp add del mod">
        <pc:chgData name="Leônidas Müller de Oliveira" userId="5af9566427f0cd7a" providerId="LiveId" clId="{EE2B610A-E03A-4034-B56E-B8AEB49F4638}" dt="2025-06-06T17:15:33.323" v="417" actId="47"/>
        <pc:sldMkLst>
          <pc:docMk/>
          <pc:sldMk cId="1166133239" sldId="320"/>
        </pc:sldMkLst>
        <pc:inkChg chg="add">
          <ac:chgData name="Leônidas Müller de Oliveira" userId="5af9566427f0cd7a" providerId="LiveId" clId="{EE2B610A-E03A-4034-B56E-B8AEB49F4638}" dt="2025-06-02T00:22:46.057" v="402" actId="9405"/>
          <ac:inkMkLst>
            <pc:docMk/>
            <pc:sldMk cId="1166133239" sldId="320"/>
            <ac:inkMk id="2" creationId="{F6DC8120-0D37-BC05-92D3-4BE78B51531F}"/>
          </ac:inkMkLst>
        </pc:inkChg>
      </pc:sldChg>
      <pc:sldChg chg="add">
        <pc:chgData name="Leônidas Müller de Oliveira" userId="5af9566427f0cd7a" providerId="LiveId" clId="{EE2B610A-E03A-4034-B56E-B8AEB49F4638}" dt="2025-06-02T00:23:58.614" v="403" actId="2890"/>
        <pc:sldMkLst>
          <pc:docMk/>
          <pc:sldMk cId="2181846786" sldId="321"/>
        </pc:sldMkLst>
      </pc:sldChg>
    </pc:docChg>
  </pc:docChgLst>
  <pc:docChgLst>
    <pc:chgData name="Leônidas Müller de Oliveira" userId="5af9566427f0cd7a" providerId="LiveId" clId="{F94B9D56-2B52-4E30-B4B5-0F58CBE2FBF9}"/>
    <pc:docChg chg="undo custSel addSld delSld modSld sldOrd">
      <pc:chgData name="Leônidas Müller de Oliveira" userId="5af9566427f0cd7a" providerId="LiveId" clId="{F94B9D56-2B52-4E30-B4B5-0F58CBE2FBF9}" dt="2021-02-18T15:12:14.743" v="850" actId="1076"/>
      <pc:docMkLst>
        <pc:docMk/>
      </pc:docMkLst>
      <pc:sldChg chg="modSp mod">
        <pc:chgData name="Leônidas Müller de Oliveira" userId="5af9566427f0cd7a" providerId="LiveId" clId="{F94B9D56-2B52-4E30-B4B5-0F58CBE2FBF9}" dt="2021-02-18T15:05:39.964" v="743" actId="20577"/>
        <pc:sldMkLst>
          <pc:docMk/>
          <pc:sldMk cId="0" sldId="257"/>
        </pc:sldMkLst>
        <pc:spChg chg="mod">
          <ac:chgData name="Leônidas Müller de Oliveira" userId="5af9566427f0cd7a" providerId="LiveId" clId="{F94B9D56-2B52-4E30-B4B5-0F58CBE2FBF9}" dt="2021-02-17T19:41:59.696" v="43" actId="20577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F94B9D56-2B52-4E30-B4B5-0F58CBE2FBF9}" dt="2021-02-18T15:05:39.964" v="743" actId="20577"/>
          <ac:spMkLst>
            <pc:docMk/>
            <pc:sldMk cId="0" sldId="257"/>
            <ac:spMk id="67" creationId="{00000000-0000-0000-0000-000000000000}"/>
          </ac:spMkLst>
        </pc:spChg>
      </pc:sldChg>
      <pc:sldChg chg="modSp mod">
        <pc:chgData name="Leônidas Müller de Oliveira" userId="5af9566427f0cd7a" providerId="LiveId" clId="{F94B9D56-2B52-4E30-B4B5-0F58CBE2FBF9}" dt="2021-02-18T15:12:01.860" v="849" actId="1076"/>
        <pc:sldMkLst>
          <pc:docMk/>
          <pc:sldMk cId="0" sldId="262"/>
        </pc:sldMkLst>
        <pc:spChg chg="mod">
          <ac:chgData name="Leônidas Müller de Oliveira" userId="5af9566427f0cd7a" providerId="LiveId" clId="{F94B9D56-2B52-4E30-B4B5-0F58CBE2FBF9}" dt="2021-02-17T19:52:09.948" v="351" actId="14100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F94B9D56-2B52-4E30-B4B5-0F58CBE2FBF9}" dt="2021-02-18T15:12:01.860" v="849" actId="1076"/>
          <ac:spMkLst>
            <pc:docMk/>
            <pc:sldMk cId="0" sldId="262"/>
            <ac:spMk id="143" creationId="{00000000-0000-0000-0000-000000000000}"/>
          </ac:spMkLst>
        </pc:spChg>
      </pc:sldChg>
      <pc:sldChg chg="del">
        <pc:chgData name="Leônidas Müller de Oliveira" userId="5af9566427f0cd7a" providerId="LiveId" clId="{F94B9D56-2B52-4E30-B4B5-0F58CBE2FBF9}" dt="2021-02-17T19:51:46.911" v="323" actId="47"/>
        <pc:sldMkLst>
          <pc:docMk/>
          <pc:sldMk cId="0" sldId="264"/>
        </pc:sldMkLst>
      </pc:sldChg>
      <pc:sldChg chg="addSp delSp modSp add mod ord">
        <pc:chgData name="Leônidas Müller de Oliveira" userId="5af9566427f0cd7a" providerId="LiveId" clId="{F94B9D56-2B52-4E30-B4B5-0F58CBE2FBF9}" dt="2021-02-18T15:12:14.743" v="850" actId="1076"/>
        <pc:sldMkLst>
          <pc:docMk/>
          <pc:sldMk cId="3187776213" sldId="282"/>
        </pc:sldMkLst>
        <pc:spChg chg="add mod">
          <ac:chgData name="Leônidas Müller de Oliveira" userId="5af9566427f0cd7a" providerId="LiveId" clId="{F94B9D56-2B52-4E30-B4B5-0F58CBE2FBF9}" dt="2021-02-18T14:58:12.389" v="491" actId="20577"/>
          <ac:spMkLst>
            <pc:docMk/>
            <pc:sldMk cId="3187776213" sldId="282"/>
            <ac:spMk id="7" creationId="{FD65234F-CE76-4586-9D67-44EDBAE0C0F0}"/>
          </ac:spMkLst>
        </pc:spChg>
        <pc:spChg chg="add mod">
          <ac:chgData name="Leônidas Müller de Oliveira" userId="5af9566427f0cd7a" providerId="LiveId" clId="{F94B9D56-2B52-4E30-B4B5-0F58CBE2FBF9}" dt="2021-02-18T15:05:19.193" v="722" actId="20577"/>
          <ac:spMkLst>
            <pc:docMk/>
            <pc:sldMk cId="3187776213" sldId="282"/>
            <ac:spMk id="8" creationId="{62CAAAAD-2D0D-416A-A598-DBBFD5C0667F}"/>
          </ac:spMkLst>
        </pc:spChg>
        <pc:spChg chg="add mod">
          <ac:chgData name="Leônidas Müller de Oliveira" userId="5af9566427f0cd7a" providerId="LiveId" clId="{F94B9D56-2B52-4E30-B4B5-0F58CBE2FBF9}" dt="2021-02-18T15:10:36.158" v="847" actId="1076"/>
          <ac:spMkLst>
            <pc:docMk/>
            <pc:sldMk cId="3187776213" sldId="282"/>
            <ac:spMk id="9" creationId="{9C81958B-AE4B-43C9-BC2C-2CBADE7FE55A}"/>
          </ac:spMkLst>
        </pc:spChg>
        <pc:spChg chg="mod">
          <ac:chgData name="Leônidas Müller de Oliveira" userId="5af9566427f0cd7a" providerId="LiveId" clId="{F94B9D56-2B52-4E30-B4B5-0F58CBE2FBF9}" dt="2021-02-18T14:56:55.333" v="402" actId="20577"/>
          <ac:spMkLst>
            <pc:docMk/>
            <pc:sldMk cId="3187776213" sldId="282"/>
            <ac:spMk id="141" creationId="{00000000-0000-0000-0000-000000000000}"/>
          </ac:spMkLst>
        </pc:spChg>
        <pc:spChg chg="del mod">
          <ac:chgData name="Leônidas Müller de Oliveira" userId="5af9566427f0cd7a" providerId="LiveId" clId="{F94B9D56-2B52-4E30-B4B5-0F58CBE2FBF9}" dt="2021-02-18T14:57:09.472" v="406" actId="478"/>
          <ac:spMkLst>
            <pc:docMk/>
            <pc:sldMk cId="3187776213" sldId="282"/>
            <ac:spMk id="142" creationId="{00000000-0000-0000-0000-000000000000}"/>
          </ac:spMkLst>
        </pc:spChg>
        <pc:spChg chg="mod">
          <ac:chgData name="Leônidas Müller de Oliveira" userId="5af9566427f0cd7a" providerId="LiveId" clId="{F94B9D56-2B52-4E30-B4B5-0F58CBE2FBF9}" dt="2021-02-18T15:12:14.743" v="850" actId="1076"/>
          <ac:spMkLst>
            <pc:docMk/>
            <pc:sldMk cId="3187776213" sldId="282"/>
            <ac:spMk id="143" creationId="{00000000-0000-0000-0000-000000000000}"/>
          </ac:spMkLst>
        </pc:spChg>
        <pc:graphicFrameChg chg="add del mod">
          <ac:chgData name="Leônidas Müller de Oliveira" userId="5af9566427f0cd7a" providerId="LiveId" clId="{F94B9D56-2B52-4E30-B4B5-0F58CBE2FBF9}" dt="2021-02-18T14:57:43.022" v="408"/>
          <ac:graphicFrameMkLst>
            <pc:docMk/>
            <pc:sldMk cId="3187776213" sldId="282"/>
            <ac:graphicFrameMk id="2" creationId="{B80F1164-C1AC-4C70-9417-CB100EADF64D}"/>
          </ac:graphicFrameMkLst>
        </pc:graphicFrameChg>
      </pc:sldChg>
    </pc:docChg>
  </pc:docChgLst>
  <pc:docChgLst>
    <pc:chgData name="Leônidas Müller de Oliveira" userId="5af9566427f0cd7a" providerId="LiveId" clId="{D9B1ECC0-900C-4F7F-A4A5-FFBA2A33C7A4}"/>
    <pc:docChg chg="undo custSel addSld delSld modSld sldOrd">
      <pc:chgData name="Leônidas Müller de Oliveira" userId="5af9566427f0cd7a" providerId="LiveId" clId="{D9B1ECC0-900C-4F7F-A4A5-FFBA2A33C7A4}" dt="2023-09-20T15:28:16.208" v="2764" actId="478"/>
      <pc:docMkLst>
        <pc:docMk/>
      </pc:docMkLst>
      <pc:sldChg chg="modSp mod">
        <pc:chgData name="Leônidas Müller de Oliveira" userId="5af9566427f0cd7a" providerId="LiveId" clId="{D9B1ECC0-900C-4F7F-A4A5-FFBA2A33C7A4}" dt="2023-09-20T14:16:48.791" v="2604" actId="1076"/>
        <pc:sldMkLst>
          <pc:docMk/>
          <pc:sldMk cId="0" sldId="257"/>
        </pc:sldMkLst>
        <pc:spChg chg="mod">
          <ac:chgData name="Leônidas Müller de Oliveira" userId="5af9566427f0cd7a" providerId="LiveId" clId="{D9B1ECC0-900C-4F7F-A4A5-FFBA2A33C7A4}" dt="2023-09-20T14:16:48.791" v="2604" actId="1076"/>
          <ac:spMkLst>
            <pc:docMk/>
            <pc:sldMk cId="0" sldId="257"/>
            <ac:spMk id="67" creationId="{00000000-0000-0000-0000-000000000000}"/>
          </ac:spMkLst>
        </pc:spChg>
      </pc:sldChg>
      <pc:sldChg chg="add del">
        <pc:chgData name="Leônidas Müller de Oliveira" userId="5af9566427f0cd7a" providerId="LiveId" clId="{D9B1ECC0-900C-4F7F-A4A5-FFBA2A33C7A4}" dt="2023-09-18T21:31:50.436" v="1016" actId="47"/>
        <pc:sldMkLst>
          <pc:docMk/>
          <pc:sldMk cId="0" sldId="281"/>
        </pc:sldMkLst>
      </pc:sldChg>
      <pc:sldChg chg="addSp delSp modSp mod ord">
        <pc:chgData name="Leônidas Müller de Oliveira" userId="5af9566427f0cd7a" providerId="LiveId" clId="{D9B1ECC0-900C-4F7F-A4A5-FFBA2A33C7A4}" dt="2023-09-18T20:19:48.802" v="506" actId="20577"/>
        <pc:sldMkLst>
          <pc:docMk/>
          <pc:sldMk cId="2510226186" sldId="285"/>
        </pc:sldMkLst>
        <pc:spChg chg="del">
          <ac:chgData name="Leônidas Müller de Oliveira" userId="5af9566427f0cd7a" providerId="LiveId" clId="{D9B1ECC0-900C-4F7F-A4A5-FFBA2A33C7A4}" dt="2023-09-18T20:19:38.103" v="493" actId="478"/>
          <ac:spMkLst>
            <pc:docMk/>
            <pc:sldMk cId="2510226186" sldId="285"/>
            <ac:spMk id="4" creationId="{C2B60A26-5F47-D749-D2A6-79C41BD0E30E}"/>
          </ac:spMkLst>
        </pc:spChg>
        <pc:spChg chg="mod">
          <ac:chgData name="Leônidas Müller de Oliveira" userId="5af9566427f0cd7a" providerId="LiveId" clId="{D9B1ECC0-900C-4F7F-A4A5-FFBA2A33C7A4}" dt="2023-09-18T20:19:48.802" v="506" actId="20577"/>
          <ac:spMkLst>
            <pc:docMk/>
            <pc:sldMk cId="2510226186" sldId="285"/>
            <ac:spMk id="5" creationId="{1F1E62DF-CCA3-7B6B-D901-1B4D87D6A803}"/>
          </ac:spMkLst>
        </pc:spChg>
        <pc:spChg chg="mod">
          <ac:chgData name="Leônidas Müller de Oliveira" userId="5af9566427f0cd7a" providerId="LiveId" clId="{D9B1ECC0-900C-4F7F-A4A5-FFBA2A33C7A4}" dt="2023-09-18T20:15:15.909" v="34" actId="20577"/>
          <ac:spMkLst>
            <pc:docMk/>
            <pc:sldMk cId="2510226186" sldId="285"/>
            <ac:spMk id="141" creationId="{00000000-0000-0000-0000-000000000000}"/>
          </ac:spMkLst>
        </pc:spChg>
        <pc:picChg chg="del">
          <ac:chgData name="Leônidas Müller de Oliveira" userId="5af9566427f0cd7a" providerId="LiveId" clId="{D9B1ECC0-900C-4F7F-A4A5-FFBA2A33C7A4}" dt="2023-09-18T20:19:33.232" v="490" actId="478"/>
          <ac:picMkLst>
            <pc:docMk/>
            <pc:sldMk cId="2510226186" sldId="285"/>
            <ac:picMk id="3" creationId="{C1F6EB5B-B9F9-666B-F26E-2A1FB05B83E9}"/>
          </ac:picMkLst>
        </pc:picChg>
        <pc:picChg chg="add mod">
          <ac:chgData name="Leônidas Müller de Oliveira" userId="5af9566427f0cd7a" providerId="LiveId" clId="{D9B1ECC0-900C-4F7F-A4A5-FFBA2A33C7A4}" dt="2023-09-18T20:19:35.487" v="492" actId="1076"/>
          <ac:picMkLst>
            <pc:docMk/>
            <pc:sldMk cId="2510226186" sldId="285"/>
            <ac:picMk id="6" creationId="{578EB542-9785-8CB1-6730-A98919D163F8}"/>
          </ac:picMkLst>
        </pc:picChg>
      </pc:sldChg>
      <pc:sldChg chg="add del">
        <pc:chgData name="Leônidas Müller de Oliveira" userId="5af9566427f0cd7a" providerId="LiveId" clId="{D9B1ECC0-900C-4F7F-A4A5-FFBA2A33C7A4}" dt="2023-09-18T21:31:54.832" v="1017" actId="47"/>
        <pc:sldMkLst>
          <pc:docMk/>
          <pc:sldMk cId="4004384132" sldId="286"/>
        </pc:sldMkLst>
      </pc:sldChg>
      <pc:sldChg chg="add del">
        <pc:chgData name="Leônidas Müller de Oliveira" userId="5af9566427f0cd7a" providerId="LiveId" clId="{D9B1ECC0-900C-4F7F-A4A5-FFBA2A33C7A4}" dt="2023-09-18T21:31:54.832" v="1017" actId="47"/>
        <pc:sldMkLst>
          <pc:docMk/>
          <pc:sldMk cId="1732858224" sldId="290"/>
        </pc:sldMkLst>
      </pc:sldChg>
      <pc:sldChg chg="add del">
        <pc:chgData name="Leônidas Müller de Oliveira" userId="5af9566427f0cd7a" providerId="LiveId" clId="{D9B1ECC0-900C-4F7F-A4A5-FFBA2A33C7A4}" dt="2023-09-18T21:31:54.832" v="1017" actId="47"/>
        <pc:sldMkLst>
          <pc:docMk/>
          <pc:sldMk cId="1307064886" sldId="291"/>
        </pc:sldMkLst>
      </pc:sldChg>
      <pc:sldChg chg="add del">
        <pc:chgData name="Leônidas Müller de Oliveira" userId="5af9566427f0cd7a" providerId="LiveId" clId="{D9B1ECC0-900C-4F7F-A4A5-FFBA2A33C7A4}" dt="2023-09-18T21:31:54.832" v="1017" actId="47"/>
        <pc:sldMkLst>
          <pc:docMk/>
          <pc:sldMk cId="88208473" sldId="292"/>
        </pc:sldMkLst>
      </pc:sldChg>
      <pc:sldChg chg="add del">
        <pc:chgData name="Leônidas Müller de Oliveira" userId="5af9566427f0cd7a" providerId="LiveId" clId="{D9B1ECC0-900C-4F7F-A4A5-FFBA2A33C7A4}" dt="2023-09-18T21:31:54.832" v="1017" actId="47"/>
        <pc:sldMkLst>
          <pc:docMk/>
          <pc:sldMk cId="775137276" sldId="293"/>
        </pc:sldMkLst>
      </pc:sldChg>
      <pc:sldChg chg="addSp delSp modSp mod ord">
        <pc:chgData name="Leônidas Müller de Oliveira" userId="5af9566427f0cd7a" providerId="LiveId" clId="{D9B1ECC0-900C-4F7F-A4A5-FFBA2A33C7A4}" dt="2023-09-18T21:32:50.830" v="1029"/>
        <pc:sldMkLst>
          <pc:docMk/>
          <pc:sldMk cId="2030117942" sldId="294"/>
        </pc:sldMkLst>
        <pc:spChg chg="mod">
          <ac:chgData name="Leônidas Müller de Oliveira" userId="5af9566427f0cd7a" providerId="LiveId" clId="{D9B1ECC0-900C-4F7F-A4A5-FFBA2A33C7A4}" dt="2023-09-18T21:32:44.176" v="1027" actId="12"/>
          <ac:spMkLst>
            <pc:docMk/>
            <pc:sldMk cId="2030117942" sldId="294"/>
            <ac:spMk id="4" creationId="{C2B60A26-5F47-D749-D2A6-79C41BD0E30E}"/>
          </ac:spMkLst>
        </pc:spChg>
        <pc:picChg chg="add mod">
          <ac:chgData name="Leônidas Müller de Oliveira" userId="5af9566427f0cd7a" providerId="LiveId" clId="{D9B1ECC0-900C-4F7F-A4A5-FFBA2A33C7A4}" dt="2023-09-18T21:32:35.631" v="1025" actId="1076"/>
          <ac:picMkLst>
            <pc:docMk/>
            <pc:sldMk cId="2030117942" sldId="294"/>
            <ac:picMk id="3" creationId="{14ED13D8-A038-942A-DDA9-18C5C98168D8}"/>
          </ac:picMkLst>
        </pc:picChg>
        <pc:picChg chg="del">
          <ac:chgData name="Leônidas Müller de Oliveira" userId="5af9566427f0cd7a" providerId="LiveId" clId="{D9B1ECC0-900C-4F7F-A4A5-FFBA2A33C7A4}" dt="2023-09-18T21:32:30.671" v="1021" actId="478"/>
          <ac:picMkLst>
            <pc:docMk/>
            <pc:sldMk cId="2030117942" sldId="294"/>
            <ac:picMk id="6" creationId="{D5BC4A5B-5A2F-7030-E9BC-B98A93AB691F}"/>
          </ac:picMkLst>
        </pc:picChg>
      </pc:sldChg>
      <pc:sldChg chg="delSp modSp mod ord">
        <pc:chgData name="Leônidas Müller de Oliveira" userId="5af9566427f0cd7a" providerId="LiveId" clId="{D9B1ECC0-900C-4F7F-A4A5-FFBA2A33C7A4}" dt="2023-09-20T15:28:16.208" v="2764" actId="478"/>
        <pc:sldMkLst>
          <pc:docMk/>
          <pc:sldMk cId="1101344340" sldId="295"/>
        </pc:sldMkLst>
        <pc:spChg chg="mod">
          <ac:chgData name="Leônidas Müller de Oliveira" userId="5af9566427f0cd7a" providerId="LiveId" clId="{D9B1ECC0-900C-4F7F-A4A5-FFBA2A33C7A4}" dt="2023-09-19T00:08:06.014" v="1441" actId="14100"/>
          <ac:spMkLst>
            <pc:docMk/>
            <pc:sldMk cId="1101344340" sldId="295"/>
            <ac:spMk id="2" creationId="{978CC923-CD11-DCB8-FDC1-9C9A7571C210}"/>
          </ac:spMkLst>
        </pc:spChg>
        <pc:spChg chg="del">
          <ac:chgData name="Leônidas Müller de Oliveira" userId="5af9566427f0cd7a" providerId="LiveId" clId="{D9B1ECC0-900C-4F7F-A4A5-FFBA2A33C7A4}" dt="2023-09-19T00:07:13.763" v="1413" actId="478"/>
          <ac:spMkLst>
            <pc:docMk/>
            <pc:sldMk cId="1101344340" sldId="295"/>
            <ac:spMk id="3" creationId="{E689789D-F1ED-AF7F-AC6F-4BBB1316631C}"/>
          </ac:spMkLst>
        </pc:spChg>
        <pc:spChg chg="del mod">
          <ac:chgData name="Leônidas Müller de Oliveira" userId="5af9566427f0cd7a" providerId="LiveId" clId="{D9B1ECC0-900C-4F7F-A4A5-FFBA2A33C7A4}" dt="2023-09-20T15:28:16.208" v="2764" actId="478"/>
          <ac:spMkLst>
            <pc:docMk/>
            <pc:sldMk cId="1101344340" sldId="295"/>
            <ac:spMk id="4" creationId="{C2B60A26-5F47-D749-D2A6-79C41BD0E30E}"/>
          </ac:spMkLst>
        </pc:spChg>
        <pc:spChg chg="mod">
          <ac:chgData name="Leônidas Müller de Oliveira" userId="5af9566427f0cd7a" providerId="LiveId" clId="{D9B1ECC0-900C-4F7F-A4A5-FFBA2A33C7A4}" dt="2023-09-19T00:07:08.103" v="1412" actId="20577"/>
          <ac:spMkLst>
            <pc:docMk/>
            <pc:sldMk cId="1101344340" sldId="295"/>
            <ac:spMk id="9" creationId="{9C81958B-AE4B-43C9-BC2C-2CBADE7FE55A}"/>
          </ac:spMkLst>
        </pc:spChg>
        <pc:spChg chg="mod">
          <ac:chgData name="Leônidas Müller de Oliveira" userId="5af9566427f0cd7a" providerId="LiveId" clId="{D9B1ECC0-900C-4F7F-A4A5-FFBA2A33C7A4}" dt="2023-09-18T23:58:24.500" v="1044" actId="20577"/>
          <ac:spMkLst>
            <pc:docMk/>
            <pc:sldMk cId="1101344340" sldId="295"/>
            <ac:spMk id="10" creationId="{D7001BA3-CB80-4627-9BF8-F969EC7D3809}"/>
          </ac:spMkLst>
        </pc:spChg>
      </pc:sldChg>
      <pc:sldChg chg="delSp modSp add del mod">
        <pc:chgData name="Leônidas Müller de Oliveira" userId="5af9566427f0cd7a" providerId="LiveId" clId="{D9B1ECC0-900C-4F7F-A4A5-FFBA2A33C7A4}" dt="2023-09-18T21:31:34.460" v="1011" actId="47"/>
        <pc:sldMkLst>
          <pc:docMk/>
          <pc:sldMk cId="225859215" sldId="296"/>
        </pc:sldMkLst>
        <pc:spChg chg="del">
          <ac:chgData name="Leônidas Müller de Oliveira" userId="5af9566427f0cd7a" providerId="LiveId" clId="{D9B1ECC0-900C-4F7F-A4A5-FFBA2A33C7A4}" dt="2023-09-18T20:15:26.179" v="45" actId="478"/>
          <ac:spMkLst>
            <pc:docMk/>
            <pc:sldMk cId="225859215" sldId="296"/>
            <ac:spMk id="2" creationId="{978CC923-CD11-DCB8-FDC1-9C9A7571C210}"/>
          </ac:spMkLst>
        </pc:spChg>
        <pc:spChg chg="del">
          <ac:chgData name="Leônidas Müller de Oliveira" userId="5af9566427f0cd7a" providerId="LiveId" clId="{D9B1ECC0-900C-4F7F-A4A5-FFBA2A33C7A4}" dt="2023-09-18T20:17:10.779" v="390" actId="478"/>
          <ac:spMkLst>
            <pc:docMk/>
            <pc:sldMk cId="225859215" sldId="296"/>
            <ac:spMk id="3" creationId="{E689789D-F1ED-AF7F-AC6F-4BBB1316631C}"/>
          </ac:spMkLst>
        </pc:spChg>
        <pc:spChg chg="del">
          <ac:chgData name="Leônidas Müller de Oliveira" userId="5af9566427f0cd7a" providerId="LiveId" clId="{D9B1ECC0-900C-4F7F-A4A5-FFBA2A33C7A4}" dt="2023-09-18T20:17:07.964" v="389" actId="478"/>
          <ac:spMkLst>
            <pc:docMk/>
            <pc:sldMk cId="225859215" sldId="296"/>
            <ac:spMk id="4" creationId="{C2B60A26-5F47-D749-D2A6-79C41BD0E30E}"/>
          </ac:spMkLst>
        </pc:spChg>
        <pc:spChg chg="mod">
          <ac:chgData name="Leônidas Müller de Oliveira" userId="5af9566427f0cd7a" providerId="LiveId" clId="{D9B1ECC0-900C-4F7F-A4A5-FFBA2A33C7A4}" dt="2023-09-18T20:17:44" v="474" actId="20577"/>
          <ac:spMkLst>
            <pc:docMk/>
            <pc:sldMk cId="225859215" sldId="296"/>
            <ac:spMk id="9" creationId="{9C81958B-AE4B-43C9-BC2C-2CBADE7FE55A}"/>
          </ac:spMkLst>
        </pc:spChg>
        <pc:spChg chg="mod">
          <ac:chgData name="Leônidas Müller de Oliveira" userId="5af9566427f0cd7a" providerId="LiveId" clId="{D9B1ECC0-900C-4F7F-A4A5-FFBA2A33C7A4}" dt="2023-09-18T20:15:23.145" v="44" actId="20577"/>
          <ac:spMkLst>
            <pc:docMk/>
            <pc:sldMk cId="225859215" sldId="296"/>
            <ac:spMk id="10" creationId="{D7001BA3-CB80-4627-9BF8-F969EC7D3809}"/>
          </ac:spMkLst>
        </pc:spChg>
      </pc:sldChg>
      <pc:sldChg chg="delSp modSp add mod">
        <pc:chgData name="Leônidas Müller de Oliveira" userId="5af9566427f0cd7a" providerId="LiveId" clId="{D9B1ECC0-900C-4F7F-A4A5-FFBA2A33C7A4}" dt="2023-09-18T20:18:27.550" v="487" actId="120"/>
        <pc:sldMkLst>
          <pc:docMk/>
          <pc:sldMk cId="558272918" sldId="297"/>
        </pc:sldMkLst>
        <pc:spChg chg="del">
          <ac:chgData name="Leônidas Müller de Oliveira" userId="5af9566427f0cd7a" providerId="LiveId" clId="{D9B1ECC0-900C-4F7F-A4A5-FFBA2A33C7A4}" dt="2023-09-18T20:18:00.172" v="477" actId="478"/>
          <ac:spMkLst>
            <pc:docMk/>
            <pc:sldMk cId="558272918" sldId="297"/>
            <ac:spMk id="4" creationId="{C2B60A26-5F47-D749-D2A6-79C41BD0E30E}"/>
          </ac:spMkLst>
        </pc:spChg>
        <pc:spChg chg="del">
          <ac:chgData name="Leônidas Müller de Oliveira" userId="5af9566427f0cd7a" providerId="LiveId" clId="{D9B1ECC0-900C-4F7F-A4A5-FFBA2A33C7A4}" dt="2023-09-18T20:18:01.268" v="478" actId="478"/>
          <ac:spMkLst>
            <pc:docMk/>
            <pc:sldMk cId="558272918" sldId="297"/>
            <ac:spMk id="5" creationId="{1F1E62DF-CCA3-7B6B-D901-1B4D87D6A803}"/>
          </ac:spMkLst>
        </pc:spChg>
        <pc:spChg chg="mod">
          <ac:chgData name="Leônidas Müller de Oliveira" userId="5af9566427f0cd7a" providerId="LiveId" clId="{D9B1ECC0-900C-4F7F-A4A5-FFBA2A33C7A4}" dt="2023-09-18T20:18:27.550" v="487" actId="120"/>
          <ac:spMkLst>
            <pc:docMk/>
            <pc:sldMk cId="558272918" sldId="297"/>
            <ac:spMk id="9" creationId="{9C81958B-AE4B-43C9-BC2C-2CBADE7FE55A}"/>
          </ac:spMkLst>
        </pc:spChg>
        <pc:picChg chg="del">
          <ac:chgData name="Leônidas Müller de Oliveira" userId="5af9566427f0cd7a" providerId="LiveId" clId="{D9B1ECC0-900C-4F7F-A4A5-FFBA2A33C7A4}" dt="2023-09-18T20:17:55.644" v="476" actId="478"/>
          <ac:picMkLst>
            <pc:docMk/>
            <pc:sldMk cId="558272918" sldId="297"/>
            <ac:picMk id="3" creationId="{C1F6EB5B-B9F9-666B-F26E-2A1FB05B83E9}"/>
          </ac:picMkLst>
        </pc:picChg>
      </pc:sldChg>
      <pc:sldChg chg="modSp add mod">
        <pc:chgData name="Leônidas Müller de Oliveira" userId="5af9566427f0cd7a" providerId="LiveId" clId="{D9B1ECC0-900C-4F7F-A4A5-FFBA2A33C7A4}" dt="2023-09-18T21:27:01.738" v="1010" actId="20577"/>
        <pc:sldMkLst>
          <pc:docMk/>
          <pc:sldMk cId="2283720716" sldId="298"/>
        </pc:sldMkLst>
        <pc:spChg chg="mod">
          <ac:chgData name="Leônidas Müller de Oliveira" userId="5af9566427f0cd7a" providerId="LiveId" clId="{D9B1ECC0-900C-4F7F-A4A5-FFBA2A33C7A4}" dt="2023-09-18T21:27:01.738" v="1010" actId="20577"/>
          <ac:spMkLst>
            <pc:docMk/>
            <pc:sldMk cId="2283720716" sldId="298"/>
            <ac:spMk id="9" creationId="{9C81958B-AE4B-43C9-BC2C-2CBADE7FE55A}"/>
          </ac:spMkLst>
        </pc:spChg>
      </pc:sldChg>
      <pc:sldChg chg="add del">
        <pc:chgData name="Leônidas Müller de Oliveira" userId="5af9566427f0cd7a" providerId="LiveId" clId="{D9B1ECC0-900C-4F7F-A4A5-FFBA2A33C7A4}" dt="2023-09-18T21:31:50.436" v="1016" actId="47"/>
        <pc:sldMkLst>
          <pc:docMk/>
          <pc:sldMk cId="4257397439" sldId="299"/>
        </pc:sldMkLst>
      </pc:sldChg>
      <pc:sldChg chg="add ord">
        <pc:chgData name="Leônidas Müller de Oliveira" userId="5af9566427f0cd7a" providerId="LiveId" clId="{D9B1ECC0-900C-4F7F-A4A5-FFBA2A33C7A4}" dt="2023-09-18T21:32:28.740" v="1020"/>
        <pc:sldMkLst>
          <pc:docMk/>
          <pc:sldMk cId="482110990" sldId="300"/>
        </pc:sldMkLst>
      </pc:sldChg>
      <pc:sldChg chg="add ord">
        <pc:chgData name="Leônidas Müller de Oliveira" userId="5af9566427f0cd7a" providerId="LiveId" clId="{D9B1ECC0-900C-4F7F-A4A5-FFBA2A33C7A4}" dt="2023-09-20T00:39:04.410" v="2603"/>
        <pc:sldMkLst>
          <pc:docMk/>
          <pc:sldMk cId="2266463555" sldId="301"/>
        </pc:sldMkLst>
      </pc:sldChg>
      <pc:sldChg chg="addSp delSp modSp add mod">
        <pc:chgData name="Leônidas Müller de Oliveira" userId="5af9566427f0cd7a" providerId="LiveId" clId="{D9B1ECC0-900C-4F7F-A4A5-FFBA2A33C7A4}" dt="2023-09-20T00:38:54.150" v="2601" actId="14100"/>
        <pc:sldMkLst>
          <pc:docMk/>
          <pc:sldMk cId="452660724" sldId="302"/>
        </pc:sldMkLst>
        <pc:spChg chg="mod">
          <ac:chgData name="Leônidas Müller de Oliveira" userId="5af9566427f0cd7a" providerId="LiveId" clId="{D9B1ECC0-900C-4F7F-A4A5-FFBA2A33C7A4}" dt="2023-09-20T00:12:33.137" v="2231" actId="6549"/>
          <ac:spMkLst>
            <pc:docMk/>
            <pc:sldMk cId="452660724" sldId="302"/>
            <ac:spMk id="2" creationId="{978CC923-CD11-DCB8-FDC1-9C9A7571C210}"/>
          </ac:spMkLst>
        </pc:spChg>
        <pc:spChg chg="mod">
          <ac:chgData name="Leônidas Müller de Oliveira" userId="5af9566427f0cd7a" providerId="LiveId" clId="{D9B1ECC0-900C-4F7F-A4A5-FFBA2A33C7A4}" dt="2023-09-19T01:56:57.787" v="1636" actId="1076"/>
          <ac:spMkLst>
            <pc:docMk/>
            <pc:sldMk cId="452660724" sldId="302"/>
            <ac:spMk id="3" creationId="{E689789D-F1ED-AF7F-AC6F-4BBB1316631C}"/>
          </ac:spMkLst>
        </pc:spChg>
        <pc:spChg chg="del">
          <ac:chgData name="Leônidas Müller de Oliveira" userId="5af9566427f0cd7a" providerId="LiveId" clId="{D9B1ECC0-900C-4F7F-A4A5-FFBA2A33C7A4}" dt="2023-09-19T01:56:47.058" v="1627" actId="478"/>
          <ac:spMkLst>
            <pc:docMk/>
            <pc:sldMk cId="452660724" sldId="302"/>
            <ac:spMk id="4" creationId="{C2B60A26-5F47-D749-D2A6-79C41BD0E30E}"/>
          </ac:spMkLst>
        </pc:spChg>
        <pc:spChg chg="add mod">
          <ac:chgData name="Leônidas Müller de Oliveira" userId="5af9566427f0cd7a" providerId="LiveId" clId="{D9B1ECC0-900C-4F7F-A4A5-FFBA2A33C7A4}" dt="2023-09-19T02:02:11.864" v="1667" actId="14100"/>
          <ac:spMkLst>
            <pc:docMk/>
            <pc:sldMk cId="452660724" sldId="302"/>
            <ac:spMk id="5" creationId="{AE13C773-9C5B-5C96-5BDA-C6A8838DACD1}"/>
          </ac:spMkLst>
        </pc:spChg>
        <pc:spChg chg="add del mod">
          <ac:chgData name="Leônidas Müller de Oliveira" userId="5af9566427f0cd7a" providerId="LiveId" clId="{D9B1ECC0-900C-4F7F-A4A5-FFBA2A33C7A4}" dt="2023-09-20T00:36:29.394" v="2567" actId="478"/>
          <ac:spMkLst>
            <pc:docMk/>
            <pc:sldMk cId="452660724" sldId="302"/>
            <ac:spMk id="6" creationId="{48AD3F3C-3C82-0ADE-234B-0A015B4F7411}"/>
          </ac:spMkLst>
        </pc:spChg>
        <pc:spChg chg="add del mod">
          <ac:chgData name="Leônidas Müller de Oliveira" userId="5af9566427f0cd7a" providerId="LiveId" clId="{D9B1ECC0-900C-4F7F-A4A5-FFBA2A33C7A4}" dt="2023-09-20T00:38:54.150" v="2601" actId="14100"/>
          <ac:spMkLst>
            <pc:docMk/>
            <pc:sldMk cId="452660724" sldId="302"/>
            <ac:spMk id="7" creationId="{DF77D725-9D3C-2AB2-E3DD-124377D8CE54}"/>
          </ac:spMkLst>
        </pc:spChg>
        <pc:spChg chg="mod">
          <ac:chgData name="Leônidas Müller de Oliveira" userId="5af9566427f0cd7a" providerId="LiveId" clId="{D9B1ECC0-900C-4F7F-A4A5-FFBA2A33C7A4}" dt="2023-09-19T01:55:09.994" v="1591" actId="20577"/>
          <ac:spMkLst>
            <pc:docMk/>
            <pc:sldMk cId="452660724" sldId="302"/>
            <ac:spMk id="9" creationId="{9C81958B-AE4B-43C9-BC2C-2CBADE7FE55A}"/>
          </ac:spMkLst>
        </pc:spChg>
        <pc:spChg chg="mod">
          <ac:chgData name="Leônidas Müller de Oliveira" userId="5af9566427f0cd7a" providerId="LiveId" clId="{D9B1ECC0-900C-4F7F-A4A5-FFBA2A33C7A4}" dt="2023-09-19T01:54:32.715" v="1460" actId="20577"/>
          <ac:spMkLst>
            <pc:docMk/>
            <pc:sldMk cId="452660724" sldId="302"/>
            <ac:spMk id="10" creationId="{D7001BA3-CB80-4627-9BF8-F969EC7D3809}"/>
          </ac:spMkLst>
        </pc:spChg>
      </pc:sldChg>
      <pc:sldChg chg="delSp modSp add mod ord">
        <pc:chgData name="Leônidas Müller de Oliveira" userId="5af9566427f0cd7a" providerId="LiveId" clId="{D9B1ECC0-900C-4F7F-A4A5-FFBA2A33C7A4}" dt="2023-09-20T00:13:22.155" v="2241" actId="20577"/>
        <pc:sldMkLst>
          <pc:docMk/>
          <pc:sldMk cId="2982174824" sldId="303"/>
        </pc:sldMkLst>
        <pc:spChg chg="del mod">
          <ac:chgData name="Leônidas Müller de Oliveira" userId="5af9566427f0cd7a" providerId="LiveId" clId="{D9B1ECC0-900C-4F7F-A4A5-FFBA2A33C7A4}" dt="2023-09-20T00:11:45.061" v="2196" actId="478"/>
          <ac:spMkLst>
            <pc:docMk/>
            <pc:sldMk cId="2982174824" sldId="303"/>
            <ac:spMk id="2" creationId="{978CC923-CD11-DCB8-FDC1-9C9A7571C210}"/>
          </ac:spMkLst>
        </pc:spChg>
        <pc:spChg chg="del">
          <ac:chgData name="Leônidas Müller de Oliveira" userId="5af9566427f0cd7a" providerId="LiveId" clId="{D9B1ECC0-900C-4F7F-A4A5-FFBA2A33C7A4}" dt="2023-09-20T00:11:40.469" v="2194" actId="478"/>
          <ac:spMkLst>
            <pc:docMk/>
            <pc:sldMk cId="2982174824" sldId="303"/>
            <ac:spMk id="3" creationId="{E689789D-F1ED-AF7F-AC6F-4BBB1316631C}"/>
          </ac:spMkLst>
        </pc:spChg>
        <pc:spChg chg="del">
          <ac:chgData name="Leônidas Müller de Oliveira" userId="5af9566427f0cd7a" providerId="LiveId" clId="{D9B1ECC0-900C-4F7F-A4A5-FFBA2A33C7A4}" dt="2023-09-20T00:11:46.666" v="2197" actId="478"/>
          <ac:spMkLst>
            <pc:docMk/>
            <pc:sldMk cId="2982174824" sldId="303"/>
            <ac:spMk id="5" creationId="{AE13C773-9C5B-5C96-5BDA-C6A8838DACD1}"/>
          </ac:spMkLst>
        </pc:spChg>
        <pc:spChg chg="mod">
          <ac:chgData name="Leônidas Müller de Oliveira" userId="5af9566427f0cd7a" providerId="LiveId" clId="{D9B1ECC0-900C-4F7F-A4A5-FFBA2A33C7A4}" dt="2023-09-20T00:12:01.772" v="2206" actId="6549"/>
          <ac:spMkLst>
            <pc:docMk/>
            <pc:sldMk cId="2982174824" sldId="303"/>
            <ac:spMk id="6" creationId="{48AD3F3C-3C82-0ADE-234B-0A015B4F7411}"/>
          </ac:spMkLst>
        </pc:spChg>
        <pc:spChg chg="mod">
          <ac:chgData name="Leônidas Müller de Oliveira" userId="5af9566427f0cd7a" providerId="LiveId" clId="{D9B1ECC0-900C-4F7F-A4A5-FFBA2A33C7A4}" dt="2023-09-20T00:13:22.155" v="2241" actId="20577"/>
          <ac:spMkLst>
            <pc:docMk/>
            <pc:sldMk cId="2982174824" sldId="303"/>
            <ac:spMk id="7" creationId="{DF77D725-9D3C-2AB2-E3DD-124377D8CE54}"/>
          </ac:spMkLst>
        </pc:spChg>
        <pc:spChg chg="mod">
          <ac:chgData name="Leônidas Müller de Oliveira" userId="5af9566427f0cd7a" providerId="LiveId" clId="{D9B1ECC0-900C-4F7F-A4A5-FFBA2A33C7A4}" dt="2023-09-20T00:11:35.469" v="2193" actId="20577"/>
          <ac:spMkLst>
            <pc:docMk/>
            <pc:sldMk cId="2982174824" sldId="303"/>
            <ac:spMk id="9" creationId="{9C81958B-AE4B-43C9-BC2C-2CBADE7FE55A}"/>
          </ac:spMkLst>
        </pc:spChg>
      </pc:sldChg>
      <pc:sldChg chg="addSp delSp modSp add mod">
        <pc:chgData name="Leônidas Müller de Oliveira" userId="5af9566427f0cd7a" providerId="LiveId" clId="{D9B1ECC0-900C-4F7F-A4A5-FFBA2A33C7A4}" dt="2023-09-20T15:15:46.329" v="2763" actId="20577"/>
        <pc:sldMkLst>
          <pc:docMk/>
          <pc:sldMk cId="2318343768" sldId="304"/>
        </pc:sldMkLst>
        <pc:spChg chg="add mod">
          <ac:chgData name="Leônidas Müller de Oliveira" userId="5af9566427f0cd7a" providerId="LiveId" clId="{D9B1ECC0-900C-4F7F-A4A5-FFBA2A33C7A4}" dt="2023-09-20T00:22:05.071" v="2462" actId="6549"/>
          <ac:spMkLst>
            <pc:docMk/>
            <pc:sldMk cId="2318343768" sldId="304"/>
            <ac:spMk id="2" creationId="{05D192D8-6CCB-45A3-724E-E45B06803F9D}"/>
          </ac:spMkLst>
        </pc:spChg>
        <pc:spChg chg="add mod">
          <ac:chgData name="Leônidas Müller de Oliveira" userId="5af9566427f0cd7a" providerId="LiveId" clId="{D9B1ECC0-900C-4F7F-A4A5-FFBA2A33C7A4}" dt="2023-09-20T00:34:04.772" v="2566" actId="33524"/>
          <ac:spMkLst>
            <pc:docMk/>
            <pc:sldMk cId="2318343768" sldId="304"/>
            <ac:spMk id="3" creationId="{23EAAD6A-18E4-F79C-54DB-E3467C8980E8}"/>
          </ac:spMkLst>
        </pc:spChg>
        <pc:spChg chg="del">
          <ac:chgData name="Leônidas Müller de Oliveira" userId="5af9566427f0cd7a" providerId="LiveId" clId="{D9B1ECC0-900C-4F7F-A4A5-FFBA2A33C7A4}" dt="2023-09-20T00:22:09.873" v="2463" actId="478"/>
          <ac:spMkLst>
            <pc:docMk/>
            <pc:sldMk cId="2318343768" sldId="304"/>
            <ac:spMk id="6" creationId="{48AD3F3C-3C82-0ADE-234B-0A015B4F7411}"/>
          </ac:spMkLst>
        </pc:spChg>
        <pc:spChg chg="del">
          <ac:chgData name="Leônidas Müller de Oliveira" userId="5af9566427f0cd7a" providerId="LiveId" clId="{D9B1ECC0-900C-4F7F-A4A5-FFBA2A33C7A4}" dt="2023-09-20T00:22:12.724" v="2464" actId="478"/>
          <ac:spMkLst>
            <pc:docMk/>
            <pc:sldMk cId="2318343768" sldId="304"/>
            <ac:spMk id="7" creationId="{DF77D725-9D3C-2AB2-E3DD-124377D8CE54}"/>
          </ac:spMkLst>
        </pc:spChg>
        <pc:spChg chg="mod">
          <ac:chgData name="Leônidas Müller de Oliveira" userId="5af9566427f0cd7a" providerId="LiveId" clId="{D9B1ECC0-900C-4F7F-A4A5-FFBA2A33C7A4}" dt="2023-09-20T15:15:46.329" v="2763" actId="20577"/>
          <ac:spMkLst>
            <pc:docMk/>
            <pc:sldMk cId="2318343768" sldId="304"/>
            <ac:spMk id="9" creationId="{9C81958B-AE4B-43C9-BC2C-2CBADE7FE55A}"/>
          </ac:spMkLst>
        </pc:spChg>
      </pc:sldChg>
      <pc:sldChg chg="modSp add mod">
        <pc:chgData name="Leônidas Müller de Oliveira" userId="5af9566427f0cd7a" providerId="LiveId" clId="{D9B1ECC0-900C-4F7F-A4A5-FFBA2A33C7A4}" dt="2023-09-20T14:44:50.245" v="2760" actId="20577"/>
        <pc:sldMkLst>
          <pc:docMk/>
          <pc:sldMk cId="935342002" sldId="305"/>
        </pc:sldMkLst>
        <pc:spChg chg="mod">
          <ac:chgData name="Leônidas Müller de Oliveira" userId="5af9566427f0cd7a" providerId="LiveId" clId="{D9B1ECC0-900C-4F7F-A4A5-FFBA2A33C7A4}" dt="2023-09-20T14:44:50.245" v="2760" actId="20577"/>
          <ac:spMkLst>
            <pc:docMk/>
            <pc:sldMk cId="935342002" sldId="305"/>
            <ac:spMk id="9" creationId="{9C81958B-AE4B-43C9-BC2C-2CBADE7FE55A}"/>
          </ac:spMkLst>
        </pc:spChg>
        <pc:spChg chg="mod">
          <ac:chgData name="Leônidas Müller de Oliveira" userId="5af9566427f0cd7a" providerId="LiveId" clId="{D9B1ECC0-900C-4F7F-A4A5-FFBA2A33C7A4}" dt="2023-09-20T14:44:13.694" v="2640" actId="20577"/>
          <ac:spMkLst>
            <pc:docMk/>
            <pc:sldMk cId="935342002" sldId="305"/>
            <ac:spMk id="10" creationId="{D7001BA3-CB80-4627-9BF8-F969EC7D3809}"/>
          </ac:spMkLst>
        </pc:spChg>
      </pc:sldChg>
    </pc:docChg>
  </pc:docChgLst>
  <pc:docChgLst>
    <pc:chgData name="Leônidas Müller de Oliveira" userId="5af9566427f0cd7a" providerId="LiveId" clId="{D17DB705-7341-436F-AF1B-4CCB5520855C}"/>
    <pc:docChg chg="undo custSel addSld delSld modSld">
      <pc:chgData name="Leônidas Müller de Oliveira" userId="5af9566427f0cd7a" providerId="LiveId" clId="{D17DB705-7341-436F-AF1B-4CCB5520855C}" dt="2021-03-09T14:27:50.580" v="1212" actId="1076"/>
      <pc:docMkLst>
        <pc:docMk/>
      </pc:docMkLst>
      <pc:sldChg chg="modSp mod">
        <pc:chgData name="Leônidas Müller de Oliveira" userId="5af9566427f0cd7a" providerId="LiveId" clId="{D17DB705-7341-436F-AF1B-4CCB5520855C}" dt="2021-03-09T14:24:59.710" v="1147" actId="1076"/>
        <pc:sldMkLst>
          <pc:docMk/>
          <pc:sldMk cId="0" sldId="257"/>
        </pc:sldMkLst>
        <pc:spChg chg="mod">
          <ac:chgData name="Leônidas Müller de Oliveira" userId="5af9566427f0cd7a" providerId="LiveId" clId="{D17DB705-7341-436F-AF1B-4CCB5520855C}" dt="2021-03-09T14:24:59.710" v="1147" actId="1076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D17DB705-7341-436F-AF1B-4CCB5520855C}" dt="2021-03-09T13:30:32.222" v="25" actId="6549"/>
          <ac:spMkLst>
            <pc:docMk/>
            <pc:sldMk cId="0" sldId="257"/>
            <ac:spMk id="67" creationId="{00000000-0000-0000-0000-000000000000}"/>
          </ac:spMkLst>
        </pc:spChg>
      </pc:sldChg>
      <pc:sldChg chg="addSp delSp modSp mod">
        <pc:chgData name="Leônidas Müller de Oliveira" userId="5af9566427f0cd7a" providerId="LiveId" clId="{D17DB705-7341-436F-AF1B-4CCB5520855C}" dt="2021-03-09T14:27:50.580" v="1212" actId="1076"/>
        <pc:sldMkLst>
          <pc:docMk/>
          <pc:sldMk cId="0" sldId="262"/>
        </pc:sldMkLst>
        <pc:spChg chg="add mod">
          <ac:chgData name="Leônidas Müller de Oliveira" userId="5af9566427f0cd7a" providerId="LiveId" clId="{D17DB705-7341-436F-AF1B-4CCB5520855C}" dt="2021-03-09T14:27:31.380" v="1208" actId="1076"/>
          <ac:spMkLst>
            <pc:docMk/>
            <pc:sldMk cId="0" sldId="262"/>
            <ac:spMk id="6" creationId="{3EFBF06C-80D5-4C65-8C4E-01E433040FF8}"/>
          </ac:spMkLst>
        </pc:spChg>
        <pc:spChg chg="mod">
          <ac:chgData name="Leônidas Müller de Oliveira" userId="5af9566427f0cd7a" providerId="LiveId" clId="{D17DB705-7341-436F-AF1B-4CCB5520855C}" dt="2021-03-09T14:27:50.580" v="1212" actId="1076"/>
          <ac:spMkLst>
            <pc:docMk/>
            <pc:sldMk cId="0" sldId="262"/>
            <ac:spMk id="141" creationId="{00000000-0000-0000-0000-000000000000}"/>
          </ac:spMkLst>
        </pc:spChg>
        <pc:spChg chg="del mod">
          <ac:chgData name="Leônidas Müller de Oliveira" userId="5af9566427f0cd7a" providerId="LiveId" clId="{D17DB705-7341-436F-AF1B-4CCB5520855C}" dt="2021-03-09T14:27:44" v="1211" actId="478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D17DB705-7341-436F-AF1B-4CCB5520855C}" dt="2021-03-09T14:27:35.569" v="1209" actId="20577"/>
          <ac:spMkLst>
            <pc:docMk/>
            <pc:sldMk cId="0" sldId="262"/>
            <ac:spMk id="143" creationId="{00000000-0000-0000-0000-000000000000}"/>
          </ac:spMkLst>
        </pc:spChg>
      </pc:sldChg>
      <pc:sldChg chg="addSp delSp modSp mod">
        <pc:chgData name="Leônidas Müller de Oliveira" userId="5af9566427f0cd7a" providerId="LiveId" clId="{D17DB705-7341-436F-AF1B-4CCB5520855C}" dt="2021-03-09T14:23:25.278" v="1027" actId="1076"/>
        <pc:sldMkLst>
          <pc:docMk/>
          <pc:sldMk cId="3187776213" sldId="282"/>
        </pc:sldMkLst>
        <pc:spChg chg="del">
          <ac:chgData name="Leônidas Müller de Oliveira" userId="5af9566427f0cd7a" providerId="LiveId" clId="{D17DB705-7341-436F-AF1B-4CCB5520855C}" dt="2021-03-09T14:06:57.679" v="27" actId="478"/>
          <ac:spMkLst>
            <pc:docMk/>
            <pc:sldMk cId="3187776213" sldId="282"/>
            <ac:spMk id="7" creationId="{FD65234F-CE76-4586-9D67-44EDBAE0C0F0}"/>
          </ac:spMkLst>
        </pc:spChg>
        <pc:spChg chg="del mod">
          <ac:chgData name="Leônidas Müller de Oliveira" userId="5af9566427f0cd7a" providerId="LiveId" clId="{D17DB705-7341-436F-AF1B-4CCB5520855C}" dt="2021-03-09T14:06:59.829" v="29" actId="478"/>
          <ac:spMkLst>
            <pc:docMk/>
            <pc:sldMk cId="3187776213" sldId="282"/>
            <ac:spMk id="8" creationId="{62CAAAAD-2D0D-416A-A598-DBBFD5C0667F}"/>
          </ac:spMkLst>
        </pc:spChg>
        <pc:spChg chg="add del mod">
          <ac:chgData name="Leônidas Müller de Oliveira" userId="5af9566427f0cd7a" providerId="LiveId" clId="{D17DB705-7341-436F-AF1B-4CCB5520855C}" dt="2021-03-09T14:10:42.879" v="424"/>
          <ac:spMkLst>
            <pc:docMk/>
            <pc:sldMk cId="3187776213" sldId="282"/>
            <ac:spMk id="9" creationId="{9C81958B-AE4B-43C9-BC2C-2CBADE7FE55A}"/>
          </ac:spMkLst>
        </pc:spChg>
        <pc:spChg chg="add mod">
          <ac:chgData name="Leônidas Müller de Oliveira" userId="5af9566427f0cd7a" providerId="LiveId" clId="{D17DB705-7341-436F-AF1B-4CCB5520855C}" dt="2021-03-09T14:09:19.419" v="184" actId="20577"/>
          <ac:spMkLst>
            <pc:docMk/>
            <pc:sldMk cId="3187776213" sldId="282"/>
            <ac:spMk id="10" creationId="{D7001BA3-CB80-4627-9BF8-F969EC7D3809}"/>
          </ac:spMkLst>
        </pc:spChg>
        <pc:spChg chg="add mod">
          <ac:chgData name="Leônidas Müller de Oliveira" userId="5af9566427f0cd7a" providerId="LiveId" clId="{D17DB705-7341-436F-AF1B-4CCB5520855C}" dt="2021-03-09T14:23:25.278" v="1027" actId="1076"/>
          <ac:spMkLst>
            <pc:docMk/>
            <pc:sldMk cId="3187776213" sldId="282"/>
            <ac:spMk id="11" creationId="{96FE473C-D562-44AA-8027-DF747996706D}"/>
          </ac:spMkLst>
        </pc:spChg>
        <pc:spChg chg="mod">
          <ac:chgData name="Leônidas Müller de Oliveira" userId="5af9566427f0cd7a" providerId="LiveId" clId="{D17DB705-7341-436F-AF1B-4CCB5520855C}" dt="2021-03-09T14:09:12.710" v="159" actId="20577"/>
          <ac:spMkLst>
            <pc:docMk/>
            <pc:sldMk cId="3187776213" sldId="282"/>
            <ac:spMk id="141" creationId="{00000000-0000-0000-0000-000000000000}"/>
          </ac:spMkLst>
        </pc:spChg>
        <pc:spChg chg="del">
          <ac:chgData name="Leônidas Müller de Oliveira" userId="5af9566427f0cd7a" providerId="LiveId" clId="{D17DB705-7341-436F-AF1B-4CCB5520855C}" dt="2021-03-09T14:07:06.600" v="32" actId="478"/>
          <ac:spMkLst>
            <pc:docMk/>
            <pc:sldMk cId="3187776213" sldId="282"/>
            <ac:spMk id="143" creationId="{00000000-0000-0000-0000-000000000000}"/>
          </ac:spMkLst>
        </pc:spChg>
      </pc:sldChg>
      <pc:sldChg chg="add del">
        <pc:chgData name="Leônidas Müller de Oliveira" userId="5af9566427f0cd7a" providerId="LiveId" clId="{D17DB705-7341-436F-AF1B-4CCB5520855C}" dt="2021-03-09T14:21:57.020" v="875" actId="47"/>
        <pc:sldMkLst>
          <pc:docMk/>
          <pc:sldMk cId="1215215435" sldId="283"/>
        </pc:sldMkLst>
      </pc:sldChg>
      <pc:sldChg chg="addSp delSp modSp add mod">
        <pc:chgData name="Leônidas Müller de Oliveira" userId="5af9566427f0cd7a" providerId="LiveId" clId="{D17DB705-7341-436F-AF1B-4CCB5520855C}" dt="2021-03-09T14:24:10.784" v="1077" actId="20577"/>
        <pc:sldMkLst>
          <pc:docMk/>
          <pc:sldMk cId="2893859376" sldId="284"/>
        </pc:sldMkLst>
        <pc:spChg chg="add mod">
          <ac:chgData name="Leônidas Müller de Oliveira" userId="5af9566427f0cd7a" providerId="LiveId" clId="{D17DB705-7341-436F-AF1B-4CCB5520855C}" dt="2021-03-09T14:22:29.370" v="888"/>
          <ac:spMkLst>
            <pc:docMk/>
            <pc:sldMk cId="2893859376" sldId="284"/>
            <ac:spMk id="6" creationId="{5A6EB87D-9808-4841-A2DD-6126010C0F97}"/>
          </ac:spMkLst>
        </pc:spChg>
        <pc:spChg chg="mod">
          <ac:chgData name="Leônidas Müller de Oliveira" userId="5af9566427f0cd7a" providerId="LiveId" clId="{D17DB705-7341-436F-AF1B-4CCB5520855C}" dt="2021-03-09T14:23:34.370" v="1028" actId="21"/>
          <ac:spMkLst>
            <pc:docMk/>
            <pc:sldMk cId="2893859376" sldId="284"/>
            <ac:spMk id="9" creationId="{9C81958B-AE4B-43C9-BC2C-2CBADE7FE55A}"/>
          </ac:spMkLst>
        </pc:spChg>
        <pc:spChg chg="mod">
          <ac:chgData name="Leônidas Müller de Oliveira" userId="5af9566427f0cd7a" providerId="LiveId" clId="{D17DB705-7341-436F-AF1B-4CCB5520855C}" dt="2021-03-09T14:24:10.784" v="1077" actId="20577"/>
          <ac:spMkLst>
            <pc:docMk/>
            <pc:sldMk cId="2893859376" sldId="284"/>
            <ac:spMk id="10" creationId="{D7001BA3-CB80-4627-9BF8-F969EC7D3809}"/>
          </ac:spMkLst>
        </pc:spChg>
        <pc:spChg chg="del">
          <ac:chgData name="Leônidas Müller de Oliveira" userId="5af9566427f0cd7a" providerId="LiveId" clId="{D17DB705-7341-436F-AF1B-4CCB5520855C}" dt="2021-03-09T14:22:28.980" v="887" actId="478"/>
          <ac:spMkLst>
            <pc:docMk/>
            <pc:sldMk cId="2893859376" sldId="284"/>
            <ac:spMk id="141" creationId="{00000000-0000-0000-0000-000000000000}"/>
          </ac:spMkLst>
        </pc:spChg>
      </pc:sldChg>
    </pc:docChg>
  </pc:docChgLst>
  <pc:docChgLst>
    <pc:chgData name="Leônidas Müller de Oliveira" userId="5af9566427f0cd7a" providerId="LiveId" clId="{B5AA32FF-559E-450C-ABCB-04DA715DF9AF}"/>
    <pc:docChg chg="undo custSel addSld modSld">
      <pc:chgData name="Leônidas Müller de Oliveira" userId="5af9566427f0cd7a" providerId="LiveId" clId="{B5AA32FF-559E-450C-ABCB-04DA715DF9AF}" dt="2022-10-27T17:54:47.088" v="1508" actId="14100"/>
      <pc:docMkLst>
        <pc:docMk/>
      </pc:docMkLst>
      <pc:sldChg chg="modSp mod">
        <pc:chgData name="Leônidas Müller de Oliveira" userId="5af9566427f0cd7a" providerId="LiveId" clId="{B5AA32FF-559E-450C-ABCB-04DA715DF9AF}" dt="2022-10-27T14:01:57.551" v="13" actId="20577"/>
        <pc:sldMkLst>
          <pc:docMk/>
          <pc:sldMk cId="0" sldId="257"/>
        </pc:sldMkLst>
        <pc:spChg chg="mod">
          <ac:chgData name="Leônidas Müller de Oliveira" userId="5af9566427f0cd7a" providerId="LiveId" clId="{B5AA32FF-559E-450C-ABCB-04DA715DF9AF}" dt="2022-10-27T14:01:57.551" v="13" actId="20577"/>
          <ac:spMkLst>
            <pc:docMk/>
            <pc:sldMk cId="0" sldId="257"/>
            <ac:spMk id="67" creationId="{00000000-0000-0000-0000-000000000000}"/>
          </ac:spMkLst>
        </pc:spChg>
      </pc:sldChg>
      <pc:sldChg chg="addSp modSp mod">
        <pc:chgData name="Leônidas Müller de Oliveira" userId="5af9566427f0cd7a" providerId="LiveId" clId="{B5AA32FF-559E-450C-ABCB-04DA715DF9AF}" dt="2022-10-27T17:09:40.750" v="420" actId="1076"/>
        <pc:sldMkLst>
          <pc:docMk/>
          <pc:sldMk cId="2510226186" sldId="285"/>
        </pc:sldMkLst>
        <pc:spChg chg="add mod">
          <ac:chgData name="Leônidas Müller de Oliveira" userId="5af9566427f0cd7a" providerId="LiveId" clId="{B5AA32FF-559E-450C-ABCB-04DA715DF9AF}" dt="2022-10-27T17:09:40.750" v="420" actId="1076"/>
          <ac:spMkLst>
            <pc:docMk/>
            <pc:sldMk cId="2510226186" sldId="285"/>
            <ac:spMk id="4" creationId="{C2B60A26-5F47-D749-D2A6-79C41BD0E30E}"/>
          </ac:spMkLst>
        </pc:spChg>
        <pc:spChg chg="add mod">
          <ac:chgData name="Leônidas Müller de Oliveira" userId="5af9566427f0cd7a" providerId="LiveId" clId="{B5AA32FF-559E-450C-ABCB-04DA715DF9AF}" dt="2022-10-27T17:09:32.046" v="416" actId="1076"/>
          <ac:spMkLst>
            <pc:docMk/>
            <pc:sldMk cId="2510226186" sldId="285"/>
            <ac:spMk id="5" creationId="{1F1E62DF-CCA3-7B6B-D901-1B4D87D6A803}"/>
          </ac:spMkLst>
        </pc:spChg>
        <pc:spChg chg="mod">
          <ac:chgData name="Leônidas Müller de Oliveira" userId="5af9566427f0cd7a" providerId="LiveId" clId="{B5AA32FF-559E-450C-ABCB-04DA715DF9AF}" dt="2022-10-27T17:09:07.199" v="405" actId="6549"/>
          <ac:spMkLst>
            <pc:docMk/>
            <pc:sldMk cId="2510226186" sldId="285"/>
            <ac:spMk id="9" creationId="{9C81958B-AE4B-43C9-BC2C-2CBADE7FE55A}"/>
          </ac:spMkLst>
        </pc:spChg>
        <pc:spChg chg="mod">
          <ac:chgData name="Leônidas Müller de Oliveira" userId="5af9566427f0cd7a" providerId="LiveId" clId="{B5AA32FF-559E-450C-ABCB-04DA715DF9AF}" dt="2022-10-27T14:03:16.721" v="37" actId="20577"/>
          <ac:spMkLst>
            <pc:docMk/>
            <pc:sldMk cId="2510226186" sldId="285"/>
            <ac:spMk id="10" creationId="{D7001BA3-CB80-4627-9BF8-F969EC7D3809}"/>
          </ac:spMkLst>
        </pc:spChg>
        <pc:spChg chg="mod">
          <ac:chgData name="Leônidas Müller de Oliveira" userId="5af9566427f0cd7a" providerId="LiveId" clId="{B5AA32FF-559E-450C-ABCB-04DA715DF9AF}" dt="2022-10-27T14:03:08.609" v="27" actId="20577"/>
          <ac:spMkLst>
            <pc:docMk/>
            <pc:sldMk cId="2510226186" sldId="285"/>
            <ac:spMk id="141" creationId="{00000000-0000-0000-0000-000000000000}"/>
          </ac:spMkLst>
        </pc:spChg>
        <pc:picChg chg="add mod">
          <ac:chgData name="Leônidas Müller de Oliveira" userId="5af9566427f0cd7a" providerId="LiveId" clId="{B5AA32FF-559E-450C-ABCB-04DA715DF9AF}" dt="2022-10-27T17:09:09.953" v="406" actId="1076"/>
          <ac:picMkLst>
            <pc:docMk/>
            <pc:sldMk cId="2510226186" sldId="285"/>
            <ac:picMk id="3" creationId="{C1F6EB5B-B9F9-666B-F26E-2A1FB05B83E9}"/>
          </ac:picMkLst>
        </pc:picChg>
      </pc:sldChg>
      <pc:sldChg chg="addSp delSp modSp add mod">
        <pc:chgData name="Leônidas Müller de Oliveira" userId="5af9566427f0cd7a" providerId="LiveId" clId="{B5AA32FF-559E-450C-ABCB-04DA715DF9AF}" dt="2022-10-27T17:15:43.480" v="715" actId="20577"/>
        <pc:sldMkLst>
          <pc:docMk/>
          <pc:sldMk cId="2030117942" sldId="294"/>
        </pc:sldMkLst>
        <pc:spChg chg="mod">
          <ac:chgData name="Leônidas Müller de Oliveira" userId="5af9566427f0cd7a" providerId="LiveId" clId="{B5AA32FF-559E-450C-ABCB-04DA715DF9AF}" dt="2022-10-27T17:15:43.480" v="715" actId="20577"/>
          <ac:spMkLst>
            <pc:docMk/>
            <pc:sldMk cId="2030117942" sldId="294"/>
            <ac:spMk id="4" creationId="{C2B60A26-5F47-D749-D2A6-79C41BD0E30E}"/>
          </ac:spMkLst>
        </pc:spChg>
        <pc:spChg chg="del">
          <ac:chgData name="Leônidas Müller de Oliveira" userId="5af9566427f0cd7a" providerId="LiveId" clId="{B5AA32FF-559E-450C-ABCB-04DA715DF9AF}" dt="2022-10-27T17:13:28.552" v="535" actId="478"/>
          <ac:spMkLst>
            <pc:docMk/>
            <pc:sldMk cId="2030117942" sldId="294"/>
            <ac:spMk id="5" creationId="{1F1E62DF-CCA3-7B6B-D901-1B4D87D6A803}"/>
          </ac:spMkLst>
        </pc:spChg>
        <pc:spChg chg="mod">
          <ac:chgData name="Leônidas Müller de Oliveira" userId="5af9566427f0cd7a" providerId="LiveId" clId="{B5AA32FF-559E-450C-ABCB-04DA715DF9AF}" dt="2022-10-27T17:13:15.436" v="529" actId="20577"/>
          <ac:spMkLst>
            <pc:docMk/>
            <pc:sldMk cId="2030117942" sldId="294"/>
            <ac:spMk id="9" creationId="{9C81958B-AE4B-43C9-BC2C-2CBADE7FE55A}"/>
          </ac:spMkLst>
        </pc:spChg>
        <pc:spChg chg="mod">
          <ac:chgData name="Leônidas Müller de Oliveira" userId="5af9566427f0cd7a" providerId="LiveId" clId="{B5AA32FF-559E-450C-ABCB-04DA715DF9AF}" dt="2022-10-27T17:12:44.618" v="434" actId="20577"/>
          <ac:spMkLst>
            <pc:docMk/>
            <pc:sldMk cId="2030117942" sldId="294"/>
            <ac:spMk id="10" creationId="{D7001BA3-CB80-4627-9BF8-F969EC7D3809}"/>
          </ac:spMkLst>
        </pc:spChg>
        <pc:picChg chg="del">
          <ac:chgData name="Leônidas Müller de Oliveira" userId="5af9566427f0cd7a" providerId="LiveId" clId="{B5AA32FF-559E-450C-ABCB-04DA715DF9AF}" dt="2022-10-27T17:13:17.168" v="530" actId="478"/>
          <ac:picMkLst>
            <pc:docMk/>
            <pc:sldMk cId="2030117942" sldId="294"/>
            <ac:picMk id="3" creationId="{C1F6EB5B-B9F9-666B-F26E-2A1FB05B83E9}"/>
          </ac:picMkLst>
        </pc:picChg>
        <pc:picChg chg="add mod">
          <ac:chgData name="Leônidas Müller de Oliveira" userId="5af9566427f0cd7a" providerId="LiveId" clId="{B5AA32FF-559E-450C-ABCB-04DA715DF9AF}" dt="2022-10-27T17:13:26.590" v="534" actId="1076"/>
          <ac:picMkLst>
            <pc:docMk/>
            <pc:sldMk cId="2030117942" sldId="294"/>
            <ac:picMk id="6" creationId="{D5BC4A5B-5A2F-7030-E9BC-B98A93AB691F}"/>
          </ac:picMkLst>
        </pc:picChg>
      </pc:sldChg>
      <pc:sldChg chg="addSp delSp modSp add mod">
        <pc:chgData name="Leônidas Müller de Oliveira" userId="5af9566427f0cd7a" providerId="LiveId" clId="{B5AA32FF-559E-450C-ABCB-04DA715DF9AF}" dt="2022-10-27T17:54:47.088" v="1508" actId="14100"/>
        <pc:sldMkLst>
          <pc:docMk/>
          <pc:sldMk cId="1101344340" sldId="295"/>
        </pc:sldMkLst>
        <pc:spChg chg="add mod">
          <ac:chgData name="Leônidas Müller de Oliveira" userId="5af9566427f0cd7a" providerId="LiveId" clId="{B5AA32FF-559E-450C-ABCB-04DA715DF9AF}" dt="2022-10-27T17:53:01.338" v="1294" actId="1076"/>
          <ac:spMkLst>
            <pc:docMk/>
            <pc:sldMk cId="1101344340" sldId="295"/>
            <ac:spMk id="2" creationId="{978CC923-CD11-DCB8-FDC1-9C9A7571C210}"/>
          </ac:spMkLst>
        </pc:spChg>
        <pc:spChg chg="add mod">
          <ac:chgData name="Leônidas Müller de Oliveira" userId="5af9566427f0cd7a" providerId="LiveId" clId="{B5AA32FF-559E-450C-ABCB-04DA715DF9AF}" dt="2022-10-27T17:54:47.088" v="1508" actId="14100"/>
          <ac:spMkLst>
            <pc:docMk/>
            <pc:sldMk cId="1101344340" sldId="295"/>
            <ac:spMk id="3" creationId="{E689789D-F1ED-AF7F-AC6F-4BBB1316631C}"/>
          </ac:spMkLst>
        </pc:spChg>
        <pc:spChg chg="mod">
          <ac:chgData name="Leônidas Müller de Oliveira" userId="5af9566427f0cd7a" providerId="LiveId" clId="{B5AA32FF-559E-450C-ABCB-04DA715DF9AF}" dt="2022-10-27T17:53:03.178" v="1295" actId="1076"/>
          <ac:spMkLst>
            <pc:docMk/>
            <pc:sldMk cId="1101344340" sldId="295"/>
            <ac:spMk id="4" creationId="{C2B60A26-5F47-D749-D2A6-79C41BD0E30E}"/>
          </ac:spMkLst>
        </pc:spChg>
        <pc:spChg chg="mod">
          <ac:chgData name="Leônidas Müller de Oliveira" userId="5af9566427f0cd7a" providerId="LiveId" clId="{B5AA32FF-559E-450C-ABCB-04DA715DF9AF}" dt="2022-10-27T17:54:44.121" v="1507" actId="14100"/>
          <ac:spMkLst>
            <pc:docMk/>
            <pc:sldMk cId="1101344340" sldId="295"/>
            <ac:spMk id="9" creationId="{9C81958B-AE4B-43C9-BC2C-2CBADE7FE55A}"/>
          </ac:spMkLst>
        </pc:spChg>
        <pc:spChg chg="mod">
          <ac:chgData name="Leônidas Müller de Oliveira" userId="5af9566427f0cd7a" providerId="LiveId" clId="{B5AA32FF-559E-450C-ABCB-04DA715DF9AF}" dt="2022-10-27T17:33:14.850" v="733" actId="20577"/>
          <ac:spMkLst>
            <pc:docMk/>
            <pc:sldMk cId="1101344340" sldId="295"/>
            <ac:spMk id="10" creationId="{D7001BA3-CB80-4627-9BF8-F969EC7D3809}"/>
          </ac:spMkLst>
        </pc:spChg>
        <pc:picChg chg="del">
          <ac:chgData name="Leônidas Müller de Oliveira" userId="5af9566427f0cd7a" providerId="LiveId" clId="{B5AA32FF-559E-450C-ABCB-04DA715DF9AF}" dt="2022-10-27T17:34:37.530" v="968" actId="478"/>
          <ac:picMkLst>
            <pc:docMk/>
            <pc:sldMk cId="1101344340" sldId="295"/>
            <ac:picMk id="6" creationId="{D5BC4A5B-5A2F-7030-E9BC-B98A93AB691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Slide de título — Opção 2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3478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76156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81007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39260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5863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18498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52821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87831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12710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4485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3875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09548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66016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93018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4368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6068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09744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4" name="Google Shape;33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Slide de título — Opção 2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83768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28959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0303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3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3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3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3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10.png"/><Relationship Id="rId4" Type="http://schemas.openxmlformats.org/officeDocument/2006/relationships/image" Target="../media/image8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0.png"/><Relationship Id="rId4" Type="http://schemas.openxmlformats.org/officeDocument/2006/relationships/image" Target="../media/image40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587A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/>
          <p:nvPr/>
        </p:nvSpPr>
        <p:spPr>
          <a:xfrm>
            <a:off x="2602348" y="972425"/>
            <a:ext cx="3939300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00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BEM VINDO</a:t>
            </a:r>
            <a:endParaRPr sz="42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835373" y="1789903"/>
            <a:ext cx="7473245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DIMENSIONAMENTO DE LIGAÇÕES</a:t>
            </a:r>
            <a:endParaRPr sz="2400" b="1" i="0" u="none" strike="noStrike" cap="none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1218078" y="2379272"/>
            <a:ext cx="6707833" cy="2215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Na aula você vai ver: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i="0" u="none" strike="noStrike" cap="none" dirty="0">
                <a:solidFill>
                  <a:srgbClr val="FFC00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Light"/>
                <a:sym typeface="Roboto Light"/>
              </a:rPr>
              <a:t>Placas de Base Engastada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Placas de Base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" name="Google Shape;143;p7">
            <a:extLst>
              <a:ext uri="{FF2B5EF4-FFF2-40B4-BE49-F238E27FC236}">
                <a16:creationId xmlns:a16="http://schemas.microsoft.com/office/drawing/2014/main" id="{9C81958B-AE4B-43C9-BC2C-2CBADE7FE55A}"/>
              </a:ext>
            </a:extLst>
          </p:cNvPr>
          <p:cNvSpPr txBox="1"/>
          <p:nvPr/>
        </p:nvSpPr>
        <p:spPr>
          <a:xfrm>
            <a:off x="3544200" y="814298"/>
            <a:ext cx="5599800" cy="2149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 ligação entre pilares de aço e bases de concreto é feita por meio de placas de base e chumbadores.</a:t>
            </a: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Esses elementos tem o objetivo de transmitir os esforços dos pilares para a fundação.</a:t>
            </a: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As placas de bases engastadas estão sujeitas à ação simultânea de momento fletor e de esforços solicitantes normais e horizontais.</a:t>
            </a: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Com isso temos a necessidade de uma placa de base de maior espessura.</a:t>
            </a: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O mesmo acontece com os diâmetros e quantidade de chumbadores.</a:t>
            </a: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De forma que garantem o engaste efetivo do pilar na fundação de concreto armado.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558272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Placas de Base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" name="Google Shape;143;p7">
            <a:extLst>
              <a:ext uri="{FF2B5EF4-FFF2-40B4-BE49-F238E27FC236}">
                <a16:creationId xmlns:a16="http://schemas.microsoft.com/office/drawing/2014/main" id="{9C81958B-AE4B-43C9-BC2C-2CBADE7FE55A}"/>
              </a:ext>
            </a:extLst>
          </p:cNvPr>
          <p:cNvSpPr txBox="1"/>
          <p:nvPr/>
        </p:nvSpPr>
        <p:spPr>
          <a:xfrm>
            <a:off x="3544200" y="814298"/>
            <a:ext cx="5599800" cy="2149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 ligação entre pilares de aço e bases de concreto é feita por meio de placas de base e chumbadores.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Esses elementos tem o objetivo de transmitir os esforços dos pilares para a fundação.</a:t>
            </a: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Introdução</a:t>
            </a:r>
          </a:p>
        </p:txBody>
      </p:sp>
      <p:sp>
        <p:nvSpPr>
          <p:cNvPr id="5" name="Google Shape;143;p7">
            <a:extLst>
              <a:ext uri="{FF2B5EF4-FFF2-40B4-BE49-F238E27FC236}">
                <a16:creationId xmlns:a16="http://schemas.microsoft.com/office/drawing/2014/main" id="{1F1E62DF-CCA3-7B6B-D901-1B4D87D6A803}"/>
              </a:ext>
            </a:extLst>
          </p:cNvPr>
          <p:cNvSpPr txBox="1"/>
          <p:nvPr/>
        </p:nvSpPr>
        <p:spPr>
          <a:xfrm>
            <a:off x="5599802" y="4506624"/>
            <a:ext cx="2068272" cy="463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Engastada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78EB542-9785-8CB1-6730-A98919D16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8224" y="2230149"/>
            <a:ext cx="2571750" cy="22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226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Placas de Base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" name="Google Shape;143;p7">
            <a:extLst>
              <a:ext uri="{FF2B5EF4-FFF2-40B4-BE49-F238E27FC236}">
                <a16:creationId xmlns:a16="http://schemas.microsoft.com/office/drawing/2014/main" id="{9C81958B-AE4B-43C9-BC2C-2CBADE7FE55A}"/>
              </a:ext>
            </a:extLst>
          </p:cNvPr>
          <p:cNvSpPr txBox="1"/>
          <p:nvPr/>
        </p:nvSpPr>
        <p:spPr>
          <a:xfrm>
            <a:off x="3544200" y="814298"/>
            <a:ext cx="5599800" cy="2149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 espessura das chapa de base pode ser reduzida com o uso de enrijecedores entre a base e a coluna.</a:t>
            </a: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Com isso teremos barras menores e mais afastadas, mas nem sempre isso é possível.</a:t>
            </a: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E é melhor usar isso como um processo de segurança e conservadorismo do que para diminuir os materiais.</a:t>
            </a: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Nos banzos de treliças fixados a uma base, pode-se criar uma chapa única ou chapas separadas, uma para cada lado e seus respectivos chumbadores fixados nos pilares.</a:t>
            </a: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283720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Placas de Base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" name="Google Shape;143;p7">
            <a:extLst>
              <a:ext uri="{FF2B5EF4-FFF2-40B4-BE49-F238E27FC236}">
                <a16:creationId xmlns:a16="http://schemas.microsoft.com/office/drawing/2014/main" id="{9C81958B-AE4B-43C9-BC2C-2CBADE7FE55A}"/>
              </a:ext>
            </a:extLst>
          </p:cNvPr>
          <p:cNvSpPr txBox="1"/>
          <p:nvPr/>
        </p:nvSpPr>
        <p:spPr>
          <a:xfrm>
            <a:off x="3544200" y="814298"/>
            <a:ext cx="5599800" cy="2149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Abaixo temos os possíveis casos de esforços que são transferidos  pelas bases às fundações:</a:t>
            </a: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Carregamentos</a:t>
            </a:r>
          </a:p>
        </p:txBody>
      </p:sp>
      <p:sp>
        <p:nvSpPr>
          <p:cNvPr id="4" name="Google Shape;143;p7">
            <a:extLst>
              <a:ext uri="{FF2B5EF4-FFF2-40B4-BE49-F238E27FC236}">
                <a16:creationId xmlns:a16="http://schemas.microsoft.com/office/drawing/2014/main" id="{C2B60A26-5F47-D749-D2A6-79C41BD0E30E}"/>
              </a:ext>
            </a:extLst>
          </p:cNvPr>
          <p:cNvSpPr txBox="1"/>
          <p:nvPr/>
        </p:nvSpPr>
        <p:spPr>
          <a:xfrm>
            <a:off x="3783815" y="3854495"/>
            <a:ext cx="4757512" cy="39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953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Binário (Compressão e Tração) e Cortante</a:t>
            </a:r>
          </a:p>
          <a:p>
            <a:pPr marL="4953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Força Axial e Momento</a:t>
            </a:r>
          </a:p>
          <a:p>
            <a:pPr marL="4953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+mj-lt"/>
              <a:buAutoNum type="alphaLcParenR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4ED13D8-A038-942A-DDA9-18C5C9816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746827"/>
            <a:ext cx="3211738" cy="1354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117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Placas de Base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" name="Google Shape;143;p7">
            <a:extLst>
              <a:ext uri="{FF2B5EF4-FFF2-40B4-BE49-F238E27FC236}">
                <a16:creationId xmlns:a16="http://schemas.microsoft.com/office/drawing/2014/main" id="{9C81958B-AE4B-43C9-BC2C-2CBADE7FE55A}"/>
              </a:ext>
            </a:extLst>
          </p:cNvPr>
          <p:cNvSpPr txBox="1"/>
          <p:nvPr/>
        </p:nvSpPr>
        <p:spPr>
          <a:xfrm>
            <a:off x="3544200" y="814298"/>
            <a:ext cx="5599800" cy="2149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- NEGATIVA (Carregamentos Tração)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+ POSITIVA (Carregamentos de Compressão)</a:t>
            </a: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Reações CYPECAD</a:t>
            </a:r>
          </a:p>
        </p:txBody>
      </p:sp>
      <p:sp>
        <p:nvSpPr>
          <p:cNvPr id="4" name="Google Shape;143;p7">
            <a:extLst>
              <a:ext uri="{FF2B5EF4-FFF2-40B4-BE49-F238E27FC236}">
                <a16:creationId xmlns:a16="http://schemas.microsoft.com/office/drawing/2014/main" id="{C2B60A26-5F47-D749-D2A6-79C41BD0E30E}"/>
              </a:ext>
            </a:extLst>
          </p:cNvPr>
          <p:cNvSpPr txBox="1"/>
          <p:nvPr/>
        </p:nvSpPr>
        <p:spPr>
          <a:xfrm>
            <a:off x="3783815" y="3854495"/>
            <a:ext cx="4757512" cy="39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953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Binário (Compressão e Tração) e Cortante</a:t>
            </a:r>
          </a:p>
          <a:p>
            <a:pPr marL="4953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Força Axial e Momento</a:t>
            </a:r>
          </a:p>
          <a:p>
            <a:pPr marL="4953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+mj-lt"/>
              <a:buAutoNum type="alphaLcParenR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4ED13D8-A038-942A-DDA9-18C5C9816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746827"/>
            <a:ext cx="3211738" cy="1354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342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Placas de Base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" name="Google Shape;143;p7">
            <a:extLst>
              <a:ext uri="{FF2B5EF4-FFF2-40B4-BE49-F238E27FC236}">
                <a16:creationId xmlns:a16="http://schemas.microsoft.com/office/drawing/2014/main" id="{9C81958B-AE4B-43C9-BC2C-2CBADE7FE55A}"/>
              </a:ext>
            </a:extLst>
          </p:cNvPr>
          <p:cNvSpPr txBox="1"/>
          <p:nvPr/>
        </p:nvSpPr>
        <p:spPr>
          <a:xfrm>
            <a:off x="3544200" y="814299"/>
            <a:ext cx="5599800" cy="701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- NEGATIVA (Carregamentos Tração)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+ POSITIVA (Carregamentos de Compressão)</a:t>
            </a: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Reações CYPECAD</a:t>
            </a:r>
          </a:p>
        </p:txBody>
      </p:sp>
      <p:sp>
        <p:nvSpPr>
          <p:cNvPr id="4" name="Google Shape;143;p7">
            <a:extLst>
              <a:ext uri="{FF2B5EF4-FFF2-40B4-BE49-F238E27FC236}">
                <a16:creationId xmlns:a16="http://schemas.microsoft.com/office/drawing/2014/main" id="{C2B60A26-5F47-D749-D2A6-79C41BD0E30E}"/>
              </a:ext>
            </a:extLst>
          </p:cNvPr>
          <p:cNvSpPr txBox="1"/>
          <p:nvPr/>
        </p:nvSpPr>
        <p:spPr>
          <a:xfrm>
            <a:off x="3783815" y="3854495"/>
            <a:ext cx="4757512" cy="39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953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Binário (Compressão e Tração) e Cortante</a:t>
            </a:r>
          </a:p>
          <a:p>
            <a:pPr marL="4953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Força Axial e Momento</a:t>
            </a:r>
          </a:p>
          <a:p>
            <a:pPr marL="4953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+mj-lt"/>
              <a:buAutoNum type="alphaLcParenR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4ED13D8-A038-942A-DDA9-18C5C9816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5780" y="1823549"/>
            <a:ext cx="2460295" cy="103793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9C7C29C-741C-A58F-427F-4B2087F6C5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6326" y="1583292"/>
            <a:ext cx="2773475" cy="1693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011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Placas de Base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" name="Google Shape;143;p7">
            <a:extLst>
              <a:ext uri="{FF2B5EF4-FFF2-40B4-BE49-F238E27FC236}">
                <a16:creationId xmlns:a16="http://schemas.microsoft.com/office/drawing/2014/main" id="{9C81958B-AE4B-43C9-BC2C-2CBADE7FE55A}"/>
              </a:ext>
            </a:extLst>
          </p:cNvPr>
          <p:cNvSpPr txBox="1"/>
          <p:nvPr/>
        </p:nvSpPr>
        <p:spPr>
          <a:xfrm>
            <a:off x="3544200" y="814299"/>
            <a:ext cx="5599800" cy="655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- NEGATIVA (Carregamentos de Tração)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+ POSITIVA (Carregamentos de Compressão)</a:t>
            </a: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Reações CYPECAD</a:t>
            </a:r>
          </a:p>
        </p:txBody>
      </p:sp>
      <p:sp>
        <p:nvSpPr>
          <p:cNvPr id="4" name="Google Shape;143;p7">
            <a:extLst>
              <a:ext uri="{FF2B5EF4-FFF2-40B4-BE49-F238E27FC236}">
                <a16:creationId xmlns:a16="http://schemas.microsoft.com/office/drawing/2014/main" id="{C2B60A26-5F47-D749-D2A6-79C41BD0E30E}"/>
              </a:ext>
            </a:extLst>
          </p:cNvPr>
          <p:cNvSpPr txBox="1"/>
          <p:nvPr/>
        </p:nvSpPr>
        <p:spPr>
          <a:xfrm>
            <a:off x="3783815" y="3854495"/>
            <a:ext cx="4757512" cy="39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953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Binário (Compressão e Tração) e Cortante</a:t>
            </a:r>
          </a:p>
          <a:p>
            <a:pPr marL="4953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Força Axial e Momento</a:t>
            </a:r>
          </a:p>
          <a:p>
            <a:pPr marL="4953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+mj-lt"/>
              <a:buAutoNum type="alphaLcParenR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A79F183-D9C4-F61B-7A44-79F560FFD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5012" y="1470192"/>
            <a:ext cx="4256880" cy="2384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393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Placas de Base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" name="Google Shape;143;p7">
            <a:extLst>
              <a:ext uri="{FF2B5EF4-FFF2-40B4-BE49-F238E27FC236}">
                <a16:creationId xmlns:a16="http://schemas.microsoft.com/office/drawing/2014/main" id="{9C81958B-AE4B-43C9-BC2C-2CBADE7FE55A}"/>
              </a:ext>
            </a:extLst>
          </p:cNvPr>
          <p:cNvSpPr txBox="1"/>
          <p:nvPr/>
        </p:nvSpPr>
        <p:spPr>
          <a:xfrm>
            <a:off x="3544200" y="814299"/>
            <a:ext cx="5599800" cy="655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- NEGATIVA (Carregamentos de Tração)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+ POSITIVA (Carregamentos de Compressão)</a:t>
            </a: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Reações CYPECAD</a:t>
            </a:r>
          </a:p>
        </p:txBody>
      </p:sp>
      <p:sp>
        <p:nvSpPr>
          <p:cNvPr id="4" name="Google Shape;143;p7">
            <a:extLst>
              <a:ext uri="{FF2B5EF4-FFF2-40B4-BE49-F238E27FC236}">
                <a16:creationId xmlns:a16="http://schemas.microsoft.com/office/drawing/2014/main" id="{C2B60A26-5F47-D749-D2A6-79C41BD0E30E}"/>
              </a:ext>
            </a:extLst>
          </p:cNvPr>
          <p:cNvSpPr txBox="1"/>
          <p:nvPr/>
        </p:nvSpPr>
        <p:spPr>
          <a:xfrm>
            <a:off x="3783815" y="3854495"/>
            <a:ext cx="4757512" cy="39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953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Binário (Compressão e Tração) e Cortante</a:t>
            </a:r>
          </a:p>
          <a:p>
            <a:pPr marL="4953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Força Axial e Momento</a:t>
            </a:r>
          </a:p>
          <a:p>
            <a:pPr marL="4953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+mj-lt"/>
              <a:buAutoNum type="alphaLcParenR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E755BA1-DED1-6488-ACDC-6BA7309BE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118" y="1470193"/>
            <a:ext cx="3544200" cy="237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089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Placas de Base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Placa de Base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D43D28D-14EA-8AAC-F879-14C46C919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6616" y="1206957"/>
            <a:ext cx="5136599" cy="234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929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Placas de Base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Placa de Base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306E797-F033-A5E2-A272-036F54498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8866" y="911863"/>
            <a:ext cx="4817040" cy="3431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640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Placas de Base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Placa de Base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C2EE0BE-D60B-7C9A-727C-7D234B9B1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5893" y="1014225"/>
            <a:ext cx="2333072" cy="3771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782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Placas de Base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Placa de Base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022ACC3-556A-C954-6C71-2F8634EFB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4250" y="799950"/>
            <a:ext cx="4808579" cy="36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846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Placas de Base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" name="Google Shape;143;p7">
            <a:extLst>
              <a:ext uri="{FF2B5EF4-FFF2-40B4-BE49-F238E27FC236}">
                <a16:creationId xmlns:a16="http://schemas.microsoft.com/office/drawing/2014/main" id="{9C81958B-AE4B-43C9-BC2C-2CBADE7FE55A}"/>
              </a:ext>
            </a:extLst>
          </p:cNvPr>
          <p:cNvSpPr txBox="1"/>
          <p:nvPr/>
        </p:nvSpPr>
        <p:spPr>
          <a:xfrm>
            <a:off x="3544200" y="814298"/>
            <a:ext cx="5599800" cy="2149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- NEGATIVA (Carregamentos Tração)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+ POSITIVA (Carregamentos de Compressão)</a:t>
            </a: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Reações CYPECAD</a:t>
            </a:r>
          </a:p>
        </p:txBody>
      </p:sp>
      <p:sp>
        <p:nvSpPr>
          <p:cNvPr id="4" name="Google Shape;143;p7">
            <a:extLst>
              <a:ext uri="{FF2B5EF4-FFF2-40B4-BE49-F238E27FC236}">
                <a16:creationId xmlns:a16="http://schemas.microsoft.com/office/drawing/2014/main" id="{C2B60A26-5F47-D749-D2A6-79C41BD0E30E}"/>
              </a:ext>
            </a:extLst>
          </p:cNvPr>
          <p:cNvSpPr txBox="1"/>
          <p:nvPr/>
        </p:nvSpPr>
        <p:spPr>
          <a:xfrm>
            <a:off x="3783815" y="3854495"/>
            <a:ext cx="4757512" cy="39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953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Binário (Compressão e Tração) e Cortante</a:t>
            </a:r>
          </a:p>
          <a:p>
            <a:pPr marL="4953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Força Axial e Momento</a:t>
            </a:r>
          </a:p>
          <a:p>
            <a:pPr marL="4953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+mj-lt"/>
              <a:buAutoNum type="alphaLcParenR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FC18EEF-C12A-0F4C-05DC-754677037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951" y="1547386"/>
            <a:ext cx="5116296" cy="224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23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Placas de Base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" name="Google Shape;143;p7">
            <a:extLst>
              <a:ext uri="{FF2B5EF4-FFF2-40B4-BE49-F238E27FC236}">
                <a16:creationId xmlns:a16="http://schemas.microsoft.com/office/drawing/2014/main" id="{9C81958B-AE4B-43C9-BC2C-2CBADE7FE55A}"/>
              </a:ext>
            </a:extLst>
          </p:cNvPr>
          <p:cNvSpPr txBox="1"/>
          <p:nvPr/>
        </p:nvSpPr>
        <p:spPr>
          <a:xfrm>
            <a:off x="3544199" y="723654"/>
            <a:ext cx="5461256" cy="1215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Para o dimensionamento, deverá ser utilizado o Momento Fletor aplicado na chapa e não o solicitante da reação da base;</a:t>
            </a:r>
          </a:p>
          <a:p>
            <a:pPr marL="1524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 carga de tração aplicada em cada flange da coluna é igual ao momento fletor dividido pela distância entre as flanges:</a:t>
            </a: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Dimensionamento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143;p7">
                <a:extLst>
                  <a:ext uri="{FF2B5EF4-FFF2-40B4-BE49-F238E27FC236}">
                    <a16:creationId xmlns:a16="http://schemas.microsoft.com/office/drawing/2014/main" id="{48AD3F3C-3C82-0ADE-234B-0A015B4F7411}"/>
                  </a:ext>
                </a:extLst>
              </p:cNvPr>
              <p:cNvSpPr txBox="1"/>
              <p:nvPr/>
            </p:nvSpPr>
            <p:spPr>
              <a:xfrm>
                <a:off x="3405655" y="2549429"/>
                <a:ext cx="5599800" cy="396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52400" lvl="0">
                  <a:buClr>
                    <a:srgbClr val="3DA9FC"/>
                  </a:buClr>
                  <a:buSzPts val="12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</m:ctrlPr>
                        </m:sSubPr>
                        <m:e>
                          <m: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𝑵</m:t>
                          </m:r>
                        </m:e>
                        <m:sub>
                          <m: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𝑺𝒅𝒕</m:t>
                          </m:r>
                        </m:sub>
                      </m:sSub>
                      <m:r>
                        <a:rPr lang="pt-BR" sz="1600" b="1" i="1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Roboto"/>
                          <a:sym typeface="Roboto"/>
                        </a:rPr>
                        <m:t>=</m:t>
                      </m:r>
                      <m:f>
                        <m:fPr>
                          <m:ctrlP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1600" b="1" i="1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</m:ctrlPr>
                            </m:sSubPr>
                            <m:e>
                              <m:r>
                                <a:rPr lang="pt-BR" sz="1600" b="1" i="1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pt-BR" sz="1600" b="1" i="1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𝒔𝒅𝒕</m:t>
                              </m:r>
                            </m:sub>
                          </m:sSub>
                        </m:num>
                        <m:den>
                          <m: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𝒅</m:t>
                          </m:r>
                        </m:den>
                      </m:f>
                    </m:oMath>
                  </m:oMathPara>
                </a14:m>
                <a:endParaRPr lang="pt-BR" sz="1600" b="1" dirty="0">
                  <a:solidFill>
                    <a:srgbClr val="4C5764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mc:Choice>
        <mc:Fallback xmlns="">
          <p:sp>
            <p:nvSpPr>
              <p:cNvPr id="6" name="Google Shape;143;p7">
                <a:extLst>
                  <a:ext uri="{FF2B5EF4-FFF2-40B4-BE49-F238E27FC236}">
                    <a16:creationId xmlns:a16="http://schemas.microsoft.com/office/drawing/2014/main" id="{48AD3F3C-3C82-0ADE-234B-0A015B4F74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5655" y="2549429"/>
                <a:ext cx="5599800" cy="396192"/>
              </a:xfrm>
              <a:prstGeom prst="rect">
                <a:avLst/>
              </a:prstGeom>
              <a:blipFill>
                <a:blip r:embed="rId3"/>
                <a:stretch>
                  <a:fillRect b="-3846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143;p7">
                <a:extLst>
                  <a:ext uri="{FF2B5EF4-FFF2-40B4-BE49-F238E27FC236}">
                    <a16:creationId xmlns:a16="http://schemas.microsoft.com/office/drawing/2014/main" id="{DF77D725-9D3C-2AB2-E3DD-124377D8CE54}"/>
                  </a:ext>
                </a:extLst>
              </p:cNvPr>
              <p:cNvSpPr txBox="1"/>
              <p:nvPr/>
            </p:nvSpPr>
            <p:spPr>
              <a:xfrm>
                <a:off x="3544199" y="3344542"/>
                <a:ext cx="5592872" cy="7788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20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</m:ctrlPr>
                      </m:sSubPr>
                      <m:e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Roboto"/>
                          </a:rPr>
                          <m:t>𝑀</m:t>
                        </m:r>
                      </m:e>
                      <m:sub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𝑆𝑑𝑡</m:t>
                        </m:r>
                      </m:sub>
                    </m:sSub>
                  </m:oMath>
                </a14:m>
                <a:r>
                  <a:rPr lang="pt-BR" sz="12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 - Momento fletor solicitante aplicado</a:t>
                </a:r>
              </a:p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20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</m:ctrlPr>
                      </m:sSubPr>
                      <m:e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Roboto"/>
                          </a:rPr>
                          <m:t>𝑁</m:t>
                        </m:r>
                      </m:e>
                      <m:sub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𝑆𝑑𝑡</m:t>
                        </m:r>
                      </m:sub>
                    </m:sSub>
                  </m:oMath>
                </a14:m>
                <a:r>
                  <a:rPr lang="pt-BR" sz="12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 - Tração atuante nas barras submetidas a tração</a:t>
                </a:r>
              </a:p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14:m>
                  <m:oMath xmlns:m="http://schemas.openxmlformats.org/officeDocument/2006/math">
                    <m:r>
                      <a:rPr lang="pt-BR" sz="1200" b="0" i="1" smtClean="0">
                        <a:solidFill>
                          <a:srgbClr val="4C5764"/>
                        </a:solidFill>
                        <a:latin typeface="Cambria Math" panose="02040503050406030204" pitchFamily="18" charset="0"/>
                        <a:ea typeface="Roboto"/>
                        <a:sym typeface="Roboto"/>
                      </a:rPr>
                      <m:t>𝑑</m:t>
                    </m:r>
                  </m:oMath>
                </a14:m>
                <a:r>
                  <a:rPr lang="pt-BR" sz="12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 – Distancia centro a centro da linha de chumbadores</a:t>
                </a:r>
              </a:p>
            </p:txBody>
          </p:sp>
        </mc:Choice>
        <mc:Fallback xmlns="">
          <p:sp>
            <p:nvSpPr>
              <p:cNvPr id="7" name="Google Shape;143;p7">
                <a:extLst>
                  <a:ext uri="{FF2B5EF4-FFF2-40B4-BE49-F238E27FC236}">
                    <a16:creationId xmlns:a16="http://schemas.microsoft.com/office/drawing/2014/main" id="{DF77D725-9D3C-2AB2-E3DD-124377D8CE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199" y="3344542"/>
                <a:ext cx="5592872" cy="7788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21748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Placas de Base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" name="Google Shape;143;p7">
            <a:extLst>
              <a:ext uri="{FF2B5EF4-FFF2-40B4-BE49-F238E27FC236}">
                <a16:creationId xmlns:a16="http://schemas.microsoft.com/office/drawing/2014/main" id="{9C81958B-AE4B-43C9-BC2C-2CBADE7FE55A}"/>
              </a:ext>
            </a:extLst>
          </p:cNvPr>
          <p:cNvSpPr txBox="1"/>
          <p:nvPr/>
        </p:nvSpPr>
        <p:spPr>
          <a:xfrm>
            <a:off x="3544199" y="723654"/>
            <a:ext cx="5461256" cy="1215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Imaginando que a chapa tende a empenar apenas entre o eixo do chumbador e a extremidade do perfil do pilar, calcula-se o momento fletor existente nesse pequeno espaço.</a:t>
            </a: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Dimensionamento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143;p7">
                <a:extLst>
                  <a:ext uri="{FF2B5EF4-FFF2-40B4-BE49-F238E27FC236}">
                    <a16:creationId xmlns:a16="http://schemas.microsoft.com/office/drawing/2014/main" id="{05D192D8-6CCB-45A3-724E-E45B06803F9D}"/>
                  </a:ext>
                </a:extLst>
              </p:cNvPr>
              <p:cNvSpPr txBox="1"/>
              <p:nvPr/>
            </p:nvSpPr>
            <p:spPr>
              <a:xfrm>
                <a:off x="3537271" y="2028306"/>
                <a:ext cx="5599800" cy="396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52400" lvl="0" algn="ctr">
                  <a:buClr>
                    <a:srgbClr val="3DA9FC"/>
                  </a:buClr>
                  <a:buSzPts val="12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600" b="1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</m:ctrlPr>
                      </m:sSubPr>
                      <m:e>
                        <m:r>
                          <a:rPr lang="pt-BR" sz="1600" b="1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𝑴</m:t>
                        </m:r>
                      </m:e>
                      <m:sub>
                        <m:r>
                          <a:rPr lang="pt-BR" sz="1600" b="1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𝑺𝒅</m:t>
                        </m:r>
                        <m:r>
                          <a:rPr lang="pt-BR" sz="1600" b="1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;</m:t>
                        </m:r>
                        <m:r>
                          <a:rPr lang="pt-BR" sz="1600" b="1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𝑪𝒉𝒂𝒑𝒂</m:t>
                        </m:r>
                      </m:sub>
                    </m:sSub>
                    <m:r>
                      <a:rPr lang="pt-BR" sz="1600" b="1" i="1">
                        <a:solidFill>
                          <a:srgbClr val="4C5764"/>
                        </a:solidFill>
                        <a:latin typeface="Cambria Math" panose="02040503050406030204" pitchFamily="18" charset="0"/>
                        <a:ea typeface="Roboto"/>
                        <a:sym typeface="Roboto"/>
                      </a:rPr>
                      <m:t>=</m:t>
                    </m:r>
                    <m:sSub>
                      <m:sSubPr>
                        <m:ctrlPr>
                          <a:rPr lang="pt-BR" sz="1600" b="1" i="1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</m:ctrlPr>
                      </m:sSubPr>
                      <m:e>
                        <m:r>
                          <a:rPr lang="pt-BR" sz="1600" b="1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𝑵</m:t>
                        </m:r>
                      </m:e>
                      <m:sub>
                        <m:r>
                          <a:rPr lang="pt-BR" sz="1600" b="1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𝑺𝒅𝒕</m:t>
                        </m:r>
                      </m:sub>
                    </m:sSub>
                  </m:oMath>
                </a14:m>
                <a:r>
                  <a:rPr lang="pt-BR" sz="1600" b="1" dirty="0">
                    <a:solidFill>
                      <a:srgbClr val="4C5764"/>
                    </a:solidFill>
                    <a:ea typeface="Roboto"/>
                    <a:sym typeface="Roboto"/>
                  </a:rPr>
                  <a:t> . </a:t>
                </a:r>
                <a14:m>
                  <m:oMath xmlns:m="http://schemas.openxmlformats.org/officeDocument/2006/math">
                    <m:r>
                      <a:rPr lang="pt-BR" sz="1600" b="1" i="0" smtClean="0">
                        <a:solidFill>
                          <a:srgbClr val="4C5764"/>
                        </a:solidFill>
                        <a:latin typeface="Cambria Math" panose="02040503050406030204" pitchFamily="18" charset="0"/>
                        <a:ea typeface="Roboto"/>
                        <a:sym typeface="Roboto"/>
                      </a:rPr>
                      <m:t>𝐝</m:t>
                    </m:r>
                  </m:oMath>
                </a14:m>
                <a:endParaRPr lang="pt-BR" sz="1600" b="1" dirty="0">
                  <a:solidFill>
                    <a:srgbClr val="4C5764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mc:Choice>
        <mc:Fallback xmlns="">
          <p:sp>
            <p:nvSpPr>
              <p:cNvPr id="2" name="Google Shape;143;p7">
                <a:extLst>
                  <a:ext uri="{FF2B5EF4-FFF2-40B4-BE49-F238E27FC236}">
                    <a16:creationId xmlns:a16="http://schemas.microsoft.com/office/drawing/2014/main" id="{05D192D8-6CCB-45A3-724E-E45B06803F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7271" y="2028306"/>
                <a:ext cx="5599800" cy="396192"/>
              </a:xfrm>
              <a:prstGeom prst="rect">
                <a:avLst/>
              </a:prstGeom>
              <a:blipFill>
                <a:blip r:embed="rId3"/>
                <a:stretch>
                  <a:fillRect b="-153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143;p7">
                <a:extLst>
                  <a:ext uri="{FF2B5EF4-FFF2-40B4-BE49-F238E27FC236}">
                    <a16:creationId xmlns:a16="http://schemas.microsoft.com/office/drawing/2014/main" id="{23EAAD6A-18E4-F79C-54DB-E3467C8980E8}"/>
                  </a:ext>
                </a:extLst>
              </p:cNvPr>
              <p:cNvSpPr txBox="1"/>
              <p:nvPr/>
            </p:nvSpPr>
            <p:spPr>
              <a:xfrm>
                <a:off x="3551128" y="2615797"/>
                <a:ext cx="5592872" cy="7788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20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</m:ctrlPr>
                      </m:sSubPr>
                      <m:e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Roboto"/>
                          </a:rPr>
                          <m:t>𝑀</m:t>
                        </m:r>
                      </m:e>
                      <m:sub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𝑆𝑑</m:t>
                        </m:r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;</m:t>
                        </m:r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𝐶h𝑎𝑝𝑎</m:t>
                        </m:r>
                      </m:sub>
                    </m:sSub>
                  </m:oMath>
                </a14:m>
                <a:r>
                  <a:rPr lang="pt-BR" sz="12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 - Momento fletor entre o furo e o perfil da coluna</a:t>
                </a:r>
              </a:p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20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</m:ctrlPr>
                      </m:sSubPr>
                      <m:e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Roboto"/>
                          </a:rPr>
                          <m:t>𝑁</m:t>
                        </m:r>
                      </m:e>
                      <m:sub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𝑆𝑑𝑡</m:t>
                        </m:r>
                      </m:sub>
                    </m:sSub>
                  </m:oMath>
                </a14:m>
                <a:r>
                  <a:rPr lang="pt-BR" sz="12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 - Tração atuante nas barras submetidas a tração</a:t>
                </a:r>
              </a:p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14:m>
                  <m:oMath xmlns:m="http://schemas.openxmlformats.org/officeDocument/2006/math">
                    <m:r>
                      <a:rPr lang="pt-BR" sz="1200" b="0" i="1" smtClean="0">
                        <a:solidFill>
                          <a:srgbClr val="4C5764"/>
                        </a:solidFill>
                        <a:latin typeface="Cambria Math" panose="02040503050406030204" pitchFamily="18" charset="0"/>
                        <a:ea typeface="Roboto"/>
                        <a:sym typeface="Roboto"/>
                      </a:rPr>
                      <m:t>𝑑</m:t>
                    </m:r>
                  </m:oMath>
                </a14:m>
                <a:r>
                  <a:rPr lang="pt-BR" sz="12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 – Distância entre o furo e o perfil da coluna</a:t>
                </a:r>
              </a:p>
            </p:txBody>
          </p:sp>
        </mc:Choice>
        <mc:Fallback xmlns="">
          <p:sp>
            <p:nvSpPr>
              <p:cNvPr id="3" name="Google Shape;143;p7">
                <a:extLst>
                  <a:ext uri="{FF2B5EF4-FFF2-40B4-BE49-F238E27FC236}">
                    <a16:creationId xmlns:a16="http://schemas.microsoft.com/office/drawing/2014/main" id="{23EAAD6A-18E4-F79C-54DB-E3467C8980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1128" y="2615797"/>
                <a:ext cx="5592872" cy="7788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8343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Placas de Base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" name="Google Shape;143;p7">
            <a:extLst>
              <a:ext uri="{FF2B5EF4-FFF2-40B4-BE49-F238E27FC236}">
                <a16:creationId xmlns:a16="http://schemas.microsoft.com/office/drawing/2014/main" id="{9C81958B-AE4B-43C9-BC2C-2CBADE7FE55A}"/>
              </a:ext>
            </a:extLst>
          </p:cNvPr>
          <p:cNvSpPr txBox="1"/>
          <p:nvPr/>
        </p:nvSpPr>
        <p:spPr>
          <a:xfrm>
            <a:off x="3544199" y="723654"/>
            <a:ext cx="5461256" cy="1215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Para o dimensionamento, aplica-se a fórmula abaixo para o cálculo de espessura de chapas submetidas a momentos fletores:</a:t>
            </a: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Dimensionamento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143;p7">
                <a:extLst>
                  <a:ext uri="{FF2B5EF4-FFF2-40B4-BE49-F238E27FC236}">
                    <a16:creationId xmlns:a16="http://schemas.microsoft.com/office/drawing/2014/main" id="{978CC923-CD11-DCB8-FDC1-9C9A7571C210}"/>
                  </a:ext>
                </a:extLst>
              </p:cNvPr>
              <p:cNvSpPr txBox="1"/>
              <p:nvPr/>
            </p:nvSpPr>
            <p:spPr>
              <a:xfrm>
                <a:off x="3544198" y="1751732"/>
                <a:ext cx="5599800" cy="9490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600" b="1" i="1" smtClean="0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Roboto"/>
                          <a:sym typeface="Roboto"/>
                        </a:rPr>
                        <m:t>𝒕</m:t>
                      </m:r>
                      <m:r>
                        <a:rPr lang="pt-BR" sz="1600" b="1" i="1" smtClean="0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Roboto"/>
                          <a:sym typeface="Roboto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pt-BR" sz="1600" b="1" i="1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</m:ctrlPr>
                            </m:fPr>
                            <m:num>
                              <m:r>
                                <a:rPr lang="pt-BR" sz="1600" b="1" i="1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𝟔</m:t>
                              </m:r>
                              <m:r>
                                <a:rPr lang="pt-BR" sz="1600" b="1" i="1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 . </m:t>
                              </m:r>
                              <m:sSub>
                                <m:sSubPr>
                                  <m:ctrlPr>
                                    <a:rPr lang="pt-BR" sz="1600" b="1" i="1" smtClean="0">
                                      <a:solidFill>
                                        <a:srgbClr val="4C5764"/>
                                      </a:solidFill>
                                      <a:latin typeface="Cambria Math" panose="02040503050406030204" pitchFamily="18" charset="0"/>
                                      <a:ea typeface="Roboto"/>
                                      <a:sym typeface="Roboto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b="1" i="1" smtClean="0">
                                      <a:solidFill>
                                        <a:srgbClr val="4C5764"/>
                                      </a:solidFill>
                                      <a:latin typeface="Cambria Math" panose="02040503050406030204" pitchFamily="18" charset="0"/>
                                      <a:ea typeface="Roboto"/>
                                      <a:sym typeface="Roboto"/>
                                    </a:rPr>
                                    <m:t>𝑴</m:t>
                                  </m:r>
                                </m:e>
                                <m:sub>
                                  <m:r>
                                    <a:rPr lang="pt-BR" sz="1600" b="1" i="1" smtClean="0">
                                      <a:solidFill>
                                        <a:srgbClr val="4C5764"/>
                                      </a:solidFill>
                                      <a:latin typeface="Cambria Math" panose="02040503050406030204" pitchFamily="18" charset="0"/>
                                      <a:ea typeface="Roboto"/>
                                      <a:sym typeface="Roboto"/>
                                    </a:rPr>
                                    <m:t>𝑺𝒅</m:t>
                                  </m:r>
                                  <m:r>
                                    <a:rPr lang="pt-BR" sz="1600" b="1" i="1" smtClean="0">
                                      <a:solidFill>
                                        <a:srgbClr val="4C5764"/>
                                      </a:solidFill>
                                      <a:latin typeface="Cambria Math" panose="02040503050406030204" pitchFamily="18" charset="0"/>
                                      <a:ea typeface="Roboto"/>
                                      <a:sym typeface="Roboto"/>
                                    </a:rPr>
                                    <m:t>;</m:t>
                                  </m:r>
                                  <m:r>
                                    <a:rPr lang="pt-BR" sz="1600" b="1" i="1" smtClean="0">
                                      <a:solidFill>
                                        <a:srgbClr val="4C5764"/>
                                      </a:solidFill>
                                      <a:latin typeface="Cambria Math" panose="02040503050406030204" pitchFamily="18" charset="0"/>
                                      <a:ea typeface="Roboto"/>
                                      <a:sym typeface="Roboto"/>
                                    </a:rPr>
                                    <m:t>𝑪𝒉𝒂𝒑𝒂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pt-BR" sz="1600" b="1" i="1" smtClean="0">
                                      <a:solidFill>
                                        <a:srgbClr val="4C5764"/>
                                      </a:solidFill>
                                      <a:latin typeface="Cambria Math" panose="02040503050406030204" pitchFamily="18" charset="0"/>
                                      <a:ea typeface="Roboto"/>
                                      <a:sym typeface="Roboto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b="1" i="1" smtClean="0">
                                      <a:solidFill>
                                        <a:srgbClr val="4C5764"/>
                                      </a:solidFill>
                                      <a:latin typeface="Cambria Math" panose="02040503050406030204" pitchFamily="18" charset="0"/>
                                      <a:ea typeface="Roboto"/>
                                      <a:sym typeface="Roboto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pt-BR" sz="1600" b="1" i="1" smtClean="0">
                                      <a:solidFill>
                                        <a:srgbClr val="4C5764"/>
                                      </a:solidFill>
                                      <a:latin typeface="Cambria Math" panose="02040503050406030204" pitchFamily="18" charset="0"/>
                                      <a:ea typeface="Roboto"/>
                                      <a:sym typeface="Roboto"/>
                                    </a:rPr>
                                    <m:t>𝒃</m:t>
                                  </m:r>
                                </m:sub>
                              </m:sSub>
                              <m:r>
                                <a:rPr lang="pt-BR" sz="1600" b="1" i="1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 . </m:t>
                              </m:r>
                              <m:r>
                                <a:rPr lang="pt-BR" sz="1600" b="1" i="1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𝒃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pt-BR" sz="1600" b="1" dirty="0">
                  <a:solidFill>
                    <a:srgbClr val="4C5764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mc:Choice>
        <mc:Fallback xmlns="">
          <p:sp>
            <p:nvSpPr>
              <p:cNvPr id="2" name="Google Shape;143;p7">
                <a:extLst>
                  <a:ext uri="{FF2B5EF4-FFF2-40B4-BE49-F238E27FC236}">
                    <a16:creationId xmlns:a16="http://schemas.microsoft.com/office/drawing/2014/main" id="{978CC923-CD11-DCB8-FDC1-9C9A7571C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198" y="1751732"/>
                <a:ext cx="5599800" cy="9490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Google Shape;143;p7">
            <a:extLst>
              <a:ext uri="{FF2B5EF4-FFF2-40B4-BE49-F238E27FC236}">
                <a16:creationId xmlns:a16="http://schemas.microsoft.com/office/drawing/2014/main" id="{E689789D-F1ED-AF7F-AC6F-4BBB1316631C}"/>
              </a:ext>
            </a:extLst>
          </p:cNvPr>
          <p:cNvSpPr txBox="1"/>
          <p:nvPr/>
        </p:nvSpPr>
        <p:spPr>
          <a:xfrm>
            <a:off x="3544200" y="2700768"/>
            <a:ext cx="5461255" cy="39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Onde: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143;p7">
                <a:extLst>
                  <a:ext uri="{FF2B5EF4-FFF2-40B4-BE49-F238E27FC236}">
                    <a16:creationId xmlns:a16="http://schemas.microsoft.com/office/drawing/2014/main" id="{AE13C773-9C5B-5C96-5BDA-C6A8838DACD1}"/>
                  </a:ext>
                </a:extLst>
              </p:cNvPr>
              <p:cNvSpPr txBox="1"/>
              <p:nvPr/>
            </p:nvSpPr>
            <p:spPr>
              <a:xfrm>
                <a:off x="3544198" y="3133871"/>
                <a:ext cx="5599800" cy="396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52400" lvl="0">
                  <a:buClr>
                    <a:srgbClr val="3DA9FC"/>
                  </a:buClr>
                  <a:buSzPts val="12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b="1" i="1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</m:ctrlPr>
                        </m:sSubPr>
                        <m:e>
                          <m:r>
                            <a:rPr lang="pt-BR" sz="1600" b="1" i="1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𝒇</m:t>
                          </m:r>
                        </m:e>
                        <m:sub>
                          <m:r>
                            <a:rPr lang="pt-BR" sz="1600" b="1" i="1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𝒃</m:t>
                          </m:r>
                        </m:sub>
                      </m:sSub>
                      <m:r>
                        <a:rPr lang="pt-BR" sz="1600" b="1" i="1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Roboto"/>
                          <a:sym typeface="Roboto"/>
                        </a:rPr>
                        <m:t>=</m:t>
                      </m:r>
                      <m:r>
                        <a:rPr lang="pt-BR" sz="1600" b="1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Roboto"/>
                          <a:sym typeface="Roboto"/>
                        </a:rPr>
                        <m:t>𝟎</m:t>
                      </m:r>
                      <m:r>
                        <a:rPr lang="pt-BR" sz="1600" b="1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Roboto"/>
                          <a:sym typeface="Roboto"/>
                        </a:rPr>
                        <m:t>,</m:t>
                      </m:r>
                      <m:r>
                        <a:rPr lang="pt-BR" sz="1600" b="1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Roboto"/>
                          <a:sym typeface="Roboto"/>
                        </a:rPr>
                        <m:t>𝟕𝟓</m:t>
                      </m:r>
                      <m:r>
                        <a:rPr lang="pt-BR" sz="1600" b="1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Roboto"/>
                          <a:sym typeface="Roboto"/>
                        </a:rPr>
                        <m:t> . </m:t>
                      </m:r>
                      <m:sSub>
                        <m:sSubPr>
                          <m:ctrlPr>
                            <a:rPr lang="pt-BR" sz="1600" b="1" i="1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</m:ctrlPr>
                        </m:sSubPr>
                        <m:e>
                          <m:r>
                            <a:rPr lang="pt-BR" sz="1600" b="1" i="1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𝒇</m:t>
                          </m:r>
                        </m:e>
                        <m:sub>
                          <m:r>
                            <a:rPr lang="pt-BR" sz="1600" b="1" i="1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𝒚</m:t>
                          </m:r>
                        </m:sub>
                      </m:sSub>
                    </m:oMath>
                  </m:oMathPara>
                </a14:m>
                <a:endParaRPr lang="pt-BR" sz="1600" b="1" dirty="0">
                  <a:solidFill>
                    <a:srgbClr val="4C5764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mc:Choice>
        <mc:Fallback xmlns="">
          <p:sp>
            <p:nvSpPr>
              <p:cNvPr id="5" name="Google Shape;143;p7">
                <a:extLst>
                  <a:ext uri="{FF2B5EF4-FFF2-40B4-BE49-F238E27FC236}">
                    <a16:creationId xmlns:a16="http://schemas.microsoft.com/office/drawing/2014/main" id="{AE13C773-9C5B-5C96-5BDA-C6A8838DAC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198" y="3133871"/>
                <a:ext cx="5599800" cy="396192"/>
              </a:xfrm>
              <a:prstGeom prst="rect">
                <a:avLst/>
              </a:prstGeom>
              <a:blipFill>
                <a:blip r:embed="rId4"/>
                <a:stretch>
                  <a:fillRect b="-769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143;p7">
                <a:extLst>
                  <a:ext uri="{FF2B5EF4-FFF2-40B4-BE49-F238E27FC236}">
                    <a16:creationId xmlns:a16="http://schemas.microsoft.com/office/drawing/2014/main" id="{DF77D725-9D3C-2AB2-E3DD-124377D8CE54}"/>
                  </a:ext>
                </a:extLst>
              </p:cNvPr>
              <p:cNvSpPr txBox="1"/>
              <p:nvPr/>
            </p:nvSpPr>
            <p:spPr>
              <a:xfrm>
                <a:off x="3544198" y="3796285"/>
                <a:ext cx="5592872" cy="396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20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</m:ctrlPr>
                      </m:sSubPr>
                      <m:e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𝑓</m:t>
                        </m:r>
                      </m:e>
                      <m:sub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Roboto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pt-BR" sz="12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 - Limite escoamento do aço</a:t>
                </a:r>
              </a:p>
            </p:txBody>
          </p:sp>
        </mc:Choice>
        <mc:Fallback xmlns="">
          <p:sp>
            <p:nvSpPr>
              <p:cNvPr id="7" name="Google Shape;143;p7">
                <a:extLst>
                  <a:ext uri="{FF2B5EF4-FFF2-40B4-BE49-F238E27FC236}">
                    <a16:creationId xmlns:a16="http://schemas.microsoft.com/office/drawing/2014/main" id="{DF77D725-9D3C-2AB2-E3DD-124377D8CE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198" y="3796285"/>
                <a:ext cx="5592872" cy="3961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26607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Placas de Base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" name="Google Shape;143;p7">
            <a:extLst>
              <a:ext uri="{FF2B5EF4-FFF2-40B4-BE49-F238E27FC236}">
                <a16:creationId xmlns:a16="http://schemas.microsoft.com/office/drawing/2014/main" id="{9C81958B-AE4B-43C9-BC2C-2CBADE7FE55A}"/>
              </a:ext>
            </a:extLst>
          </p:cNvPr>
          <p:cNvSpPr txBox="1"/>
          <p:nvPr/>
        </p:nvSpPr>
        <p:spPr>
          <a:xfrm>
            <a:off x="3544199" y="723654"/>
            <a:ext cx="5592872" cy="1215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As dimensões da chapa de base são baseadas fundamentalmente na pressão admissível de contato da fundação.</a:t>
            </a:r>
          </a:p>
          <a:p>
            <a:pPr marL="1524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Sendo assim o dimensionamento da chapa de base deverá ser a resistência d concreto a compressão (fck) menor que a tensão aplicada pela chapa:</a:t>
            </a:r>
          </a:p>
          <a:p>
            <a:pPr marL="1524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Dimensionamento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143;p7">
                <a:extLst>
                  <a:ext uri="{FF2B5EF4-FFF2-40B4-BE49-F238E27FC236}">
                    <a16:creationId xmlns:a16="http://schemas.microsoft.com/office/drawing/2014/main" id="{978CC923-CD11-DCB8-FDC1-9C9A7571C210}"/>
                  </a:ext>
                </a:extLst>
              </p:cNvPr>
              <p:cNvSpPr txBox="1"/>
              <p:nvPr/>
            </p:nvSpPr>
            <p:spPr>
              <a:xfrm>
                <a:off x="3530343" y="2669199"/>
                <a:ext cx="5599800" cy="77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</m:ctrlPr>
                        </m:sSubPr>
                        <m:e>
                          <m: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Roboto"/>
                            </a:rPr>
                            <m:t>𝒇</m:t>
                          </m:r>
                        </m:e>
                        <m:sub>
                          <m: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𝒄</m:t>
                          </m:r>
                        </m:sub>
                      </m:sSub>
                      <m:r>
                        <a:rPr lang="pt-BR" sz="1600" b="1" i="1" smtClean="0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Roboto"/>
                          <a:sym typeface="Roboto"/>
                        </a:rPr>
                        <m:t>=</m:t>
                      </m:r>
                      <m:f>
                        <m:fPr>
                          <m:ctrlP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</m:ctrlPr>
                        </m:fPr>
                        <m:num>
                          <m: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𝑵</m:t>
                          </m:r>
                        </m:num>
                        <m:den>
                          <m: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𝒃</m:t>
                          </m:r>
                        </m:den>
                      </m:f>
                      <m:r>
                        <a:rPr lang="pt-BR" sz="1600" b="1" i="1" smtClean="0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Roboto"/>
                          <a:sym typeface="Roboto"/>
                        </a:rPr>
                        <m:t>. </m:t>
                      </m:r>
                      <m:r>
                        <a:rPr lang="pt-BR" sz="1600" b="1" i="1" smtClean="0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Roboto"/>
                          <a:sym typeface="Roboto"/>
                        </a:rPr>
                        <m:t>𝒄</m:t>
                      </m:r>
                      <m:r>
                        <a:rPr lang="pt-BR" sz="1600" b="1" i="1" smtClean="0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Roboto"/>
                        </a:rPr>
                        <m:t>≤</m:t>
                      </m:r>
                      <m:sSub>
                        <m:sSubPr>
                          <m:ctrlP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Roboto"/>
                            </a:rPr>
                          </m:ctrlPr>
                        </m:sSubPr>
                        <m:e>
                          <m: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Roboto"/>
                            </a:rPr>
                            <m:t>𝒇</m:t>
                          </m:r>
                        </m:e>
                        <m:sub>
                          <m: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Roboto"/>
                            </a:rPr>
                            <m:t>𝒄𝒌</m:t>
                          </m:r>
                        </m:sub>
                      </m:sSub>
                    </m:oMath>
                  </m:oMathPara>
                </a14:m>
                <a:endParaRPr lang="pt-BR" sz="1600" b="1" dirty="0">
                  <a:solidFill>
                    <a:srgbClr val="4C5764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mc:Choice>
        <mc:Fallback xmlns="">
          <p:sp>
            <p:nvSpPr>
              <p:cNvPr id="2" name="Google Shape;143;p7">
                <a:extLst>
                  <a:ext uri="{FF2B5EF4-FFF2-40B4-BE49-F238E27FC236}">
                    <a16:creationId xmlns:a16="http://schemas.microsoft.com/office/drawing/2014/main" id="{978CC923-CD11-DCB8-FDC1-9C9A7571C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0343" y="2669199"/>
                <a:ext cx="5599800" cy="778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13443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587A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6"/>
          <p:cNvSpPr txBox="1"/>
          <p:nvPr/>
        </p:nvSpPr>
        <p:spPr>
          <a:xfrm>
            <a:off x="1628979" y="1743450"/>
            <a:ext cx="5886042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pt-BR" sz="4200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Muito obrigado e eu te vejo na próxima aula!</a:t>
            </a:r>
            <a:endParaRPr sz="42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Placas de Base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" name="Google Shape;143;p7">
            <a:extLst>
              <a:ext uri="{FF2B5EF4-FFF2-40B4-BE49-F238E27FC236}">
                <a16:creationId xmlns:a16="http://schemas.microsoft.com/office/drawing/2014/main" id="{9C81958B-AE4B-43C9-BC2C-2CBADE7FE55A}"/>
              </a:ext>
            </a:extLst>
          </p:cNvPr>
          <p:cNvSpPr txBox="1"/>
          <p:nvPr/>
        </p:nvSpPr>
        <p:spPr>
          <a:xfrm>
            <a:off x="3544199" y="723654"/>
            <a:ext cx="5592872" cy="1215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As dimensões da chapa de base são baseadas fundamentalmente na pressão admissível de contato da fundação.</a:t>
            </a:r>
          </a:p>
          <a:p>
            <a:pPr marL="1524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Sendo assim o dimensionamento da chapa de base deverá ser a resistência d concreto a compressão (fck) menor que a tensão aplicada pela chapa:</a:t>
            </a:r>
          </a:p>
          <a:p>
            <a:pPr marL="1524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Dimensionamento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143;p7">
                <a:extLst>
                  <a:ext uri="{FF2B5EF4-FFF2-40B4-BE49-F238E27FC236}">
                    <a16:creationId xmlns:a16="http://schemas.microsoft.com/office/drawing/2014/main" id="{C2B60A26-5F47-D749-D2A6-79C41BD0E30E}"/>
                  </a:ext>
                </a:extLst>
              </p:cNvPr>
              <p:cNvSpPr txBox="1"/>
              <p:nvPr/>
            </p:nvSpPr>
            <p:spPr>
              <a:xfrm>
                <a:off x="3537271" y="3953567"/>
                <a:ext cx="5592872" cy="11379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20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</m:ctrlPr>
                      </m:sSubPr>
                      <m:e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Roboto"/>
                          </a:rPr>
                          <m:t>𝜎</m:t>
                        </m:r>
                      </m:e>
                      <m:sub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𝑐</m:t>
                        </m:r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,</m:t>
                        </m:r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𝑅𝑑</m:t>
                        </m:r>
                      </m:sub>
                    </m:sSub>
                  </m:oMath>
                </a14:m>
                <a:r>
                  <a:rPr lang="pt-BR" sz="12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 - Resistência à pressão de contato na base de concreto</a:t>
                </a:r>
              </a:p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:r>
                  <a:rPr lang="pt-BR" sz="12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A</a:t>
                </a:r>
                <a:r>
                  <a:rPr lang="pt-BR" sz="1200" baseline="-250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1</a:t>
                </a:r>
                <a:r>
                  <a:rPr lang="pt-BR" sz="12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 – Área da placa de base</a:t>
                </a:r>
              </a:p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:r>
                  <a:rPr lang="pt-BR" sz="12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A</a:t>
                </a:r>
                <a:r>
                  <a:rPr lang="pt-BR" sz="1200" baseline="-250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2</a:t>
                </a:r>
                <a:r>
                  <a:rPr lang="pt-BR" sz="12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 – Área da base de concreto</a:t>
                </a:r>
              </a:p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20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</m:ctrlPr>
                      </m:sSubPr>
                      <m:e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Roboto"/>
                          </a:rPr>
                          <m:t>𝛾</m:t>
                        </m:r>
                      </m:e>
                      <m:sub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pt-BR" sz="12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 = Coeficiente de ponderação da resistência do concreto = 1,4</a:t>
                </a:r>
              </a:p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20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</m:ctrlPr>
                      </m:sSubPr>
                      <m:e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Roboto"/>
                          </a:rPr>
                          <m:t>𝛾</m:t>
                        </m:r>
                      </m:e>
                      <m:sub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sz="12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 = Coeficiente de comportamento = 1,4</a:t>
                </a:r>
              </a:p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:endParaRPr lang="pt-BR" sz="1200" dirty="0">
                  <a:solidFill>
                    <a:srgbClr val="4C5764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mc:Choice>
        <mc:Fallback xmlns="">
          <p:sp>
            <p:nvSpPr>
              <p:cNvPr id="4" name="Google Shape;143;p7">
                <a:extLst>
                  <a:ext uri="{FF2B5EF4-FFF2-40B4-BE49-F238E27FC236}">
                    <a16:creationId xmlns:a16="http://schemas.microsoft.com/office/drawing/2014/main" id="{C2B60A26-5F47-D749-D2A6-79C41BD0E3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7271" y="3953567"/>
                <a:ext cx="5592872" cy="11379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143;p7">
                <a:extLst>
                  <a:ext uri="{FF2B5EF4-FFF2-40B4-BE49-F238E27FC236}">
                    <a16:creationId xmlns:a16="http://schemas.microsoft.com/office/drawing/2014/main" id="{978CC923-CD11-DCB8-FDC1-9C9A7571C210}"/>
                  </a:ext>
                </a:extLst>
              </p:cNvPr>
              <p:cNvSpPr txBox="1"/>
              <p:nvPr/>
            </p:nvSpPr>
            <p:spPr>
              <a:xfrm>
                <a:off x="3530343" y="2669199"/>
                <a:ext cx="5599800" cy="77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</m:ctrlPr>
                        </m:sSubPr>
                        <m:e>
                          <m: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Roboto"/>
                            </a:rPr>
                            <m:t>𝒇</m:t>
                          </m:r>
                        </m:e>
                        <m:sub>
                          <m: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𝒄</m:t>
                          </m:r>
                        </m:sub>
                      </m:sSub>
                      <m:r>
                        <a:rPr lang="pt-BR" sz="1600" b="1" i="1" smtClean="0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Roboto"/>
                          <a:sym typeface="Roboto"/>
                        </a:rPr>
                        <m:t>=</m:t>
                      </m:r>
                      <m:f>
                        <m:fPr>
                          <m:ctrlP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</m:ctrlPr>
                        </m:fPr>
                        <m:num>
                          <m: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𝑵</m:t>
                          </m:r>
                        </m:num>
                        <m:den>
                          <m: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𝒃</m:t>
                          </m:r>
                        </m:den>
                      </m:f>
                      <m:r>
                        <a:rPr lang="pt-BR" sz="1600" b="1" i="1" smtClean="0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Roboto"/>
                          <a:sym typeface="Roboto"/>
                        </a:rPr>
                        <m:t>. </m:t>
                      </m:r>
                      <m:r>
                        <a:rPr lang="pt-BR" sz="1600" b="1" i="1" smtClean="0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Roboto"/>
                          <a:sym typeface="Roboto"/>
                        </a:rPr>
                        <m:t>𝒄</m:t>
                      </m:r>
                      <m:r>
                        <a:rPr lang="pt-BR" sz="1600" b="1" i="1" smtClean="0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Roboto"/>
                        </a:rPr>
                        <m:t>≤</m:t>
                      </m:r>
                      <m:sSub>
                        <m:sSubPr>
                          <m:ctrlP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Roboto"/>
                            </a:rPr>
                          </m:ctrlPr>
                        </m:sSubPr>
                        <m:e>
                          <m: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Roboto"/>
                            </a:rPr>
                            <m:t>𝒇</m:t>
                          </m:r>
                        </m:e>
                        <m:sub>
                          <m: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Roboto"/>
                            </a:rPr>
                            <m:t>𝒄𝒌</m:t>
                          </m:r>
                        </m:sub>
                      </m:sSub>
                    </m:oMath>
                  </m:oMathPara>
                </a14:m>
                <a:endParaRPr lang="pt-BR" sz="1600" b="1" dirty="0">
                  <a:solidFill>
                    <a:srgbClr val="4C5764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mc:Choice>
        <mc:Fallback xmlns="">
          <p:sp>
            <p:nvSpPr>
              <p:cNvPr id="2" name="Google Shape;143;p7">
                <a:extLst>
                  <a:ext uri="{FF2B5EF4-FFF2-40B4-BE49-F238E27FC236}">
                    <a16:creationId xmlns:a16="http://schemas.microsoft.com/office/drawing/2014/main" id="{978CC923-CD11-DCB8-FDC1-9C9A7571C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0343" y="2669199"/>
                <a:ext cx="5599800" cy="7788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64635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Placas de Base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" name="Google Shape;143;p7">
            <a:extLst>
              <a:ext uri="{FF2B5EF4-FFF2-40B4-BE49-F238E27FC236}">
                <a16:creationId xmlns:a16="http://schemas.microsoft.com/office/drawing/2014/main" id="{9C81958B-AE4B-43C9-BC2C-2CBADE7FE55A}"/>
              </a:ext>
            </a:extLst>
          </p:cNvPr>
          <p:cNvSpPr txBox="1"/>
          <p:nvPr/>
        </p:nvSpPr>
        <p:spPr>
          <a:xfrm>
            <a:off x="3544199" y="723654"/>
            <a:ext cx="5461256" cy="1215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O projeto de bases rotuladas consiste em verificar a resistência da base de concreto em funções das dimensões em planta da placa de base e determinar a sua espessura:</a:t>
            </a: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Bases Rotuladas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143;p7">
                <a:extLst>
                  <a:ext uri="{FF2B5EF4-FFF2-40B4-BE49-F238E27FC236}">
                    <a16:creationId xmlns:a16="http://schemas.microsoft.com/office/drawing/2014/main" id="{C2B60A26-5F47-D749-D2A6-79C41BD0E30E}"/>
                  </a:ext>
                </a:extLst>
              </p:cNvPr>
              <p:cNvSpPr txBox="1"/>
              <p:nvPr/>
            </p:nvSpPr>
            <p:spPr>
              <a:xfrm>
                <a:off x="3547662" y="2574763"/>
                <a:ext cx="5592872" cy="11379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20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</m:ctrlPr>
                      </m:sSubPr>
                      <m:e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Roboto"/>
                          </a:rPr>
                          <m:t>𝜎</m:t>
                        </m:r>
                      </m:e>
                      <m:sub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𝑐</m:t>
                        </m:r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,</m:t>
                        </m:r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𝑅𝑑</m:t>
                        </m:r>
                      </m:sub>
                    </m:sSub>
                  </m:oMath>
                </a14:m>
                <a:r>
                  <a:rPr lang="pt-BR" sz="12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 - Resistência à pressão de contato na base de concreto</a:t>
                </a:r>
              </a:p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:r>
                  <a:rPr lang="pt-BR" sz="12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A</a:t>
                </a:r>
                <a:r>
                  <a:rPr lang="pt-BR" sz="1200" baseline="-250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1</a:t>
                </a:r>
                <a:r>
                  <a:rPr lang="pt-BR" sz="12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 – Área da placa de base</a:t>
                </a:r>
              </a:p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:r>
                  <a:rPr lang="pt-BR" sz="12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A</a:t>
                </a:r>
                <a:r>
                  <a:rPr lang="pt-BR" sz="1200" baseline="-250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2</a:t>
                </a:r>
                <a:r>
                  <a:rPr lang="pt-BR" sz="12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 – Área da base de concreto</a:t>
                </a:r>
              </a:p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20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</m:ctrlPr>
                      </m:sSubPr>
                      <m:e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Roboto"/>
                          </a:rPr>
                          <m:t>𝛾</m:t>
                        </m:r>
                      </m:e>
                      <m:sub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pt-BR" sz="12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 = Coeficiente de ponderação da resistência do concreto = 1,4</a:t>
                </a:r>
              </a:p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20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</m:ctrlPr>
                      </m:sSubPr>
                      <m:e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Roboto"/>
                          </a:rPr>
                          <m:t>𝛾</m:t>
                        </m:r>
                      </m:e>
                      <m:sub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sz="12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 = Coeficiente de comportamento = 1,4</a:t>
                </a:r>
              </a:p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:endParaRPr lang="pt-BR" sz="1200" dirty="0">
                  <a:solidFill>
                    <a:srgbClr val="4C5764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mc:Choice>
        <mc:Fallback xmlns="">
          <p:sp>
            <p:nvSpPr>
              <p:cNvPr id="4" name="Google Shape;143;p7">
                <a:extLst>
                  <a:ext uri="{FF2B5EF4-FFF2-40B4-BE49-F238E27FC236}">
                    <a16:creationId xmlns:a16="http://schemas.microsoft.com/office/drawing/2014/main" id="{C2B60A26-5F47-D749-D2A6-79C41BD0E3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7662" y="2574763"/>
                <a:ext cx="5592872" cy="11379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143;p7">
                <a:extLst>
                  <a:ext uri="{FF2B5EF4-FFF2-40B4-BE49-F238E27FC236}">
                    <a16:creationId xmlns:a16="http://schemas.microsoft.com/office/drawing/2014/main" id="{978CC923-CD11-DCB8-FDC1-9C9A7571C210}"/>
                  </a:ext>
                </a:extLst>
              </p:cNvPr>
              <p:cNvSpPr txBox="1"/>
              <p:nvPr/>
            </p:nvSpPr>
            <p:spPr>
              <a:xfrm>
                <a:off x="3544198" y="1751732"/>
                <a:ext cx="5599800" cy="9490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</m:ctrlPr>
                        </m:sSubPr>
                        <m:e>
                          <m: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Roboto"/>
                            </a:rPr>
                            <m:t>𝝈</m:t>
                          </m:r>
                        </m:e>
                        <m:sub>
                          <m: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𝒄</m:t>
                          </m:r>
                          <m: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,</m:t>
                          </m:r>
                          <m: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𝑹𝒅</m:t>
                          </m:r>
                        </m:sub>
                      </m:sSub>
                      <m:r>
                        <a:rPr lang="pt-BR" sz="1600" b="1" i="1" smtClean="0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Roboto"/>
                          <a:sym typeface="Roboto"/>
                        </a:rPr>
                        <m:t>=</m:t>
                      </m:r>
                      <m:f>
                        <m:fPr>
                          <m:ctrlP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1600" b="1" i="1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</m:ctrlPr>
                            </m:sSubPr>
                            <m:e>
                              <m:r>
                                <a:rPr lang="pt-BR" sz="1600" b="1" i="1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pt-BR" sz="1600" b="1" i="1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𝒄𝒌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sz="1600" b="1" i="1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</m:ctrlPr>
                            </m:sSubPr>
                            <m:e>
                              <m:r>
                                <a:rPr lang="pt-BR" sz="1600" b="1" i="1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Roboto"/>
                                </a:rPr>
                                <m:t>𝜸</m:t>
                              </m:r>
                            </m:e>
                            <m:sub>
                              <m:r>
                                <a:rPr lang="pt-BR" sz="1600" b="1" i="1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𝒄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1600" b="1" i="1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</m:ctrlPr>
                            </m:sSubPr>
                            <m:e>
                              <m:r>
                                <a:rPr lang="pt-BR" sz="1600" b="1" i="1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Roboto"/>
                                </a:rPr>
                                <m:t>𝜸</m:t>
                              </m:r>
                            </m:e>
                            <m:sub>
                              <m:r>
                                <a:rPr lang="pt-BR" sz="1600" b="1" i="1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𝒏</m:t>
                              </m:r>
                            </m:sub>
                          </m:sSub>
                        </m:den>
                      </m:f>
                      <m:rad>
                        <m:radPr>
                          <m:degHide m:val="on"/>
                          <m:ctrlP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pt-BR" sz="1600" b="1" i="1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pt-BR" sz="1600" b="1" i="1" smtClean="0">
                                      <a:solidFill>
                                        <a:srgbClr val="4C5764"/>
                                      </a:solidFill>
                                      <a:latin typeface="Cambria Math" panose="02040503050406030204" pitchFamily="18" charset="0"/>
                                      <a:ea typeface="Roboto"/>
                                      <a:sym typeface="Roboto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b="1" i="1" smtClean="0">
                                      <a:solidFill>
                                        <a:srgbClr val="4C5764"/>
                                      </a:solidFill>
                                      <a:latin typeface="Cambria Math" panose="02040503050406030204" pitchFamily="18" charset="0"/>
                                      <a:ea typeface="Roboto"/>
                                      <a:sym typeface="Roboto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pt-BR" sz="1600" b="1" i="1" smtClean="0">
                                      <a:solidFill>
                                        <a:srgbClr val="4C5764"/>
                                      </a:solidFill>
                                      <a:latin typeface="Cambria Math" panose="02040503050406030204" pitchFamily="18" charset="0"/>
                                      <a:ea typeface="Roboto"/>
                                      <a:sym typeface="Roboto"/>
                                    </a:rPr>
                                    <m:t>𝟐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pt-BR" sz="1600" b="1" i="1" smtClean="0">
                                      <a:solidFill>
                                        <a:srgbClr val="4C5764"/>
                                      </a:solidFill>
                                      <a:latin typeface="Cambria Math" panose="02040503050406030204" pitchFamily="18" charset="0"/>
                                      <a:ea typeface="Roboto"/>
                                      <a:sym typeface="Roboto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b="1" i="1" smtClean="0">
                                      <a:solidFill>
                                        <a:srgbClr val="4C5764"/>
                                      </a:solidFill>
                                      <a:latin typeface="Cambria Math" panose="02040503050406030204" pitchFamily="18" charset="0"/>
                                      <a:ea typeface="Roboto"/>
                                      <a:sym typeface="Roboto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pt-BR" sz="1600" b="1" i="1" smtClean="0">
                                      <a:solidFill>
                                        <a:srgbClr val="4C5764"/>
                                      </a:solidFill>
                                      <a:latin typeface="Cambria Math" panose="02040503050406030204" pitchFamily="18" charset="0"/>
                                      <a:ea typeface="Roboto"/>
                                      <a:sym typeface="Roboto"/>
                                    </a:rPr>
                                    <m:t>𝟏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  <m:r>
                        <a:rPr lang="pt-BR" sz="1600" b="1" i="1" smtClean="0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Roboto"/>
                        </a:rPr>
                        <m:t>≤</m:t>
                      </m:r>
                      <m:sSub>
                        <m:sSubPr>
                          <m:ctrlP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Roboto"/>
                            </a:rPr>
                          </m:ctrlPr>
                        </m:sSubPr>
                        <m:e>
                          <m: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Roboto"/>
                            </a:rPr>
                            <m:t>𝒇</m:t>
                          </m:r>
                        </m:e>
                        <m:sub>
                          <m: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Roboto"/>
                            </a:rPr>
                            <m:t>𝒄𝒌</m:t>
                          </m:r>
                        </m:sub>
                      </m:sSub>
                    </m:oMath>
                  </m:oMathPara>
                </a14:m>
                <a:endParaRPr lang="pt-BR" sz="1600" b="1" dirty="0">
                  <a:solidFill>
                    <a:srgbClr val="4C5764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mc:Choice>
        <mc:Fallback xmlns="">
          <p:sp>
            <p:nvSpPr>
              <p:cNvPr id="2" name="Google Shape;143;p7">
                <a:extLst>
                  <a:ext uri="{FF2B5EF4-FFF2-40B4-BE49-F238E27FC236}">
                    <a16:creationId xmlns:a16="http://schemas.microsoft.com/office/drawing/2014/main" id="{978CC923-CD11-DCB8-FDC1-9C9A7571C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198" y="1751732"/>
                <a:ext cx="5599800" cy="9490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143;p7">
                <a:extLst>
                  <a:ext uri="{FF2B5EF4-FFF2-40B4-BE49-F238E27FC236}">
                    <a16:creationId xmlns:a16="http://schemas.microsoft.com/office/drawing/2014/main" id="{E689789D-F1ED-AF7F-AC6F-4BBB1316631C}"/>
                  </a:ext>
                </a:extLst>
              </p:cNvPr>
              <p:cNvSpPr txBox="1"/>
              <p:nvPr/>
            </p:nvSpPr>
            <p:spPr>
              <a:xfrm>
                <a:off x="3544200" y="3712670"/>
                <a:ext cx="5461255" cy="12153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52400" marR="0" lvl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:r>
                  <a:rPr lang="pt-BR" sz="1600" b="1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A resistência à pressão de contato aumenta à medida que a área da base de concreto aumenta, sendo assim a máxima resistência ocorre quando a relação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1600" b="1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sz="1600" b="1" i="1" smtClean="0">
                                <a:solidFill>
                                  <a:srgbClr val="4C5764"/>
                                </a:solidFill>
                                <a:latin typeface="Cambria Math" panose="02040503050406030204" pitchFamily="18" charset="0"/>
                                <a:ea typeface="Roboto"/>
                                <a:sym typeface="Roboto"/>
                              </a:rPr>
                            </m:ctrlPr>
                          </m:sSubPr>
                          <m:e>
                            <m:r>
                              <a:rPr lang="pt-BR" sz="1600" b="1" i="1" smtClean="0">
                                <a:solidFill>
                                  <a:srgbClr val="4C5764"/>
                                </a:solidFill>
                                <a:latin typeface="Cambria Math" panose="02040503050406030204" pitchFamily="18" charset="0"/>
                                <a:ea typeface="Roboto"/>
                                <a:sym typeface="Roboto"/>
                              </a:rPr>
                              <m:t>𝑨</m:t>
                            </m:r>
                          </m:e>
                          <m:sub>
                            <m:r>
                              <a:rPr lang="pt-BR" sz="1600" b="1" i="1" smtClean="0">
                                <a:solidFill>
                                  <a:srgbClr val="4C5764"/>
                                </a:solidFill>
                                <a:latin typeface="Cambria Math" panose="02040503050406030204" pitchFamily="18" charset="0"/>
                                <a:ea typeface="Roboto"/>
                                <a:sym typeface="Roboto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pt-BR" sz="1600" b="1" i="1" smtClean="0">
                                <a:solidFill>
                                  <a:srgbClr val="4C5764"/>
                                </a:solidFill>
                                <a:latin typeface="Cambria Math" panose="02040503050406030204" pitchFamily="18" charset="0"/>
                                <a:ea typeface="Roboto"/>
                                <a:sym typeface="Roboto"/>
                              </a:rPr>
                            </m:ctrlPr>
                          </m:sSubPr>
                          <m:e>
                            <m:r>
                              <a:rPr lang="pt-BR" sz="1600" b="1" i="1" smtClean="0">
                                <a:solidFill>
                                  <a:srgbClr val="4C5764"/>
                                </a:solidFill>
                                <a:latin typeface="Cambria Math" panose="02040503050406030204" pitchFamily="18" charset="0"/>
                                <a:ea typeface="Roboto"/>
                                <a:sym typeface="Roboto"/>
                              </a:rPr>
                              <m:t>𝑨</m:t>
                            </m:r>
                          </m:e>
                          <m:sub>
                            <m:r>
                              <a:rPr lang="pt-BR" sz="1600" b="1" i="1" smtClean="0">
                                <a:solidFill>
                                  <a:srgbClr val="4C5764"/>
                                </a:solidFill>
                                <a:latin typeface="Cambria Math" panose="02040503050406030204" pitchFamily="18" charset="0"/>
                                <a:ea typeface="Roboto"/>
                                <a:sym typeface="Roboto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pt-BR" sz="1600" b="1" i="1" smtClean="0">
                        <a:solidFill>
                          <a:srgbClr val="4C5764"/>
                        </a:solidFill>
                        <a:latin typeface="Cambria Math" panose="02040503050406030204" pitchFamily="18" charset="0"/>
                        <a:ea typeface="Roboto"/>
                        <a:sym typeface="Roboto"/>
                      </a:rPr>
                      <m:t> </m:t>
                    </m:r>
                  </m:oMath>
                </a14:m>
                <a:r>
                  <a:rPr lang="pt-BR" sz="1600" b="1" dirty="0">
                    <a:solidFill>
                      <a:srgbClr val="4C5764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Roboto"/>
                  </a:rPr>
                  <a:t>≥ 4</a:t>
                </a:r>
                <a:endParaRPr lang="pt-BR" sz="1600" b="1" dirty="0">
                  <a:solidFill>
                    <a:srgbClr val="4C5764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mc:Choice>
        <mc:Fallback xmlns="">
          <p:sp>
            <p:nvSpPr>
              <p:cNvPr id="3" name="Google Shape;143;p7">
                <a:extLst>
                  <a:ext uri="{FF2B5EF4-FFF2-40B4-BE49-F238E27FC236}">
                    <a16:creationId xmlns:a16="http://schemas.microsoft.com/office/drawing/2014/main" id="{E689789D-F1ED-AF7F-AC6F-4BBB131663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200" y="3712670"/>
                <a:ext cx="5461255" cy="1215393"/>
              </a:xfrm>
              <a:prstGeom prst="rect">
                <a:avLst/>
              </a:prstGeom>
              <a:blipFill>
                <a:blip r:embed="rId5"/>
                <a:stretch>
                  <a:fillRect r="-67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73974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Placas de Base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" name="Google Shape;143;p7">
            <a:extLst>
              <a:ext uri="{FF2B5EF4-FFF2-40B4-BE49-F238E27FC236}">
                <a16:creationId xmlns:a16="http://schemas.microsoft.com/office/drawing/2014/main" id="{9C81958B-AE4B-43C9-BC2C-2CBADE7FE55A}"/>
              </a:ext>
            </a:extLst>
          </p:cNvPr>
          <p:cNvSpPr txBox="1"/>
          <p:nvPr/>
        </p:nvSpPr>
        <p:spPr>
          <a:xfrm>
            <a:off x="3544200" y="814298"/>
            <a:ext cx="5599800" cy="2149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Abaixo temos os possíveis casos de esforços que são transferidos  pelas bases às fundações:</a:t>
            </a: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Carregamentos</a:t>
            </a:r>
          </a:p>
        </p:txBody>
      </p:sp>
      <p:sp>
        <p:nvSpPr>
          <p:cNvPr id="4" name="Google Shape;143;p7">
            <a:extLst>
              <a:ext uri="{FF2B5EF4-FFF2-40B4-BE49-F238E27FC236}">
                <a16:creationId xmlns:a16="http://schemas.microsoft.com/office/drawing/2014/main" id="{C2B60A26-5F47-D749-D2A6-79C41BD0E30E}"/>
              </a:ext>
            </a:extLst>
          </p:cNvPr>
          <p:cNvSpPr txBox="1"/>
          <p:nvPr/>
        </p:nvSpPr>
        <p:spPr>
          <a:xfrm>
            <a:off x="3783815" y="3854495"/>
            <a:ext cx="4757512" cy="39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953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+mj-lt"/>
              <a:buAutoNum type="alphaLcParenR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Força Axial e Cortante</a:t>
            </a:r>
          </a:p>
          <a:p>
            <a:pPr marL="4953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+mj-lt"/>
              <a:buAutoNum type="alphaLcParenR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Força Axial e Tração</a:t>
            </a:r>
          </a:p>
          <a:p>
            <a:pPr marL="4953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+mj-lt"/>
              <a:buAutoNum type="alphaLcParenR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Binário (Compressão e Tração) e Cortante</a:t>
            </a:r>
          </a:p>
          <a:p>
            <a:pPr marL="4953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+mj-lt"/>
              <a:buAutoNum type="alphaLcParenR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Força Axial e Momento</a:t>
            </a:r>
          </a:p>
          <a:p>
            <a:pPr marL="4953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+mj-lt"/>
              <a:buAutoNum type="alphaLcParenR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5BC4A5B-5A2F-7030-E9BC-B98A93AB6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9992" y="1579899"/>
            <a:ext cx="2597727" cy="228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11099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4802</TotalTime>
  <Words>1093</Words>
  <Application>Microsoft Office PowerPoint</Application>
  <PresentationFormat>Apresentação na tela (16:9)</PresentationFormat>
  <Paragraphs>161</Paragraphs>
  <Slides>22</Slides>
  <Notes>22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9" baseType="lpstr">
      <vt:lpstr>Roboto Light</vt:lpstr>
      <vt:lpstr>Arial</vt:lpstr>
      <vt:lpstr>Calibri</vt:lpstr>
      <vt:lpstr>Roboto Black</vt:lpstr>
      <vt:lpstr>Roboto</vt:lpstr>
      <vt:lpstr>Cambria Math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Leônidas Müller de Oliveira</cp:lastModifiedBy>
  <cp:revision>1</cp:revision>
  <dcterms:modified xsi:type="dcterms:W3CDTF">2025-06-06T17:15:40Z</dcterms:modified>
</cp:coreProperties>
</file>