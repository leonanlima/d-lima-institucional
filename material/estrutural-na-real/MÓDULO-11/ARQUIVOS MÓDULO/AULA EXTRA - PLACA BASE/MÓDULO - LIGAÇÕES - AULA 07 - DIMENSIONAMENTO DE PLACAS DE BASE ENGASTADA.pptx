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7" r:id="rId2"/>
    <p:sldId id="297" r:id="rId3"/>
    <p:sldId id="285" r:id="rId4"/>
    <p:sldId id="298" r:id="rId5"/>
    <p:sldId id="294" r:id="rId6"/>
    <p:sldId id="305" r:id="rId7"/>
    <p:sldId id="303" r:id="rId8"/>
    <p:sldId id="304" r:id="rId9"/>
    <p:sldId id="302" r:id="rId10"/>
    <p:sldId id="295" r:id="rId11"/>
    <p:sldId id="281" r:id="rId12"/>
    <p:sldId id="301" r:id="rId13"/>
    <p:sldId id="299" r:id="rId14"/>
    <p:sldId id="300" r:id="rId15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17"/>
      <p:bold r:id="rId18"/>
      <p:italic r:id="rId19"/>
      <p:boldItalic r:id="rId20"/>
    </p:embeddedFont>
    <p:embeddedFont>
      <p:font typeface="Cambria Math" panose="02040503050406030204" pitchFamily="18" charset="0"/>
      <p:regular r:id="rId21"/>
    </p:embeddedFont>
    <p:embeddedFont>
      <p:font typeface="Roboto" panose="02000000000000000000" pitchFamily="2" charset="0"/>
      <p:regular r:id="rId22"/>
      <p:bold r:id="rId23"/>
      <p:italic r:id="rId24"/>
      <p:boldItalic r:id="rId25"/>
    </p:embeddedFont>
    <p:embeddedFont>
      <p:font typeface="Roboto Black" panose="02000000000000000000" pitchFamily="2" charset="0"/>
      <p:bold r:id="rId26"/>
      <p:boldItalic r:id="rId27"/>
    </p:embeddedFont>
    <p:embeddedFont>
      <p:font typeface="Roboto Light" panose="02000000000000000000" pitchFamily="2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go="http://customooxmlschemas.google.com/" r:id="rId46" roundtripDataSignature="AMtx7miIJMjT5N1UhotwkRym+xiseY5+Z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9B1ECC0-900C-4F7F-A4A5-FFBA2A33C7A4}" v="589" dt="2023-09-20T00:38:49.58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35" autoAdjust="0"/>
    <p:restoredTop sz="94660"/>
  </p:normalViewPr>
  <p:slideViewPr>
    <p:cSldViewPr snapToGrid="0">
      <p:cViewPr varScale="1">
        <p:scale>
          <a:sx n="138" d="100"/>
          <a:sy n="138" d="100"/>
        </p:scale>
        <p:origin x="81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21" Type="http://schemas.openxmlformats.org/officeDocument/2006/relationships/font" Target="fonts/font5.fntdata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46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font" Target="fonts/font15.fntdata"/><Relationship Id="rId52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font" Target="fonts/font14.fntdata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microsoft.com/office/2016/11/relationships/changesInfo" Target="changesInfos/changesInfo1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ônidas Müller de Oliveira" userId="5af9566427f0cd7a" providerId="LiveId" clId="{3344669D-1940-4205-9E28-49C052E40417}"/>
    <pc:docChg chg="undo custSel addSld delSld modSld">
      <pc:chgData name="Leônidas Müller de Oliveira" userId="5af9566427f0cd7a" providerId="LiveId" clId="{3344669D-1940-4205-9E28-49C052E40417}" dt="2022-08-29T13:36:23.836" v="888" actId="20577"/>
      <pc:docMkLst>
        <pc:docMk/>
      </pc:docMkLst>
      <pc:sldChg chg="modSp mod">
        <pc:chgData name="Leônidas Müller de Oliveira" userId="5af9566427f0cd7a" providerId="LiveId" clId="{3344669D-1940-4205-9E28-49C052E40417}" dt="2022-08-29T13:36:23.836" v="888" actId="20577"/>
        <pc:sldMkLst>
          <pc:docMk/>
          <pc:sldMk cId="0" sldId="257"/>
        </pc:sldMkLst>
        <pc:spChg chg="mod">
          <ac:chgData name="Leônidas Müller de Oliveira" userId="5af9566427f0cd7a" providerId="LiveId" clId="{3344669D-1940-4205-9E28-49C052E40417}" dt="2022-08-29T13:36:23.836" v="888" actId="20577"/>
          <ac:spMkLst>
            <pc:docMk/>
            <pc:sldMk cId="0" sldId="257"/>
            <ac:spMk id="66" creationId="{00000000-0000-0000-0000-000000000000}"/>
          </ac:spMkLst>
        </pc:spChg>
        <pc:spChg chg="mod">
          <ac:chgData name="Leônidas Müller de Oliveira" userId="5af9566427f0cd7a" providerId="LiveId" clId="{3344669D-1940-4205-9E28-49C052E40417}" dt="2022-08-29T13:36:05.541" v="880" actId="20577"/>
          <ac:spMkLst>
            <pc:docMk/>
            <pc:sldMk cId="0" sldId="257"/>
            <ac:spMk id="67" creationId="{00000000-0000-0000-0000-000000000000}"/>
          </ac:spMkLst>
        </pc:spChg>
      </pc:sldChg>
      <pc:sldChg chg="del">
        <pc:chgData name="Leônidas Müller de Oliveira" userId="5af9566427f0cd7a" providerId="LiveId" clId="{3344669D-1940-4205-9E28-49C052E40417}" dt="2022-08-29T13:35:26.249" v="761" actId="47"/>
        <pc:sldMkLst>
          <pc:docMk/>
          <pc:sldMk cId="0" sldId="262"/>
        </pc:sldMkLst>
      </pc:sldChg>
      <pc:sldChg chg="modSp mod">
        <pc:chgData name="Leônidas Müller de Oliveira" userId="5af9566427f0cd7a" providerId="LiveId" clId="{3344669D-1940-4205-9E28-49C052E40417}" dt="2022-08-29T13:35:55.274" v="877" actId="1076"/>
        <pc:sldMkLst>
          <pc:docMk/>
          <pc:sldMk cId="0" sldId="281"/>
        </pc:sldMkLst>
        <pc:spChg chg="mod">
          <ac:chgData name="Leônidas Müller de Oliveira" userId="5af9566427f0cd7a" providerId="LiveId" clId="{3344669D-1940-4205-9E28-49C052E40417}" dt="2022-08-29T13:35:55.274" v="877" actId="1076"/>
          <ac:spMkLst>
            <pc:docMk/>
            <pc:sldMk cId="0" sldId="281"/>
            <ac:spMk id="337" creationId="{00000000-0000-0000-0000-000000000000}"/>
          </ac:spMkLst>
        </pc:spChg>
      </pc:sldChg>
      <pc:sldChg chg="modSp mod">
        <pc:chgData name="Leônidas Müller de Oliveira" userId="5af9566427f0cd7a" providerId="LiveId" clId="{3344669D-1940-4205-9E28-49C052E40417}" dt="2022-08-29T13:33:58.853" v="679" actId="20577"/>
        <pc:sldMkLst>
          <pc:docMk/>
          <pc:sldMk cId="3187776213" sldId="282"/>
        </pc:sldMkLst>
        <pc:spChg chg="mod">
          <ac:chgData name="Leônidas Müller de Oliveira" userId="5af9566427f0cd7a" providerId="LiveId" clId="{3344669D-1940-4205-9E28-49C052E40417}" dt="2022-08-29T13:33:58.853" v="679" actId="20577"/>
          <ac:spMkLst>
            <pc:docMk/>
            <pc:sldMk cId="3187776213" sldId="282"/>
            <ac:spMk id="9" creationId="{9C81958B-AE4B-43C9-BC2C-2CBADE7FE55A}"/>
          </ac:spMkLst>
        </pc:spChg>
        <pc:spChg chg="mod">
          <ac:chgData name="Leônidas Müller de Oliveira" userId="5af9566427f0cd7a" providerId="LiveId" clId="{3344669D-1940-4205-9E28-49C052E40417}" dt="2022-08-29T13:31:59.383" v="566" actId="20577"/>
          <ac:spMkLst>
            <pc:docMk/>
            <pc:sldMk cId="3187776213" sldId="282"/>
            <ac:spMk id="10" creationId="{D7001BA3-CB80-4627-9BF8-F969EC7D3809}"/>
          </ac:spMkLst>
        </pc:spChg>
        <pc:spChg chg="mod">
          <ac:chgData name="Leônidas Müller de Oliveira" userId="5af9566427f0cd7a" providerId="LiveId" clId="{3344669D-1940-4205-9E28-49C052E40417}" dt="2022-08-29T13:17:41.730" v="70" actId="20577"/>
          <ac:spMkLst>
            <pc:docMk/>
            <pc:sldMk cId="3187776213" sldId="282"/>
            <ac:spMk id="11" creationId="{96FE473C-D562-44AA-8027-DF747996706D}"/>
          </ac:spMkLst>
        </pc:spChg>
      </pc:sldChg>
      <pc:sldChg chg="del">
        <pc:chgData name="Leônidas Müller de Oliveira" userId="5af9566427f0cd7a" providerId="LiveId" clId="{3344669D-1940-4205-9E28-49C052E40417}" dt="2022-08-29T13:35:25.554" v="760" actId="47"/>
        <pc:sldMkLst>
          <pc:docMk/>
          <pc:sldMk cId="2893859376" sldId="284"/>
        </pc:sldMkLst>
      </pc:sldChg>
      <pc:sldChg chg="modSp add mod">
        <pc:chgData name="Leônidas Müller de Oliveira" userId="5af9566427f0cd7a" providerId="LiveId" clId="{3344669D-1940-4205-9E28-49C052E40417}" dt="2022-08-29T13:34:25.586" v="759" actId="6549"/>
        <pc:sldMkLst>
          <pc:docMk/>
          <pc:sldMk cId="2510226186" sldId="285"/>
        </pc:sldMkLst>
        <pc:spChg chg="mod">
          <ac:chgData name="Leônidas Müller de Oliveira" userId="5af9566427f0cd7a" providerId="LiveId" clId="{3344669D-1940-4205-9E28-49C052E40417}" dt="2022-08-29T13:34:25.586" v="759" actId="6549"/>
          <ac:spMkLst>
            <pc:docMk/>
            <pc:sldMk cId="2510226186" sldId="285"/>
            <ac:spMk id="9" creationId="{9C81958B-AE4B-43C9-BC2C-2CBADE7FE55A}"/>
          </ac:spMkLst>
        </pc:spChg>
        <pc:spChg chg="mod">
          <ac:chgData name="Leônidas Müller de Oliveira" userId="5af9566427f0cd7a" providerId="LiveId" clId="{3344669D-1940-4205-9E28-49C052E40417}" dt="2022-08-29T13:33:16.882" v="606" actId="20577"/>
          <ac:spMkLst>
            <pc:docMk/>
            <pc:sldMk cId="2510226186" sldId="285"/>
            <ac:spMk id="10" creationId="{D7001BA3-CB80-4627-9BF8-F969EC7D3809}"/>
          </ac:spMkLst>
        </pc:spChg>
      </pc:sldChg>
      <pc:sldChg chg="modSp add mod">
        <pc:chgData name="Leônidas Müller de Oliveira" userId="5af9566427f0cd7a" providerId="LiveId" clId="{3344669D-1940-4205-9E28-49C052E40417}" dt="2022-08-29T13:33:11.399" v="594" actId="20577"/>
        <pc:sldMkLst>
          <pc:docMk/>
          <pc:sldMk cId="3008501193" sldId="286"/>
        </pc:sldMkLst>
        <pc:spChg chg="mod">
          <ac:chgData name="Leônidas Müller de Oliveira" userId="5af9566427f0cd7a" providerId="LiveId" clId="{3344669D-1940-4205-9E28-49C052E40417}" dt="2022-08-29T13:33:11.399" v="594" actId="20577"/>
          <ac:spMkLst>
            <pc:docMk/>
            <pc:sldMk cId="3008501193" sldId="286"/>
            <ac:spMk id="10" creationId="{D7001BA3-CB80-4627-9BF8-F969EC7D3809}"/>
          </ac:spMkLst>
        </pc:spChg>
      </pc:sldChg>
    </pc:docChg>
  </pc:docChgLst>
  <pc:docChgLst>
    <pc:chgData name="Leônidas Müller de Oliveira" userId="5af9566427f0cd7a" providerId="LiveId" clId="{D9B1ECC0-900C-4F7F-A4A5-FFBA2A33C7A4}"/>
    <pc:docChg chg="undo custSel addSld delSld modSld sldOrd">
      <pc:chgData name="Leônidas Müller de Oliveira" userId="5af9566427f0cd7a" providerId="LiveId" clId="{D9B1ECC0-900C-4F7F-A4A5-FFBA2A33C7A4}" dt="2023-09-20T15:28:16.208" v="2764" actId="478"/>
      <pc:docMkLst>
        <pc:docMk/>
      </pc:docMkLst>
      <pc:sldChg chg="modSp mod">
        <pc:chgData name="Leônidas Müller de Oliveira" userId="5af9566427f0cd7a" providerId="LiveId" clId="{D9B1ECC0-900C-4F7F-A4A5-FFBA2A33C7A4}" dt="2023-09-20T14:16:48.791" v="2604" actId="1076"/>
        <pc:sldMkLst>
          <pc:docMk/>
          <pc:sldMk cId="0" sldId="257"/>
        </pc:sldMkLst>
        <pc:spChg chg="mod">
          <ac:chgData name="Leônidas Müller de Oliveira" userId="5af9566427f0cd7a" providerId="LiveId" clId="{D9B1ECC0-900C-4F7F-A4A5-FFBA2A33C7A4}" dt="2023-09-20T14:16:48.791" v="2604" actId="1076"/>
          <ac:spMkLst>
            <pc:docMk/>
            <pc:sldMk cId="0" sldId="257"/>
            <ac:spMk id="67" creationId="{00000000-0000-0000-0000-000000000000}"/>
          </ac:spMkLst>
        </pc:spChg>
      </pc:sldChg>
      <pc:sldChg chg="add del">
        <pc:chgData name="Leônidas Müller de Oliveira" userId="5af9566427f0cd7a" providerId="LiveId" clId="{D9B1ECC0-900C-4F7F-A4A5-FFBA2A33C7A4}" dt="2023-09-18T21:31:50.436" v="1016" actId="47"/>
        <pc:sldMkLst>
          <pc:docMk/>
          <pc:sldMk cId="0" sldId="281"/>
        </pc:sldMkLst>
      </pc:sldChg>
      <pc:sldChg chg="addSp delSp modSp mod ord">
        <pc:chgData name="Leônidas Müller de Oliveira" userId="5af9566427f0cd7a" providerId="LiveId" clId="{D9B1ECC0-900C-4F7F-A4A5-FFBA2A33C7A4}" dt="2023-09-18T20:19:48.802" v="506" actId="20577"/>
        <pc:sldMkLst>
          <pc:docMk/>
          <pc:sldMk cId="2510226186" sldId="285"/>
        </pc:sldMkLst>
        <pc:spChg chg="del">
          <ac:chgData name="Leônidas Müller de Oliveira" userId="5af9566427f0cd7a" providerId="LiveId" clId="{D9B1ECC0-900C-4F7F-A4A5-FFBA2A33C7A4}" dt="2023-09-18T20:19:38.103" v="493" actId="478"/>
          <ac:spMkLst>
            <pc:docMk/>
            <pc:sldMk cId="2510226186" sldId="285"/>
            <ac:spMk id="4" creationId="{C2B60A26-5F47-D749-D2A6-79C41BD0E30E}"/>
          </ac:spMkLst>
        </pc:spChg>
        <pc:spChg chg="mod">
          <ac:chgData name="Leônidas Müller de Oliveira" userId="5af9566427f0cd7a" providerId="LiveId" clId="{D9B1ECC0-900C-4F7F-A4A5-FFBA2A33C7A4}" dt="2023-09-18T20:19:48.802" v="506" actId="20577"/>
          <ac:spMkLst>
            <pc:docMk/>
            <pc:sldMk cId="2510226186" sldId="285"/>
            <ac:spMk id="5" creationId="{1F1E62DF-CCA3-7B6B-D901-1B4D87D6A803}"/>
          </ac:spMkLst>
        </pc:spChg>
        <pc:spChg chg="mod">
          <ac:chgData name="Leônidas Müller de Oliveira" userId="5af9566427f0cd7a" providerId="LiveId" clId="{D9B1ECC0-900C-4F7F-A4A5-FFBA2A33C7A4}" dt="2023-09-18T20:15:15.909" v="34" actId="20577"/>
          <ac:spMkLst>
            <pc:docMk/>
            <pc:sldMk cId="2510226186" sldId="285"/>
            <ac:spMk id="141" creationId="{00000000-0000-0000-0000-000000000000}"/>
          </ac:spMkLst>
        </pc:spChg>
        <pc:picChg chg="del">
          <ac:chgData name="Leônidas Müller de Oliveira" userId="5af9566427f0cd7a" providerId="LiveId" clId="{D9B1ECC0-900C-4F7F-A4A5-FFBA2A33C7A4}" dt="2023-09-18T20:19:33.232" v="490" actId="478"/>
          <ac:picMkLst>
            <pc:docMk/>
            <pc:sldMk cId="2510226186" sldId="285"/>
            <ac:picMk id="3" creationId="{C1F6EB5B-B9F9-666B-F26E-2A1FB05B83E9}"/>
          </ac:picMkLst>
        </pc:picChg>
        <pc:picChg chg="add mod">
          <ac:chgData name="Leônidas Müller de Oliveira" userId="5af9566427f0cd7a" providerId="LiveId" clId="{D9B1ECC0-900C-4F7F-A4A5-FFBA2A33C7A4}" dt="2023-09-18T20:19:35.487" v="492" actId="1076"/>
          <ac:picMkLst>
            <pc:docMk/>
            <pc:sldMk cId="2510226186" sldId="285"/>
            <ac:picMk id="6" creationId="{578EB542-9785-8CB1-6730-A98919D163F8}"/>
          </ac:picMkLst>
        </pc:picChg>
      </pc:sldChg>
      <pc:sldChg chg="add del">
        <pc:chgData name="Leônidas Müller de Oliveira" userId="5af9566427f0cd7a" providerId="LiveId" clId="{D9B1ECC0-900C-4F7F-A4A5-FFBA2A33C7A4}" dt="2023-09-18T21:31:54.832" v="1017" actId="47"/>
        <pc:sldMkLst>
          <pc:docMk/>
          <pc:sldMk cId="4004384132" sldId="286"/>
        </pc:sldMkLst>
      </pc:sldChg>
      <pc:sldChg chg="add del">
        <pc:chgData name="Leônidas Müller de Oliveira" userId="5af9566427f0cd7a" providerId="LiveId" clId="{D9B1ECC0-900C-4F7F-A4A5-FFBA2A33C7A4}" dt="2023-09-18T21:31:54.832" v="1017" actId="47"/>
        <pc:sldMkLst>
          <pc:docMk/>
          <pc:sldMk cId="1732858224" sldId="290"/>
        </pc:sldMkLst>
      </pc:sldChg>
      <pc:sldChg chg="add del">
        <pc:chgData name="Leônidas Müller de Oliveira" userId="5af9566427f0cd7a" providerId="LiveId" clId="{D9B1ECC0-900C-4F7F-A4A5-FFBA2A33C7A4}" dt="2023-09-18T21:31:54.832" v="1017" actId="47"/>
        <pc:sldMkLst>
          <pc:docMk/>
          <pc:sldMk cId="1307064886" sldId="291"/>
        </pc:sldMkLst>
      </pc:sldChg>
      <pc:sldChg chg="add del">
        <pc:chgData name="Leônidas Müller de Oliveira" userId="5af9566427f0cd7a" providerId="LiveId" clId="{D9B1ECC0-900C-4F7F-A4A5-FFBA2A33C7A4}" dt="2023-09-18T21:31:54.832" v="1017" actId="47"/>
        <pc:sldMkLst>
          <pc:docMk/>
          <pc:sldMk cId="88208473" sldId="292"/>
        </pc:sldMkLst>
      </pc:sldChg>
      <pc:sldChg chg="add del">
        <pc:chgData name="Leônidas Müller de Oliveira" userId="5af9566427f0cd7a" providerId="LiveId" clId="{D9B1ECC0-900C-4F7F-A4A5-FFBA2A33C7A4}" dt="2023-09-18T21:31:54.832" v="1017" actId="47"/>
        <pc:sldMkLst>
          <pc:docMk/>
          <pc:sldMk cId="775137276" sldId="293"/>
        </pc:sldMkLst>
      </pc:sldChg>
      <pc:sldChg chg="addSp delSp modSp mod ord">
        <pc:chgData name="Leônidas Müller de Oliveira" userId="5af9566427f0cd7a" providerId="LiveId" clId="{D9B1ECC0-900C-4F7F-A4A5-FFBA2A33C7A4}" dt="2023-09-18T21:32:50.830" v="1029"/>
        <pc:sldMkLst>
          <pc:docMk/>
          <pc:sldMk cId="2030117942" sldId="294"/>
        </pc:sldMkLst>
        <pc:spChg chg="mod">
          <ac:chgData name="Leônidas Müller de Oliveira" userId="5af9566427f0cd7a" providerId="LiveId" clId="{D9B1ECC0-900C-4F7F-A4A5-FFBA2A33C7A4}" dt="2023-09-18T21:32:44.176" v="1027" actId="12"/>
          <ac:spMkLst>
            <pc:docMk/>
            <pc:sldMk cId="2030117942" sldId="294"/>
            <ac:spMk id="4" creationId="{C2B60A26-5F47-D749-D2A6-79C41BD0E30E}"/>
          </ac:spMkLst>
        </pc:spChg>
        <pc:picChg chg="add mod">
          <ac:chgData name="Leônidas Müller de Oliveira" userId="5af9566427f0cd7a" providerId="LiveId" clId="{D9B1ECC0-900C-4F7F-A4A5-FFBA2A33C7A4}" dt="2023-09-18T21:32:35.631" v="1025" actId="1076"/>
          <ac:picMkLst>
            <pc:docMk/>
            <pc:sldMk cId="2030117942" sldId="294"/>
            <ac:picMk id="3" creationId="{14ED13D8-A038-942A-DDA9-18C5C98168D8}"/>
          </ac:picMkLst>
        </pc:picChg>
        <pc:picChg chg="del">
          <ac:chgData name="Leônidas Müller de Oliveira" userId="5af9566427f0cd7a" providerId="LiveId" clId="{D9B1ECC0-900C-4F7F-A4A5-FFBA2A33C7A4}" dt="2023-09-18T21:32:30.671" v="1021" actId="478"/>
          <ac:picMkLst>
            <pc:docMk/>
            <pc:sldMk cId="2030117942" sldId="294"/>
            <ac:picMk id="6" creationId="{D5BC4A5B-5A2F-7030-E9BC-B98A93AB691F}"/>
          </ac:picMkLst>
        </pc:picChg>
      </pc:sldChg>
      <pc:sldChg chg="delSp modSp mod ord">
        <pc:chgData name="Leônidas Müller de Oliveira" userId="5af9566427f0cd7a" providerId="LiveId" clId="{D9B1ECC0-900C-4F7F-A4A5-FFBA2A33C7A4}" dt="2023-09-20T15:28:16.208" v="2764" actId="478"/>
        <pc:sldMkLst>
          <pc:docMk/>
          <pc:sldMk cId="1101344340" sldId="295"/>
        </pc:sldMkLst>
        <pc:spChg chg="mod">
          <ac:chgData name="Leônidas Müller de Oliveira" userId="5af9566427f0cd7a" providerId="LiveId" clId="{D9B1ECC0-900C-4F7F-A4A5-FFBA2A33C7A4}" dt="2023-09-19T00:08:06.014" v="1441" actId="14100"/>
          <ac:spMkLst>
            <pc:docMk/>
            <pc:sldMk cId="1101344340" sldId="295"/>
            <ac:spMk id="2" creationId="{978CC923-CD11-DCB8-FDC1-9C9A7571C210}"/>
          </ac:spMkLst>
        </pc:spChg>
        <pc:spChg chg="del">
          <ac:chgData name="Leônidas Müller de Oliveira" userId="5af9566427f0cd7a" providerId="LiveId" clId="{D9B1ECC0-900C-4F7F-A4A5-FFBA2A33C7A4}" dt="2023-09-19T00:07:13.763" v="1413" actId="478"/>
          <ac:spMkLst>
            <pc:docMk/>
            <pc:sldMk cId="1101344340" sldId="295"/>
            <ac:spMk id="3" creationId="{E689789D-F1ED-AF7F-AC6F-4BBB1316631C}"/>
          </ac:spMkLst>
        </pc:spChg>
        <pc:spChg chg="del mod">
          <ac:chgData name="Leônidas Müller de Oliveira" userId="5af9566427f0cd7a" providerId="LiveId" clId="{D9B1ECC0-900C-4F7F-A4A5-FFBA2A33C7A4}" dt="2023-09-20T15:28:16.208" v="2764" actId="478"/>
          <ac:spMkLst>
            <pc:docMk/>
            <pc:sldMk cId="1101344340" sldId="295"/>
            <ac:spMk id="4" creationId="{C2B60A26-5F47-D749-D2A6-79C41BD0E30E}"/>
          </ac:spMkLst>
        </pc:spChg>
        <pc:spChg chg="mod">
          <ac:chgData name="Leônidas Müller de Oliveira" userId="5af9566427f0cd7a" providerId="LiveId" clId="{D9B1ECC0-900C-4F7F-A4A5-FFBA2A33C7A4}" dt="2023-09-19T00:07:08.103" v="1412" actId="20577"/>
          <ac:spMkLst>
            <pc:docMk/>
            <pc:sldMk cId="1101344340" sldId="295"/>
            <ac:spMk id="9" creationId="{9C81958B-AE4B-43C9-BC2C-2CBADE7FE55A}"/>
          </ac:spMkLst>
        </pc:spChg>
        <pc:spChg chg="mod">
          <ac:chgData name="Leônidas Müller de Oliveira" userId="5af9566427f0cd7a" providerId="LiveId" clId="{D9B1ECC0-900C-4F7F-A4A5-FFBA2A33C7A4}" dt="2023-09-18T23:58:24.500" v="1044" actId="20577"/>
          <ac:spMkLst>
            <pc:docMk/>
            <pc:sldMk cId="1101344340" sldId="295"/>
            <ac:spMk id="10" creationId="{D7001BA3-CB80-4627-9BF8-F969EC7D3809}"/>
          </ac:spMkLst>
        </pc:spChg>
      </pc:sldChg>
      <pc:sldChg chg="delSp modSp add del mod">
        <pc:chgData name="Leônidas Müller de Oliveira" userId="5af9566427f0cd7a" providerId="LiveId" clId="{D9B1ECC0-900C-4F7F-A4A5-FFBA2A33C7A4}" dt="2023-09-18T21:31:34.460" v="1011" actId="47"/>
        <pc:sldMkLst>
          <pc:docMk/>
          <pc:sldMk cId="225859215" sldId="296"/>
        </pc:sldMkLst>
        <pc:spChg chg="del">
          <ac:chgData name="Leônidas Müller de Oliveira" userId="5af9566427f0cd7a" providerId="LiveId" clId="{D9B1ECC0-900C-4F7F-A4A5-FFBA2A33C7A4}" dt="2023-09-18T20:15:26.179" v="45" actId="478"/>
          <ac:spMkLst>
            <pc:docMk/>
            <pc:sldMk cId="225859215" sldId="296"/>
            <ac:spMk id="2" creationId="{978CC923-CD11-DCB8-FDC1-9C9A7571C210}"/>
          </ac:spMkLst>
        </pc:spChg>
        <pc:spChg chg="del">
          <ac:chgData name="Leônidas Müller de Oliveira" userId="5af9566427f0cd7a" providerId="LiveId" clId="{D9B1ECC0-900C-4F7F-A4A5-FFBA2A33C7A4}" dt="2023-09-18T20:17:10.779" v="390" actId="478"/>
          <ac:spMkLst>
            <pc:docMk/>
            <pc:sldMk cId="225859215" sldId="296"/>
            <ac:spMk id="3" creationId="{E689789D-F1ED-AF7F-AC6F-4BBB1316631C}"/>
          </ac:spMkLst>
        </pc:spChg>
        <pc:spChg chg="del">
          <ac:chgData name="Leônidas Müller de Oliveira" userId="5af9566427f0cd7a" providerId="LiveId" clId="{D9B1ECC0-900C-4F7F-A4A5-FFBA2A33C7A4}" dt="2023-09-18T20:17:07.964" v="389" actId="478"/>
          <ac:spMkLst>
            <pc:docMk/>
            <pc:sldMk cId="225859215" sldId="296"/>
            <ac:spMk id="4" creationId="{C2B60A26-5F47-D749-D2A6-79C41BD0E30E}"/>
          </ac:spMkLst>
        </pc:spChg>
        <pc:spChg chg="mod">
          <ac:chgData name="Leônidas Müller de Oliveira" userId="5af9566427f0cd7a" providerId="LiveId" clId="{D9B1ECC0-900C-4F7F-A4A5-FFBA2A33C7A4}" dt="2023-09-18T20:17:44" v="474" actId="20577"/>
          <ac:spMkLst>
            <pc:docMk/>
            <pc:sldMk cId="225859215" sldId="296"/>
            <ac:spMk id="9" creationId="{9C81958B-AE4B-43C9-BC2C-2CBADE7FE55A}"/>
          </ac:spMkLst>
        </pc:spChg>
        <pc:spChg chg="mod">
          <ac:chgData name="Leônidas Müller de Oliveira" userId="5af9566427f0cd7a" providerId="LiveId" clId="{D9B1ECC0-900C-4F7F-A4A5-FFBA2A33C7A4}" dt="2023-09-18T20:15:23.145" v="44" actId="20577"/>
          <ac:spMkLst>
            <pc:docMk/>
            <pc:sldMk cId="225859215" sldId="296"/>
            <ac:spMk id="10" creationId="{D7001BA3-CB80-4627-9BF8-F969EC7D3809}"/>
          </ac:spMkLst>
        </pc:spChg>
      </pc:sldChg>
      <pc:sldChg chg="delSp modSp add mod">
        <pc:chgData name="Leônidas Müller de Oliveira" userId="5af9566427f0cd7a" providerId="LiveId" clId="{D9B1ECC0-900C-4F7F-A4A5-FFBA2A33C7A4}" dt="2023-09-18T20:18:27.550" v="487" actId="120"/>
        <pc:sldMkLst>
          <pc:docMk/>
          <pc:sldMk cId="558272918" sldId="297"/>
        </pc:sldMkLst>
        <pc:spChg chg="del">
          <ac:chgData name="Leônidas Müller de Oliveira" userId="5af9566427f0cd7a" providerId="LiveId" clId="{D9B1ECC0-900C-4F7F-A4A5-FFBA2A33C7A4}" dt="2023-09-18T20:18:00.172" v="477" actId="478"/>
          <ac:spMkLst>
            <pc:docMk/>
            <pc:sldMk cId="558272918" sldId="297"/>
            <ac:spMk id="4" creationId="{C2B60A26-5F47-D749-D2A6-79C41BD0E30E}"/>
          </ac:spMkLst>
        </pc:spChg>
        <pc:spChg chg="del">
          <ac:chgData name="Leônidas Müller de Oliveira" userId="5af9566427f0cd7a" providerId="LiveId" clId="{D9B1ECC0-900C-4F7F-A4A5-FFBA2A33C7A4}" dt="2023-09-18T20:18:01.268" v="478" actId="478"/>
          <ac:spMkLst>
            <pc:docMk/>
            <pc:sldMk cId="558272918" sldId="297"/>
            <ac:spMk id="5" creationId="{1F1E62DF-CCA3-7B6B-D901-1B4D87D6A803}"/>
          </ac:spMkLst>
        </pc:spChg>
        <pc:spChg chg="mod">
          <ac:chgData name="Leônidas Müller de Oliveira" userId="5af9566427f0cd7a" providerId="LiveId" clId="{D9B1ECC0-900C-4F7F-A4A5-FFBA2A33C7A4}" dt="2023-09-18T20:18:27.550" v="487" actId="120"/>
          <ac:spMkLst>
            <pc:docMk/>
            <pc:sldMk cId="558272918" sldId="297"/>
            <ac:spMk id="9" creationId="{9C81958B-AE4B-43C9-BC2C-2CBADE7FE55A}"/>
          </ac:spMkLst>
        </pc:spChg>
        <pc:picChg chg="del">
          <ac:chgData name="Leônidas Müller de Oliveira" userId="5af9566427f0cd7a" providerId="LiveId" clId="{D9B1ECC0-900C-4F7F-A4A5-FFBA2A33C7A4}" dt="2023-09-18T20:17:55.644" v="476" actId="478"/>
          <ac:picMkLst>
            <pc:docMk/>
            <pc:sldMk cId="558272918" sldId="297"/>
            <ac:picMk id="3" creationId="{C1F6EB5B-B9F9-666B-F26E-2A1FB05B83E9}"/>
          </ac:picMkLst>
        </pc:picChg>
      </pc:sldChg>
      <pc:sldChg chg="modSp add mod">
        <pc:chgData name="Leônidas Müller de Oliveira" userId="5af9566427f0cd7a" providerId="LiveId" clId="{D9B1ECC0-900C-4F7F-A4A5-FFBA2A33C7A4}" dt="2023-09-18T21:27:01.738" v="1010" actId="20577"/>
        <pc:sldMkLst>
          <pc:docMk/>
          <pc:sldMk cId="2283720716" sldId="298"/>
        </pc:sldMkLst>
        <pc:spChg chg="mod">
          <ac:chgData name="Leônidas Müller de Oliveira" userId="5af9566427f0cd7a" providerId="LiveId" clId="{D9B1ECC0-900C-4F7F-A4A5-FFBA2A33C7A4}" dt="2023-09-18T21:27:01.738" v="1010" actId="20577"/>
          <ac:spMkLst>
            <pc:docMk/>
            <pc:sldMk cId="2283720716" sldId="298"/>
            <ac:spMk id="9" creationId="{9C81958B-AE4B-43C9-BC2C-2CBADE7FE55A}"/>
          </ac:spMkLst>
        </pc:spChg>
      </pc:sldChg>
      <pc:sldChg chg="add del">
        <pc:chgData name="Leônidas Müller de Oliveira" userId="5af9566427f0cd7a" providerId="LiveId" clId="{D9B1ECC0-900C-4F7F-A4A5-FFBA2A33C7A4}" dt="2023-09-18T21:31:50.436" v="1016" actId="47"/>
        <pc:sldMkLst>
          <pc:docMk/>
          <pc:sldMk cId="4257397439" sldId="299"/>
        </pc:sldMkLst>
      </pc:sldChg>
      <pc:sldChg chg="add ord">
        <pc:chgData name="Leônidas Müller de Oliveira" userId="5af9566427f0cd7a" providerId="LiveId" clId="{D9B1ECC0-900C-4F7F-A4A5-FFBA2A33C7A4}" dt="2023-09-18T21:32:28.740" v="1020"/>
        <pc:sldMkLst>
          <pc:docMk/>
          <pc:sldMk cId="482110990" sldId="300"/>
        </pc:sldMkLst>
      </pc:sldChg>
      <pc:sldChg chg="add ord">
        <pc:chgData name="Leônidas Müller de Oliveira" userId="5af9566427f0cd7a" providerId="LiveId" clId="{D9B1ECC0-900C-4F7F-A4A5-FFBA2A33C7A4}" dt="2023-09-20T00:39:04.410" v="2603"/>
        <pc:sldMkLst>
          <pc:docMk/>
          <pc:sldMk cId="2266463555" sldId="301"/>
        </pc:sldMkLst>
      </pc:sldChg>
      <pc:sldChg chg="addSp delSp modSp add mod">
        <pc:chgData name="Leônidas Müller de Oliveira" userId="5af9566427f0cd7a" providerId="LiveId" clId="{D9B1ECC0-900C-4F7F-A4A5-FFBA2A33C7A4}" dt="2023-09-20T00:38:54.150" v="2601" actId="14100"/>
        <pc:sldMkLst>
          <pc:docMk/>
          <pc:sldMk cId="452660724" sldId="302"/>
        </pc:sldMkLst>
        <pc:spChg chg="mod">
          <ac:chgData name="Leônidas Müller de Oliveira" userId="5af9566427f0cd7a" providerId="LiveId" clId="{D9B1ECC0-900C-4F7F-A4A5-FFBA2A33C7A4}" dt="2023-09-20T00:12:33.137" v="2231" actId="6549"/>
          <ac:spMkLst>
            <pc:docMk/>
            <pc:sldMk cId="452660724" sldId="302"/>
            <ac:spMk id="2" creationId="{978CC923-CD11-DCB8-FDC1-9C9A7571C210}"/>
          </ac:spMkLst>
        </pc:spChg>
        <pc:spChg chg="mod">
          <ac:chgData name="Leônidas Müller de Oliveira" userId="5af9566427f0cd7a" providerId="LiveId" clId="{D9B1ECC0-900C-4F7F-A4A5-FFBA2A33C7A4}" dt="2023-09-19T01:56:57.787" v="1636" actId="1076"/>
          <ac:spMkLst>
            <pc:docMk/>
            <pc:sldMk cId="452660724" sldId="302"/>
            <ac:spMk id="3" creationId="{E689789D-F1ED-AF7F-AC6F-4BBB1316631C}"/>
          </ac:spMkLst>
        </pc:spChg>
        <pc:spChg chg="del">
          <ac:chgData name="Leônidas Müller de Oliveira" userId="5af9566427f0cd7a" providerId="LiveId" clId="{D9B1ECC0-900C-4F7F-A4A5-FFBA2A33C7A4}" dt="2023-09-19T01:56:47.058" v="1627" actId="478"/>
          <ac:spMkLst>
            <pc:docMk/>
            <pc:sldMk cId="452660724" sldId="302"/>
            <ac:spMk id="4" creationId="{C2B60A26-5F47-D749-D2A6-79C41BD0E30E}"/>
          </ac:spMkLst>
        </pc:spChg>
        <pc:spChg chg="add mod">
          <ac:chgData name="Leônidas Müller de Oliveira" userId="5af9566427f0cd7a" providerId="LiveId" clId="{D9B1ECC0-900C-4F7F-A4A5-FFBA2A33C7A4}" dt="2023-09-19T02:02:11.864" v="1667" actId="14100"/>
          <ac:spMkLst>
            <pc:docMk/>
            <pc:sldMk cId="452660724" sldId="302"/>
            <ac:spMk id="5" creationId="{AE13C773-9C5B-5C96-5BDA-C6A8838DACD1}"/>
          </ac:spMkLst>
        </pc:spChg>
        <pc:spChg chg="add del mod">
          <ac:chgData name="Leônidas Müller de Oliveira" userId="5af9566427f0cd7a" providerId="LiveId" clId="{D9B1ECC0-900C-4F7F-A4A5-FFBA2A33C7A4}" dt="2023-09-20T00:36:29.394" v="2567" actId="478"/>
          <ac:spMkLst>
            <pc:docMk/>
            <pc:sldMk cId="452660724" sldId="302"/>
            <ac:spMk id="6" creationId="{48AD3F3C-3C82-0ADE-234B-0A015B4F7411}"/>
          </ac:spMkLst>
        </pc:spChg>
        <pc:spChg chg="add del mod">
          <ac:chgData name="Leônidas Müller de Oliveira" userId="5af9566427f0cd7a" providerId="LiveId" clId="{D9B1ECC0-900C-4F7F-A4A5-FFBA2A33C7A4}" dt="2023-09-20T00:38:54.150" v="2601" actId="14100"/>
          <ac:spMkLst>
            <pc:docMk/>
            <pc:sldMk cId="452660724" sldId="302"/>
            <ac:spMk id="7" creationId="{DF77D725-9D3C-2AB2-E3DD-124377D8CE54}"/>
          </ac:spMkLst>
        </pc:spChg>
        <pc:spChg chg="mod">
          <ac:chgData name="Leônidas Müller de Oliveira" userId="5af9566427f0cd7a" providerId="LiveId" clId="{D9B1ECC0-900C-4F7F-A4A5-FFBA2A33C7A4}" dt="2023-09-19T01:55:09.994" v="1591" actId="20577"/>
          <ac:spMkLst>
            <pc:docMk/>
            <pc:sldMk cId="452660724" sldId="302"/>
            <ac:spMk id="9" creationId="{9C81958B-AE4B-43C9-BC2C-2CBADE7FE55A}"/>
          </ac:spMkLst>
        </pc:spChg>
        <pc:spChg chg="mod">
          <ac:chgData name="Leônidas Müller de Oliveira" userId="5af9566427f0cd7a" providerId="LiveId" clId="{D9B1ECC0-900C-4F7F-A4A5-FFBA2A33C7A4}" dt="2023-09-19T01:54:32.715" v="1460" actId="20577"/>
          <ac:spMkLst>
            <pc:docMk/>
            <pc:sldMk cId="452660724" sldId="302"/>
            <ac:spMk id="10" creationId="{D7001BA3-CB80-4627-9BF8-F969EC7D3809}"/>
          </ac:spMkLst>
        </pc:spChg>
      </pc:sldChg>
      <pc:sldChg chg="delSp modSp add mod ord">
        <pc:chgData name="Leônidas Müller de Oliveira" userId="5af9566427f0cd7a" providerId="LiveId" clId="{D9B1ECC0-900C-4F7F-A4A5-FFBA2A33C7A4}" dt="2023-09-20T00:13:22.155" v="2241" actId="20577"/>
        <pc:sldMkLst>
          <pc:docMk/>
          <pc:sldMk cId="2982174824" sldId="303"/>
        </pc:sldMkLst>
        <pc:spChg chg="del mod">
          <ac:chgData name="Leônidas Müller de Oliveira" userId="5af9566427f0cd7a" providerId="LiveId" clId="{D9B1ECC0-900C-4F7F-A4A5-FFBA2A33C7A4}" dt="2023-09-20T00:11:45.061" v="2196" actId="478"/>
          <ac:spMkLst>
            <pc:docMk/>
            <pc:sldMk cId="2982174824" sldId="303"/>
            <ac:spMk id="2" creationId="{978CC923-CD11-DCB8-FDC1-9C9A7571C210}"/>
          </ac:spMkLst>
        </pc:spChg>
        <pc:spChg chg="del">
          <ac:chgData name="Leônidas Müller de Oliveira" userId="5af9566427f0cd7a" providerId="LiveId" clId="{D9B1ECC0-900C-4F7F-A4A5-FFBA2A33C7A4}" dt="2023-09-20T00:11:40.469" v="2194" actId="478"/>
          <ac:spMkLst>
            <pc:docMk/>
            <pc:sldMk cId="2982174824" sldId="303"/>
            <ac:spMk id="3" creationId="{E689789D-F1ED-AF7F-AC6F-4BBB1316631C}"/>
          </ac:spMkLst>
        </pc:spChg>
        <pc:spChg chg="del">
          <ac:chgData name="Leônidas Müller de Oliveira" userId="5af9566427f0cd7a" providerId="LiveId" clId="{D9B1ECC0-900C-4F7F-A4A5-FFBA2A33C7A4}" dt="2023-09-20T00:11:46.666" v="2197" actId="478"/>
          <ac:spMkLst>
            <pc:docMk/>
            <pc:sldMk cId="2982174824" sldId="303"/>
            <ac:spMk id="5" creationId="{AE13C773-9C5B-5C96-5BDA-C6A8838DACD1}"/>
          </ac:spMkLst>
        </pc:spChg>
        <pc:spChg chg="mod">
          <ac:chgData name="Leônidas Müller de Oliveira" userId="5af9566427f0cd7a" providerId="LiveId" clId="{D9B1ECC0-900C-4F7F-A4A5-FFBA2A33C7A4}" dt="2023-09-20T00:12:01.772" v="2206" actId="6549"/>
          <ac:spMkLst>
            <pc:docMk/>
            <pc:sldMk cId="2982174824" sldId="303"/>
            <ac:spMk id="6" creationId="{48AD3F3C-3C82-0ADE-234B-0A015B4F7411}"/>
          </ac:spMkLst>
        </pc:spChg>
        <pc:spChg chg="mod">
          <ac:chgData name="Leônidas Müller de Oliveira" userId="5af9566427f0cd7a" providerId="LiveId" clId="{D9B1ECC0-900C-4F7F-A4A5-FFBA2A33C7A4}" dt="2023-09-20T00:13:22.155" v="2241" actId="20577"/>
          <ac:spMkLst>
            <pc:docMk/>
            <pc:sldMk cId="2982174824" sldId="303"/>
            <ac:spMk id="7" creationId="{DF77D725-9D3C-2AB2-E3DD-124377D8CE54}"/>
          </ac:spMkLst>
        </pc:spChg>
        <pc:spChg chg="mod">
          <ac:chgData name="Leônidas Müller de Oliveira" userId="5af9566427f0cd7a" providerId="LiveId" clId="{D9B1ECC0-900C-4F7F-A4A5-FFBA2A33C7A4}" dt="2023-09-20T00:11:35.469" v="2193" actId="20577"/>
          <ac:spMkLst>
            <pc:docMk/>
            <pc:sldMk cId="2982174824" sldId="303"/>
            <ac:spMk id="9" creationId="{9C81958B-AE4B-43C9-BC2C-2CBADE7FE55A}"/>
          </ac:spMkLst>
        </pc:spChg>
      </pc:sldChg>
      <pc:sldChg chg="addSp delSp modSp add mod">
        <pc:chgData name="Leônidas Müller de Oliveira" userId="5af9566427f0cd7a" providerId="LiveId" clId="{D9B1ECC0-900C-4F7F-A4A5-FFBA2A33C7A4}" dt="2023-09-20T15:15:46.329" v="2763" actId="20577"/>
        <pc:sldMkLst>
          <pc:docMk/>
          <pc:sldMk cId="2318343768" sldId="304"/>
        </pc:sldMkLst>
        <pc:spChg chg="add mod">
          <ac:chgData name="Leônidas Müller de Oliveira" userId="5af9566427f0cd7a" providerId="LiveId" clId="{D9B1ECC0-900C-4F7F-A4A5-FFBA2A33C7A4}" dt="2023-09-20T00:22:05.071" v="2462" actId="6549"/>
          <ac:spMkLst>
            <pc:docMk/>
            <pc:sldMk cId="2318343768" sldId="304"/>
            <ac:spMk id="2" creationId="{05D192D8-6CCB-45A3-724E-E45B06803F9D}"/>
          </ac:spMkLst>
        </pc:spChg>
        <pc:spChg chg="add mod">
          <ac:chgData name="Leônidas Müller de Oliveira" userId="5af9566427f0cd7a" providerId="LiveId" clId="{D9B1ECC0-900C-4F7F-A4A5-FFBA2A33C7A4}" dt="2023-09-20T00:34:04.772" v="2566" actId="33524"/>
          <ac:spMkLst>
            <pc:docMk/>
            <pc:sldMk cId="2318343768" sldId="304"/>
            <ac:spMk id="3" creationId="{23EAAD6A-18E4-F79C-54DB-E3467C8980E8}"/>
          </ac:spMkLst>
        </pc:spChg>
        <pc:spChg chg="del">
          <ac:chgData name="Leônidas Müller de Oliveira" userId="5af9566427f0cd7a" providerId="LiveId" clId="{D9B1ECC0-900C-4F7F-A4A5-FFBA2A33C7A4}" dt="2023-09-20T00:22:09.873" v="2463" actId="478"/>
          <ac:spMkLst>
            <pc:docMk/>
            <pc:sldMk cId="2318343768" sldId="304"/>
            <ac:spMk id="6" creationId="{48AD3F3C-3C82-0ADE-234B-0A015B4F7411}"/>
          </ac:spMkLst>
        </pc:spChg>
        <pc:spChg chg="del">
          <ac:chgData name="Leônidas Müller de Oliveira" userId="5af9566427f0cd7a" providerId="LiveId" clId="{D9B1ECC0-900C-4F7F-A4A5-FFBA2A33C7A4}" dt="2023-09-20T00:22:12.724" v="2464" actId="478"/>
          <ac:spMkLst>
            <pc:docMk/>
            <pc:sldMk cId="2318343768" sldId="304"/>
            <ac:spMk id="7" creationId="{DF77D725-9D3C-2AB2-E3DD-124377D8CE54}"/>
          </ac:spMkLst>
        </pc:spChg>
        <pc:spChg chg="mod">
          <ac:chgData name="Leônidas Müller de Oliveira" userId="5af9566427f0cd7a" providerId="LiveId" clId="{D9B1ECC0-900C-4F7F-A4A5-FFBA2A33C7A4}" dt="2023-09-20T15:15:46.329" v="2763" actId="20577"/>
          <ac:spMkLst>
            <pc:docMk/>
            <pc:sldMk cId="2318343768" sldId="304"/>
            <ac:spMk id="9" creationId="{9C81958B-AE4B-43C9-BC2C-2CBADE7FE55A}"/>
          </ac:spMkLst>
        </pc:spChg>
      </pc:sldChg>
      <pc:sldChg chg="modSp add mod">
        <pc:chgData name="Leônidas Müller de Oliveira" userId="5af9566427f0cd7a" providerId="LiveId" clId="{D9B1ECC0-900C-4F7F-A4A5-FFBA2A33C7A4}" dt="2023-09-20T14:44:50.245" v="2760" actId="20577"/>
        <pc:sldMkLst>
          <pc:docMk/>
          <pc:sldMk cId="935342002" sldId="305"/>
        </pc:sldMkLst>
        <pc:spChg chg="mod">
          <ac:chgData name="Leônidas Müller de Oliveira" userId="5af9566427f0cd7a" providerId="LiveId" clId="{D9B1ECC0-900C-4F7F-A4A5-FFBA2A33C7A4}" dt="2023-09-20T14:44:50.245" v="2760" actId="20577"/>
          <ac:spMkLst>
            <pc:docMk/>
            <pc:sldMk cId="935342002" sldId="305"/>
            <ac:spMk id="9" creationId="{9C81958B-AE4B-43C9-BC2C-2CBADE7FE55A}"/>
          </ac:spMkLst>
        </pc:spChg>
        <pc:spChg chg="mod">
          <ac:chgData name="Leônidas Müller de Oliveira" userId="5af9566427f0cd7a" providerId="LiveId" clId="{D9B1ECC0-900C-4F7F-A4A5-FFBA2A33C7A4}" dt="2023-09-20T14:44:13.694" v="2640" actId="20577"/>
          <ac:spMkLst>
            <pc:docMk/>
            <pc:sldMk cId="935342002" sldId="305"/>
            <ac:spMk id="10" creationId="{D7001BA3-CB80-4627-9BF8-F969EC7D3809}"/>
          </ac:spMkLst>
        </pc:spChg>
      </pc:sldChg>
    </pc:docChg>
  </pc:docChgLst>
  <pc:docChgLst>
    <pc:chgData name="Leônidas Müller de Oliveira" userId="5af9566427f0cd7a" providerId="LiveId" clId="{D17DB705-7341-436F-AF1B-4CCB5520855C}"/>
    <pc:docChg chg="undo custSel addSld delSld modSld">
      <pc:chgData name="Leônidas Müller de Oliveira" userId="5af9566427f0cd7a" providerId="LiveId" clId="{D17DB705-7341-436F-AF1B-4CCB5520855C}" dt="2021-03-09T14:27:50.580" v="1212" actId="1076"/>
      <pc:docMkLst>
        <pc:docMk/>
      </pc:docMkLst>
      <pc:sldChg chg="modSp mod">
        <pc:chgData name="Leônidas Müller de Oliveira" userId="5af9566427f0cd7a" providerId="LiveId" clId="{D17DB705-7341-436F-AF1B-4CCB5520855C}" dt="2021-03-09T14:24:59.710" v="1147" actId="1076"/>
        <pc:sldMkLst>
          <pc:docMk/>
          <pc:sldMk cId="0" sldId="257"/>
        </pc:sldMkLst>
        <pc:spChg chg="mod">
          <ac:chgData name="Leônidas Müller de Oliveira" userId="5af9566427f0cd7a" providerId="LiveId" clId="{D17DB705-7341-436F-AF1B-4CCB5520855C}" dt="2021-03-09T14:24:59.710" v="1147" actId="1076"/>
          <ac:spMkLst>
            <pc:docMk/>
            <pc:sldMk cId="0" sldId="257"/>
            <ac:spMk id="66" creationId="{00000000-0000-0000-0000-000000000000}"/>
          </ac:spMkLst>
        </pc:spChg>
        <pc:spChg chg="mod">
          <ac:chgData name="Leônidas Müller de Oliveira" userId="5af9566427f0cd7a" providerId="LiveId" clId="{D17DB705-7341-436F-AF1B-4CCB5520855C}" dt="2021-03-09T13:30:32.222" v="25" actId="6549"/>
          <ac:spMkLst>
            <pc:docMk/>
            <pc:sldMk cId="0" sldId="257"/>
            <ac:spMk id="67" creationId="{00000000-0000-0000-0000-000000000000}"/>
          </ac:spMkLst>
        </pc:spChg>
      </pc:sldChg>
      <pc:sldChg chg="addSp delSp modSp mod">
        <pc:chgData name="Leônidas Müller de Oliveira" userId="5af9566427f0cd7a" providerId="LiveId" clId="{D17DB705-7341-436F-AF1B-4CCB5520855C}" dt="2021-03-09T14:27:50.580" v="1212" actId="1076"/>
        <pc:sldMkLst>
          <pc:docMk/>
          <pc:sldMk cId="0" sldId="262"/>
        </pc:sldMkLst>
        <pc:spChg chg="add mod">
          <ac:chgData name="Leônidas Müller de Oliveira" userId="5af9566427f0cd7a" providerId="LiveId" clId="{D17DB705-7341-436F-AF1B-4CCB5520855C}" dt="2021-03-09T14:27:31.380" v="1208" actId="1076"/>
          <ac:spMkLst>
            <pc:docMk/>
            <pc:sldMk cId="0" sldId="262"/>
            <ac:spMk id="6" creationId="{3EFBF06C-80D5-4C65-8C4E-01E433040FF8}"/>
          </ac:spMkLst>
        </pc:spChg>
        <pc:spChg chg="mod">
          <ac:chgData name="Leônidas Müller de Oliveira" userId="5af9566427f0cd7a" providerId="LiveId" clId="{D17DB705-7341-436F-AF1B-4CCB5520855C}" dt="2021-03-09T14:27:50.580" v="1212" actId="1076"/>
          <ac:spMkLst>
            <pc:docMk/>
            <pc:sldMk cId="0" sldId="262"/>
            <ac:spMk id="141" creationId="{00000000-0000-0000-0000-000000000000}"/>
          </ac:spMkLst>
        </pc:spChg>
        <pc:spChg chg="del mod">
          <ac:chgData name="Leônidas Müller de Oliveira" userId="5af9566427f0cd7a" providerId="LiveId" clId="{D17DB705-7341-436F-AF1B-4CCB5520855C}" dt="2021-03-09T14:27:44" v="1211" actId="478"/>
          <ac:spMkLst>
            <pc:docMk/>
            <pc:sldMk cId="0" sldId="262"/>
            <ac:spMk id="142" creationId="{00000000-0000-0000-0000-000000000000}"/>
          </ac:spMkLst>
        </pc:spChg>
        <pc:spChg chg="mod">
          <ac:chgData name="Leônidas Müller de Oliveira" userId="5af9566427f0cd7a" providerId="LiveId" clId="{D17DB705-7341-436F-AF1B-4CCB5520855C}" dt="2021-03-09T14:27:35.569" v="1209" actId="20577"/>
          <ac:spMkLst>
            <pc:docMk/>
            <pc:sldMk cId="0" sldId="262"/>
            <ac:spMk id="143" creationId="{00000000-0000-0000-0000-000000000000}"/>
          </ac:spMkLst>
        </pc:spChg>
      </pc:sldChg>
      <pc:sldChg chg="addSp delSp modSp mod">
        <pc:chgData name="Leônidas Müller de Oliveira" userId="5af9566427f0cd7a" providerId="LiveId" clId="{D17DB705-7341-436F-AF1B-4CCB5520855C}" dt="2021-03-09T14:23:25.278" v="1027" actId="1076"/>
        <pc:sldMkLst>
          <pc:docMk/>
          <pc:sldMk cId="3187776213" sldId="282"/>
        </pc:sldMkLst>
        <pc:spChg chg="del">
          <ac:chgData name="Leônidas Müller de Oliveira" userId="5af9566427f0cd7a" providerId="LiveId" clId="{D17DB705-7341-436F-AF1B-4CCB5520855C}" dt="2021-03-09T14:06:57.679" v="27" actId="478"/>
          <ac:spMkLst>
            <pc:docMk/>
            <pc:sldMk cId="3187776213" sldId="282"/>
            <ac:spMk id="7" creationId="{FD65234F-CE76-4586-9D67-44EDBAE0C0F0}"/>
          </ac:spMkLst>
        </pc:spChg>
        <pc:spChg chg="del mod">
          <ac:chgData name="Leônidas Müller de Oliveira" userId="5af9566427f0cd7a" providerId="LiveId" clId="{D17DB705-7341-436F-AF1B-4CCB5520855C}" dt="2021-03-09T14:06:59.829" v="29" actId="478"/>
          <ac:spMkLst>
            <pc:docMk/>
            <pc:sldMk cId="3187776213" sldId="282"/>
            <ac:spMk id="8" creationId="{62CAAAAD-2D0D-416A-A598-DBBFD5C0667F}"/>
          </ac:spMkLst>
        </pc:spChg>
        <pc:spChg chg="add del mod">
          <ac:chgData name="Leônidas Müller de Oliveira" userId="5af9566427f0cd7a" providerId="LiveId" clId="{D17DB705-7341-436F-AF1B-4CCB5520855C}" dt="2021-03-09T14:10:42.879" v="424"/>
          <ac:spMkLst>
            <pc:docMk/>
            <pc:sldMk cId="3187776213" sldId="282"/>
            <ac:spMk id="9" creationId="{9C81958B-AE4B-43C9-BC2C-2CBADE7FE55A}"/>
          </ac:spMkLst>
        </pc:spChg>
        <pc:spChg chg="add mod">
          <ac:chgData name="Leônidas Müller de Oliveira" userId="5af9566427f0cd7a" providerId="LiveId" clId="{D17DB705-7341-436F-AF1B-4CCB5520855C}" dt="2021-03-09T14:09:19.419" v="184" actId="20577"/>
          <ac:spMkLst>
            <pc:docMk/>
            <pc:sldMk cId="3187776213" sldId="282"/>
            <ac:spMk id="10" creationId="{D7001BA3-CB80-4627-9BF8-F969EC7D3809}"/>
          </ac:spMkLst>
        </pc:spChg>
        <pc:spChg chg="add mod">
          <ac:chgData name="Leônidas Müller de Oliveira" userId="5af9566427f0cd7a" providerId="LiveId" clId="{D17DB705-7341-436F-AF1B-4CCB5520855C}" dt="2021-03-09T14:23:25.278" v="1027" actId="1076"/>
          <ac:spMkLst>
            <pc:docMk/>
            <pc:sldMk cId="3187776213" sldId="282"/>
            <ac:spMk id="11" creationId="{96FE473C-D562-44AA-8027-DF747996706D}"/>
          </ac:spMkLst>
        </pc:spChg>
        <pc:spChg chg="mod">
          <ac:chgData name="Leônidas Müller de Oliveira" userId="5af9566427f0cd7a" providerId="LiveId" clId="{D17DB705-7341-436F-AF1B-4CCB5520855C}" dt="2021-03-09T14:09:12.710" v="159" actId="20577"/>
          <ac:spMkLst>
            <pc:docMk/>
            <pc:sldMk cId="3187776213" sldId="282"/>
            <ac:spMk id="141" creationId="{00000000-0000-0000-0000-000000000000}"/>
          </ac:spMkLst>
        </pc:spChg>
        <pc:spChg chg="del">
          <ac:chgData name="Leônidas Müller de Oliveira" userId="5af9566427f0cd7a" providerId="LiveId" clId="{D17DB705-7341-436F-AF1B-4CCB5520855C}" dt="2021-03-09T14:07:06.600" v="32" actId="478"/>
          <ac:spMkLst>
            <pc:docMk/>
            <pc:sldMk cId="3187776213" sldId="282"/>
            <ac:spMk id="143" creationId="{00000000-0000-0000-0000-000000000000}"/>
          </ac:spMkLst>
        </pc:spChg>
      </pc:sldChg>
      <pc:sldChg chg="add del">
        <pc:chgData name="Leônidas Müller de Oliveira" userId="5af9566427f0cd7a" providerId="LiveId" clId="{D17DB705-7341-436F-AF1B-4CCB5520855C}" dt="2021-03-09T14:21:57.020" v="875" actId="47"/>
        <pc:sldMkLst>
          <pc:docMk/>
          <pc:sldMk cId="1215215435" sldId="283"/>
        </pc:sldMkLst>
      </pc:sldChg>
      <pc:sldChg chg="addSp delSp modSp add mod">
        <pc:chgData name="Leônidas Müller de Oliveira" userId="5af9566427f0cd7a" providerId="LiveId" clId="{D17DB705-7341-436F-AF1B-4CCB5520855C}" dt="2021-03-09T14:24:10.784" v="1077" actId="20577"/>
        <pc:sldMkLst>
          <pc:docMk/>
          <pc:sldMk cId="2893859376" sldId="284"/>
        </pc:sldMkLst>
        <pc:spChg chg="add mod">
          <ac:chgData name="Leônidas Müller de Oliveira" userId="5af9566427f0cd7a" providerId="LiveId" clId="{D17DB705-7341-436F-AF1B-4CCB5520855C}" dt="2021-03-09T14:22:29.370" v="888"/>
          <ac:spMkLst>
            <pc:docMk/>
            <pc:sldMk cId="2893859376" sldId="284"/>
            <ac:spMk id="6" creationId="{5A6EB87D-9808-4841-A2DD-6126010C0F97}"/>
          </ac:spMkLst>
        </pc:spChg>
        <pc:spChg chg="mod">
          <ac:chgData name="Leônidas Müller de Oliveira" userId="5af9566427f0cd7a" providerId="LiveId" clId="{D17DB705-7341-436F-AF1B-4CCB5520855C}" dt="2021-03-09T14:23:34.370" v="1028" actId="21"/>
          <ac:spMkLst>
            <pc:docMk/>
            <pc:sldMk cId="2893859376" sldId="284"/>
            <ac:spMk id="9" creationId="{9C81958B-AE4B-43C9-BC2C-2CBADE7FE55A}"/>
          </ac:spMkLst>
        </pc:spChg>
        <pc:spChg chg="mod">
          <ac:chgData name="Leônidas Müller de Oliveira" userId="5af9566427f0cd7a" providerId="LiveId" clId="{D17DB705-7341-436F-AF1B-4CCB5520855C}" dt="2021-03-09T14:24:10.784" v="1077" actId="20577"/>
          <ac:spMkLst>
            <pc:docMk/>
            <pc:sldMk cId="2893859376" sldId="284"/>
            <ac:spMk id="10" creationId="{D7001BA3-CB80-4627-9BF8-F969EC7D3809}"/>
          </ac:spMkLst>
        </pc:spChg>
        <pc:spChg chg="del">
          <ac:chgData name="Leônidas Müller de Oliveira" userId="5af9566427f0cd7a" providerId="LiveId" clId="{D17DB705-7341-436F-AF1B-4CCB5520855C}" dt="2021-03-09T14:22:28.980" v="887" actId="478"/>
          <ac:spMkLst>
            <pc:docMk/>
            <pc:sldMk cId="2893859376" sldId="284"/>
            <ac:spMk id="141" creationId="{00000000-0000-0000-0000-000000000000}"/>
          </ac:spMkLst>
        </pc:spChg>
      </pc:sldChg>
    </pc:docChg>
  </pc:docChgLst>
  <pc:docChgLst>
    <pc:chgData name="Leônidas Müller de Oliveira" userId="5af9566427f0cd7a" providerId="LiveId" clId="{2C11F022-23B4-463C-8287-20BD4C8EC5E6}"/>
    <pc:docChg chg="modSld">
      <pc:chgData name="Leônidas Müller de Oliveira" userId="5af9566427f0cd7a" providerId="LiveId" clId="{2C11F022-23B4-463C-8287-20BD4C8EC5E6}" dt="2022-10-26T19:04:37.341" v="38" actId="2711"/>
      <pc:docMkLst>
        <pc:docMk/>
      </pc:docMkLst>
      <pc:sldChg chg="modSp mod">
        <pc:chgData name="Leônidas Müller de Oliveira" userId="5af9566427f0cd7a" providerId="LiveId" clId="{2C11F022-23B4-463C-8287-20BD4C8EC5E6}" dt="2022-10-26T19:04:37.341" v="38" actId="2711"/>
        <pc:sldMkLst>
          <pc:docMk/>
          <pc:sldMk cId="0" sldId="257"/>
        </pc:sldMkLst>
        <pc:spChg chg="mod">
          <ac:chgData name="Leônidas Müller de Oliveira" userId="5af9566427f0cd7a" providerId="LiveId" clId="{2C11F022-23B4-463C-8287-20BD4C8EC5E6}" dt="2022-10-26T19:04:37.341" v="38" actId="2711"/>
          <ac:spMkLst>
            <pc:docMk/>
            <pc:sldMk cId="0" sldId="257"/>
            <ac:spMk id="67" creationId="{00000000-0000-0000-0000-000000000000}"/>
          </ac:spMkLst>
        </pc:spChg>
      </pc:sldChg>
    </pc:docChg>
  </pc:docChgLst>
  <pc:docChgLst>
    <pc:chgData name="Leônidas Müller de Oliveira" userId="5af9566427f0cd7a" providerId="LiveId" clId="{9019649D-9316-4696-B8B1-7A6B341347C0}"/>
    <pc:docChg chg="undo custSel addSld delSld modSld">
      <pc:chgData name="Leônidas Müller de Oliveira" userId="5af9566427f0cd7a" providerId="LiveId" clId="{9019649D-9316-4696-B8B1-7A6B341347C0}" dt="2021-01-24T01:17:13.452" v="4386" actId="20577"/>
      <pc:docMkLst>
        <pc:docMk/>
      </pc:docMkLst>
      <pc:sldChg chg="modSp mod">
        <pc:chgData name="Leônidas Müller de Oliveira" userId="5af9566427f0cd7a" providerId="LiveId" clId="{9019649D-9316-4696-B8B1-7A6B341347C0}" dt="2021-01-15T16:08:29.159" v="42" actId="20577"/>
        <pc:sldMkLst>
          <pc:docMk/>
          <pc:sldMk cId="0" sldId="257"/>
        </pc:sldMkLst>
        <pc:spChg chg="mod">
          <ac:chgData name="Leônidas Müller de Oliveira" userId="5af9566427f0cd7a" providerId="LiveId" clId="{9019649D-9316-4696-B8B1-7A6B341347C0}" dt="2021-01-15T16:08:29.159" v="42" actId="20577"/>
          <ac:spMkLst>
            <pc:docMk/>
            <pc:sldMk cId="0" sldId="257"/>
            <ac:spMk id="67" creationId="{00000000-0000-0000-0000-000000000000}"/>
          </ac:spMkLst>
        </pc:spChg>
      </pc:sldChg>
      <pc:sldChg chg="modSp mod">
        <pc:chgData name="Leônidas Müller de Oliveira" userId="5af9566427f0cd7a" providerId="LiveId" clId="{9019649D-9316-4696-B8B1-7A6B341347C0}" dt="2021-01-16T00:20:25.821" v="4306" actId="1076"/>
        <pc:sldMkLst>
          <pc:docMk/>
          <pc:sldMk cId="0" sldId="262"/>
        </pc:sldMkLst>
        <pc:spChg chg="mod">
          <ac:chgData name="Leônidas Müller de Oliveira" userId="5af9566427f0cd7a" providerId="LiveId" clId="{9019649D-9316-4696-B8B1-7A6B341347C0}" dt="2021-01-16T00:20:17.434" v="4303" actId="1076"/>
          <ac:spMkLst>
            <pc:docMk/>
            <pc:sldMk cId="0" sldId="262"/>
            <ac:spMk id="140" creationId="{00000000-0000-0000-0000-000000000000}"/>
          </ac:spMkLst>
        </pc:spChg>
        <pc:spChg chg="mod">
          <ac:chgData name="Leônidas Müller de Oliveira" userId="5af9566427f0cd7a" providerId="LiveId" clId="{9019649D-9316-4696-B8B1-7A6B341347C0}" dt="2021-01-16T00:20:25.821" v="4306" actId="1076"/>
          <ac:spMkLst>
            <pc:docMk/>
            <pc:sldMk cId="0" sldId="262"/>
            <ac:spMk id="141" creationId="{00000000-0000-0000-0000-000000000000}"/>
          </ac:spMkLst>
        </pc:spChg>
        <pc:spChg chg="mod">
          <ac:chgData name="Leônidas Müller de Oliveira" userId="5af9566427f0cd7a" providerId="LiveId" clId="{9019649D-9316-4696-B8B1-7A6B341347C0}" dt="2021-01-16T00:20:22.912" v="4305" actId="1076"/>
          <ac:spMkLst>
            <pc:docMk/>
            <pc:sldMk cId="0" sldId="262"/>
            <ac:spMk id="142" creationId="{00000000-0000-0000-0000-000000000000}"/>
          </ac:spMkLst>
        </pc:spChg>
      </pc:sldChg>
      <pc:sldChg chg="modSp mod">
        <pc:chgData name="Leônidas Müller de Oliveira" userId="5af9566427f0cd7a" providerId="LiveId" clId="{9019649D-9316-4696-B8B1-7A6B341347C0}" dt="2021-01-15T16:25:11.550" v="1379" actId="14100"/>
        <pc:sldMkLst>
          <pc:docMk/>
          <pc:sldMk cId="0" sldId="263"/>
        </pc:sldMkLst>
        <pc:spChg chg="mod">
          <ac:chgData name="Leônidas Müller de Oliveira" userId="5af9566427f0cd7a" providerId="LiveId" clId="{9019649D-9316-4696-B8B1-7A6B341347C0}" dt="2021-01-15T16:15:13.162" v="325" actId="20577"/>
          <ac:spMkLst>
            <pc:docMk/>
            <pc:sldMk cId="0" sldId="263"/>
            <ac:spMk id="149" creationId="{00000000-0000-0000-0000-000000000000}"/>
          </ac:spMkLst>
        </pc:spChg>
        <pc:spChg chg="mod">
          <ac:chgData name="Leônidas Müller de Oliveira" userId="5af9566427f0cd7a" providerId="LiveId" clId="{9019649D-9316-4696-B8B1-7A6B341347C0}" dt="2021-01-15T16:25:11.550" v="1379" actId="14100"/>
          <ac:spMkLst>
            <pc:docMk/>
            <pc:sldMk cId="0" sldId="263"/>
            <ac:spMk id="150" creationId="{00000000-0000-0000-0000-000000000000}"/>
          </ac:spMkLst>
        </pc:spChg>
      </pc:sldChg>
      <pc:sldChg chg="modSp mod">
        <pc:chgData name="Leônidas Müller de Oliveira" userId="5af9566427f0cd7a" providerId="LiveId" clId="{9019649D-9316-4696-B8B1-7A6B341347C0}" dt="2021-01-15T16:10:12.667" v="175" actId="20577"/>
        <pc:sldMkLst>
          <pc:docMk/>
          <pc:sldMk cId="0" sldId="264"/>
        </pc:sldMkLst>
        <pc:spChg chg="mod">
          <ac:chgData name="Leônidas Müller de Oliveira" userId="5af9566427f0cd7a" providerId="LiveId" clId="{9019649D-9316-4696-B8B1-7A6B341347C0}" dt="2021-01-15T16:08:36.948" v="48" actId="20577"/>
          <ac:spMkLst>
            <pc:docMk/>
            <pc:sldMk cId="0" sldId="264"/>
            <ac:spMk id="157" creationId="{00000000-0000-0000-0000-000000000000}"/>
          </ac:spMkLst>
        </pc:spChg>
        <pc:spChg chg="mod">
          <ac:chgData name="Leônidas Müller de Oliveira" userId="5af9566427f0cd7a" providerId="LiveId" clId="{9019649D-9316-4696-B8B1-7A6B341347C0}" dt="2021-01-15T16:10:12.667" v="175" actId="20577"/>
          <ac:spMkLst>
            <pc:docMk/>
            <pc:sldMk cId="0" sldId="264"/>
            <ac:spMk id="158" creationId="{00000000-0000-0000-0000-000000000000}"/>
          </ac:spMkLst>
        </pc:spChg>
      </pc:sldChg>
      <pc:sldChg chg="addSp delSp modSp mod">
        <pc:chgData name="Leônidas Müller de Oliveira" userId="5af9566427f0cd7a" providerId="LiveId" clId="{9019649D-9316-4696-B8B1-7A6B341347C0}" dt="2021-01-15T16:49:05.707" v="1445"/>
        <pc:sldMkLst>
          <pc:docMk/>
          <pc:sldMk cId="0" sldId="266"/>
        </pc:sldMkLst>
        <pc:spChg chg="mod">
          <ac:chgData name="Leônidas Müller de Oliveira" userId="5af9566427f0cd7a" providerId="LiveId" clId="{9019649D-9316-4696-B8B1-7A6B341347C0}" dt="2021-01-15T16:48:43.600" v="1426" actId="1076"/>
          <ac:spMkLst>
            <pc:docMk/>
            <pc:sldMk cId="0" sldId="266"/>
            <ac:spMk id="175" creationId="{00000000-0000-0000-0000-000000000000}"/>
          </ac:spMkLst>
        </pc:spChg>
        <pc:picChg chg="del">
          <ac:chgData name="Leônidas Müller de Oliveira" userId="5af9566427f0cd7a" providerId="LiveId" clId="{9019649D-9316-4696-B8B1-7A6B341347C0}" dt="2021-01-15T16:42:36.268" v="1413" actId="478"/>
          <ac:picMkLst>
            <pc:docMk/>
            <pc:sldMk cId="0" sldId="266"/>
            <ac:picMk id="3" creationId="{D49D602C-14D4-4255-96F6-879127A2D5F7}"/>
          </ac:picMkLst>
        </pc:picChg>
        <pc:picChg chg="add mod ord modCrop">
          <ac:chgData name="Leônidas Müller de Oliveira" userId="5af9566427f0cd7a" providerId="LiveId" clId="{9019649D-9316-4696-B8B1-7A6B341347C0}" dt="2021-01-15T16:49:05.707" v="1445"/>
          <ac:picMkLst>
            <pc:docMk/>
            <pc:sldMk cId="0" sldId="266"/>
            <ac:picMk id="4" creationId="{03E2685C-B3D9-4AC2-A687-440EA3EE13E0}"/>
          </ac:picMkLst>
        </pc:picChg>
      </pc:sldChg>
      <pc:sldChg chg="delSp modSp mod">
        <pc:chgData name="Leônidas Müller de Oliveira" userId="5af9566427f0cd7a" providerId="LiveId" clId="{9019649D-9316-4696-B8B1-7A6B341347C0}" dt="2021-01-15T16:26:35.798" v="1384" actId="1076"/>
        <pc:sldMkLst>
          <pc:docMk/>
          <pc:sldMk cId="0" sldId="267"/>
        </pc:sldMkLst>
        <pc:spChg chg="mod">
          <ac:chgData name="Leônidas Müller de Oliveira" userId="5af9566427f0cd7a" providerId="LiveId" clId="{9019649D-9316-4696-B8B1-7A6B341347C0}" dt="2021-01-15T16:21:48.674" v="1064" actId="313"/>
          <ac:spMkLst>
            <pc:docMk/>
            <pc:sldMk cId="0" sldId="267"/>
            <ac:spMk id="184" creationId="{00000000-0000-0000-0000-000000000000}"/>
          </ac:spMkLst>
        </pc:spChg>
        <pc:spChg chg="mod">
          <ac:chgData name="Leônidas Müller de Oliveira" userId="5af9566427f0cd7a" providerId="LiveId" clId="{9019649D-9316-4696-B8B1-7A6B341347C0}" dt="2021-01-15T16:26:35.798" v="1384" actId="1076"/>
          <ac:spMkLst>
            <pc:docMk/>
            <pc:sldMk cId="0" sldId="267"/>
            <ac:spMk id="185" creationId="{00000000-0000-0000-0000-000000000000}"/>
          </ac:spMkLst>
        </pc:spChg>
        <pc:picChg chg="del">
          <ac:chgData name="Leônidas Müller de Oliveira" userId="5af9566427f0cd7a" providerId="LiveId" clId="{9019649D-9316-4696-B8B1-7A6B341347C0}" dt="2021-01-15T16:20:00.862" v="1062" actId="478"/>
          <ac:picMkLst>
            <pc:docMk/>
            <pc:sldMk cId="0" sldId="267"/>
            <ac:picMk id="3" creationId="{A3581759-E91F-498F-8593-5AB5BE2A7D7F}"/>
          </ac:picMkLst>
        </pc:picChg>
        <pc:picChg chg="del">
          <ac:chgData name="Leônidas Müller de Oliveira" userId="5af9566427f0cd7a" providerId="LiveId" clId="{9019649D-9316-4696-B8B1-7A6B341347C0}" dt="2021-01-15T16:20:00.439" v="1061" actId="478"/>
          <ac:picMkLst>
            <pc:docMk/>
            <pc:sldMk cId="0" sldId="267"/>
            <ac:picMk id="5" creationId="{BCAE28CB-178C-4B12-AD6E-43FE3D206AB9}"/>
          </ac:picMkLst>
        </pc:picChg>
      </pc:sldChg>
      <pc:sldChg chg="del">
        <pc:chgData name="Leônidas Müller de Oliveira" userId="5af9566427f0cd7a" providerId="LiveId" clId="{9019649D-9316-4696-B8B1-7A6B341347C0}" dt="2021-01-15T21:28:40.764" v="3991" actId="47"/>
        <pc:sldMkLst>
          <pc:docMk/>
          <pc:sldMk cId="0" sldId="268"/>
        </pc:sldMkLst>
      </pc:sldChg>
      <pc:sldChg chg="addSp delSp modSp mod">
        <pc:chgData name="Leônidas Müller de Oliveira" userId="5af9566427f0cd7a" providerId="LiveId" clId="{9019649D-9316-4696-B8B1-7A6B341347C0}" dt="2021-01-16T01:02:12.143" v="4364" actId="1076"/>
        <pc:sldMkLst>
          <pc:docMk/>
          <pc:sldMk cId="0" sldId="271"/>
        </pc:sldMkLst>
        <pc:spChg chg="mod">
          <ac:chgData name="Leônidas Müller de Oliveira" userId="5af9566427f0cd7a" providerId="LiveId" clId="{9019649D-9316-4696-B8B1-7A6B341347C0}" dt="2021-01-15T21:35:58.382" v="4291" actId="20577"/>
          <ac:spMkLst>
            <pc:docMk/>
            <pc:sldMk cId="0" sldId="271"/>
            <ac:spMk id="228" creationId="{00000000-0000-0000-0000-000000000000}"/>
          </ac:spMkLst>
        </pc:spChg>
        <pc:picChg chg="add mod">
          <ac:chgData name="Leônidas Müller de Oliveira" userId="5af9566427f0cd7a" providerId="LiveId" clId="{9019649D-9316-4696-B8B1-7A6B341347C0}" dt="2021-01-16T01:02:12.143" v="4364" actId="1076"/>
          <ac:picMkLst>
            <pc:docMk/>
            <pc:sldMk cId="0" sldId="271"/>
            <ac:picMk id="3" creationId="{89047C8D-79DF-4279-92A0-7ED57F210BDD}"/>
          </ac:picMkLst>
        </pc:picChg>
        <pc:picChg chg="del">
          <ac:chgData name="Leônidas Müller de Oliveira" userId="5af9566427f0cd7a" providerId="LiveId" clId="{9019649D-9316-4696-B8B1-7A6B341347C0}" dt="2021-01-15T21:35:18.358" v="4180" actId="478"/>
          <ac:picMkLst>
            <pc:docMk/>
            <pc:sldMk cId="0" sldId="271"/>
            <ac:picMk id="4" creationId="{1EC96623-3070-4B6D-92BE-1D6D4E626ECF}"/>
          </ac:picMkLst>
        </pc:picChg>
      </pc:sldChg>
      <pc:sldChg chg="modSp mod">
        <pc:chgData name="Leônidas Müller de Oliveira" userId="5af9566427f0cd7a" providerId="LiveId" clId="{9019649D-9316-4696-B8B1-7A6B341347C0}" dt="2021-01-16T01:06:23.265" v="4380" actId="20577"/>
        <pc:sldMkLst>
          <pc:docMk/>
          <pc:sldMk cId="0" sldId="272"/>
        </pc:sldMkLst>
        <pc:spChg chg="mod">
          <ac:chgData name="Leônidas Müller de Oliveira" userId="5af9566427f0cd7a" providerId="LiveId" clId="{9019649D-9316-4696-B8B1-7A6B341347C0}" dt="2021-01-16T01:06:23.265" v="4380" actId="20577"/>
          <ac:spMkLst>
            <pc:docMk/>
            <pc:sldMk cId="0" sldId="272"/>
            <ac:spMk id="235" creationId="{00000000-0000-0000-0000-000000000000}"/>
          </ac:spMkLst>
        </pc:spChg>
      </pc:sldChg>
      <pc:sldChg chg="modSp mod">
        <pc:chgData name="Leônidas Müller de Oliveira" userId="5af9566427f0cd7a" providerId="LiveId" clId="{9019649D-9316-4696-B8B1-7A6B341347C0}" dt="2021-01-15T21:31:01.363" v="4179" actId="20577"/>
        <pc:sldMkLst>
          <pc:docMk/>
          <pc:sldMk cId="0" sldId="274"/>
        </pc:sldMkLst>
        <pc:spChg chg="mod">
          <ac:chgData name="Leônidas Müller de Oliveira" userId="5af9566427f0cd7a" providerId="LiveId" clId="{9019649D-9316-4696-B8B1-7A6B341347C0}" dt="2021-01-15T21:31:01.363" v="4179" actId="20577"/>
          <ac:spMkLst>
            <pc:docMk/>
            <pc:sldMk cId="0" sldId="274"/>
            <ac:spMk id="251" creationId="{00000000-0000-0000-0000-000000000000}"/>
          </ac:spMkLst>
        </pc:spChg>
      </pc:sldChg>
      <pc:sldChg chg="modSp mod">
        <pc:chgData name="Leônidas Müller de Oliveira" userId="5af9566427f0cd7a" providerId="LiveId" clId="{9019649D-9316-4696-B8B1-7A6B341347C0}" dt="2021-01-15T16:12:58.598" v="315" actId="12"/>
        <pc:sldMkLst>
          <pc:docMk/>
          <pc:sldMk cId="569711459" sldId="283"/>
        </pc:sldMkLst>
        <pc:spChg chg="mod">
          <ac:chgData name="Leônidas Müller de Oliveira" userId="5af9566427f0cd7a" providerId="LiveId" clId="{9019649D-9316-4696-B8B1-7A6B341347C0}" dt="2021-01-15T16:12:11.791" v="218" actId="14100"/>
          <ac:spMkLst>
            <pc:docMk/>
            <pc:sldMk cId="569711459" sldId="283"/>
            <ac:spMk id="157" creationId="{00000000-0000-0000-0000-000000000000}"/>
          </ac:spMkLst>
        </pc:spChg>
        <pc:spChg chg="mod">
          <ac:chgData name="Leônidas Müller de Oliveira" userId="5af9566427f0cd7a" providerId="LiveId" clId="{9019649D-9316-4696-B8B1-7A6B341347C0}" dt="2021-01-15T16:12:58.598" v="315" actId="12"/>
          <ac:spMkLst>
            <pc:docMk/>
            <pc:sldMk cId="569711459" sldId="283"/>
            <ac:spMk id="158" creationId="{00000000-0000-0000-0000-000000000000}"/>
          </ac:spMkLst>
        </pc:spChg>
      </pc:sldChg>
      <pc:sldChg chg="modSp mod">
        <pc:chgData name="Leônidas Müller de Oliveira" userId="5af9566427f0cd7a" providerId="LiveId" clId="{9019649D-9316-4696-B8B1-7A6B341347C0}" dt="2021-01-16T00:22:47.655" v="4311" actId="1076"/>
        <pc:sldMkLst>
          <pc:docMk/>
          <pc:sldMk cId="1437011287" sldId="284"/>
        </pc:sldMkLst>
        <pc:spChg chg="mod">
          <ac:chgData name="Leônidas Müller de Oliveira" userId="5af9566427f0cd7a" providerId="LiveId" clId="{9019649D-9316-4696-B8B1-7A6B341347C0}" dt="2021-01-16T00:22:41.397" v="4310" actId="1076"/>
          <ac:spMkLst>
            <pc:docMk/>
            <pc:sldMk cId="1437011287" sldId="284"/>
            <ac:spMk id="2" creationId="{B5FAAC12-83B7-4468-968E-BD39CFBF23F8}"/>
          </ac:spMkLst>
        </pc:spChg>
        <pc:spChg chg="mod">
          <ac:chgData name="Leônidas Müller de Oliveira" userId="5af9566427f0cd7a" providerId="LiveId" clId="{9019649D-9316-4696-B8B1-7A6B341347C0}" dt="2021-01-16T00:22:47.655" v="4311" actId="1076"/>
          <ac:spMkLst>
            <pc:docMk/>
            <pc:sldMk cId="1437011287" sldId="284"/>
            <ac:spMk id="3" creationId="{5A9CA915-CCB3-442A-9489-70F111D48946}"/>
          </ac:spMkLst>
        </pc:spChg>
        <pc:spChg chg="mod">
          <ac:chgData name="Leônidas Müller de Oliveira" userId="5af9566427f0cd7a" providerId="LiveId" clId="{9019649D-9316-4696-B8B1-7A6B341347C0}" dt="2021-01-16T00:22:41.397" v="4310" actId="1076"/>
          <ac:spMkLst>
            <pc:docMk/>
            <pc:sldMk cId="1437011287" sldId="284"/>
            <ac:spMk id="5" creationId="{694E9661-0DA9-4439-A260-5A55C84F5188}"/>
          </ac:spMkLst>
        </pc:spChg>
        <pc:spChg chg="mod">
          <ac:chgData name="Leônidas Müller de Oliveira" userId="5af9566427f0cd7a" providerId="LiveId" clId="{9019649D-9316-4696-B8B1-7A6B341347C0}" dt="2021-01-16T00:22:41.397" v="4310" actId="1076"/>
          <ac:spMkLst>
            <pc:docMk/>
            <pc:sldMk cId="1437011287" sldId="284"/>
            <ac:spMk id="7" creationId="{A4DD453D-BBF4-4D35-BEA3-93C8AFDFAD21}"/>
          </ac:spMkLst>
        </pc:spChg>
        <pc:spChg chg="mod">
          <ac:chgData name="Leônidas Müller de Oliveira" userId="5af9566427f0cd7a" providerId="LiveId" clId="{9019649D-9316-4696-B8B1-7A6B341347C0}" dt="2021-01-16T00:22:41.397" v="4310" actId="1076"/>
          <ac:spMkLst>
            <pc:docMk/>
            <pc:sldMk cId="1437011287" sldId="284"/>
            <ac:spMk id="9" creationId="{C42EB859-19E8-4973-97DF-EF93B5B2D845}"/>
          </ac:spMkLst>
        </pc:spChg>
        <pc:spChg chg="mod">
          <ac:chgData name="Leônidas Müller de Oliveira" userId="5af9566427f0cd7a" providerId="LiveId" clId="{9019649D-9316-4696-B8B1-7A6B341347C0}" dt="2021-01-16T00:22:41.397" v="4310" actId="1076"/>
          <ac:spMkLst>
            <pc:docMk/>
            <pc:sldMk cId="1437011287" sldId="284"/>
            <ac:spMk id="10" creationId="{D85E2755-D8D3-49BC-BE27-FFE170CCCC28}"/>
          </ac:spMkLst>
        </pc:spChg>
        <pc:spChg chg="mod">
          <ac:chgData name="Leônidas Müller de Oliveira" userId="5af9566427f0cd7a" providerId="LiveId" clId="{9019649D-9316-4696-B8B1-7A6B341347C0}" dt="2021-01-16T00:22:41.397" v="4310" actId="1076"/>
          <ac:spMkLst>
            <pc:docMk/>
            <pc:sldMk cId="1437011287" sldId="284"/>
            <ac:spMk id="11" creationId="{265A0DFD-B71D-43C1-AD39-A6ABF5557A41}"/>
          </ac:spMkLst>
        </pc:spChg>
        <pc:spChg chg="mod">
          <ac:chgData name="Leônidas Müller de Oliveira" userId="5af9566427f0cd7a" providerId="LiveId" clId="{9019649D-9316-4696-B8B1-7A6B341347C0}" dt="2021-01-16T00:22:41.397" v="4310" actId="1076"/>
          <ac:spMkLst>
            <pc:docMk/>
            <pc:sldMk cId="1437011287" sldId="284"/>
            <ac:spMk id="150" creationId="{00000000-0000-0000-0000-000000000000}"/>
          </ac:spMkLst>
        </pc:spChg>
      </pc:sldChg>
      <pc:sldChg chg="addSp delSp modSp mod">
        <pc:chgData name="Leônidas Müller de Oliveira" userId="5af9566427f0cd7a" providerId="LiveId" clId="{9019649D-9316-4696-B8B1-7A6B341347C0}" dt="2021-01-16T00:02:48.371" v="4302" actId="732"/>
        <pc:sldMkLst>
          <pc:docMk/>
          <pc:sldMk cId="2491790395" sldId="291"/>
        </pc:sldMkLst>
        <pc:picChg chg="del">
          <ac:chgData name="Leônidas Müller de Oliveira" userId="5af9566427f0cd7a" providerId="LiveId" clId="{9019649D-9316-4696-B8B1-7A6B341347C0}" dt="2021-01-16T00:02:31.938" v="4295" actId="478"/>
          <ac:picMkLst>
            <pc:docMk/>
            <pc:sldMk cId="2491790395" sldId="291"/>
            <ac:picMk id="3" creationId="{658F5653-86D8-46D9-A4A1-46BDFF7889AA}"/>
          </ac:picMkLst>
        </pc:picChg>
        <pc:picChg chg="add mod modCrop">
          <ac:chgData name="Leônidas Müller de Oliveira" userId="5af9566427f0cd7a" providerId="LiveId" clId="{9019649D-9316-4696-B8B1-7A6B341347C0}" dt="2021-01-16T00:02:48.371" v="4302" actId="732"/>
          <ac:picMkLst>
            <pc:docMk/>
            <pc:sldMk cId="2491790395" sldId="291"/>
            <ac:picMk id="4" creationId="{72A81FC7-272A-4F5D-884E-4C8B71D21CE8}"/>
          </ac:picMkLst>
        </pc:picChg>
      </pc:sldChg>
      <pc:sldChg chg="addSp delSp modSp mod">
        <pc:chgData name="Leônidas Müller de Oliveira" userId="5af9566427f0cd7a" providerId="LiveId" clId="{9019649D-9316-4696-B8B1-7A6B341347C0}" dt="2021-01-16T00:38:53.669" v="4351" actId="20577"/>
        <pc:sldMkLst>
          <pc:docMk/>
          <pc:sldMk cId="2768986171" sldId="292"/>
        </pc:sldMkLst>
        <pc:spChg chg="add mod">
          <ac:chgData name="Leônidas Müller de Oliveira" userId="5af9566427f0cd7a" providerId="LiveId" clId="{9019649D-9316-4696-B8B1-7A6B341347C0}" dt="2021-01-16T00:38:53.669" v="4351" actId="20577"/>
          <ac:spMkLst>
            <pc:docMk/>
            <pc:sldMk cId="2768986171" sldId="292"/>
            <ac:spMk id="5" creationId="{C085517D-5CFA-4B56-BFDD-640042A51643}"/>
          </ac:spMkLst>
        </pc:spChg>
        <pc:spChg chg="mod">
          <ac:chgData name="Leônidas Müller de Oliveira" userId="5af9566427f0cd7a" providerId="LiveId" clId="{9019649D-9316-4696-B8B1-7A6B341347C0}" dt="2021-01-15T16:52:57.548" v="1497" actId="20577"/>
          <ac:spMkLst>
            <pc:docMk/>
            <pc:sldMk cId="2768986171" sldId="292"/>
            <ac:spMk id="149" creationId="{00000000-0000-0000-0000-000000000000}"/>
          </ac:spMkLst>
        </pc:spChg>
        <pc:spChg chg="del mod">
          <ac:chgData name="Leônidas Müller de Oliveira" userId="5af9566427f0cd7a" providerId="LiveId" clId="{9019649D-9316-4696-B8B1-7A6B341347C0}" dt="2021-01-15T16:55:49.787" v="1499" actId="478"/>
          <ac:spMkLst>
            <pc:docMk/>
            <pc:sldMk cId="2768986171" sldId="292"/>
            <ac:spMk id="150" creationId="{00000000-0000-0000-0000-000000000000}"/>
          </ac:spMkLst>
        </pc:spChg>
      </pc:sldChg>
      <pc:sldChg chg="del">
        <pc:chgData name="Leônidas Müller de Oliveira" userId="5af9566427f0cd7a" providerId="LiveId" clId="{9019649D-9316-4696-B8B1-7A6B341347C0}" dt="2021-01-15T20:35:28.025" v="3137" actId="47"/>
        <pc:sldMkLst>
          <pc:docMk/>
          <pc:sldMk cId="641020710" sldId="293"/>
        </pc:sldMkLst>
      </pc:sldChg>
      <pc:sldChg chg="del">
        <pc:chgData name="Leônidas Müller de Oliveira" userId="5af9566427f0cd7a" providerId="LiveId" clId="{9019649D-9316-4696-B8B1-7A6B341347C0}" dt="2021-01-15T20:35:29.103" v="3138" actId="47"/>
        <pc:sldMkLst>
          <pc:docMk/>
          <pc:sldMk cId="2522898300" sldId="294"/>
        </pc:sldMkLst>
      </pc:sldChg>
      <pc:sldChg chg="del">
        <pc:chgData name="Leônidas Müller de Oliveira" userId="5af9566427f0cd7a" providerId="LiveId" clId="{9019649D-9316-4696-B8B1-7A6B341347C0}" dt="2021-01-15T16:31:14.585" v="1385" actId="47"/>
        <pc:sldMkLst>
          <pc:docMk/>
          <pc:sldMk cId="1695839730" sldId="295"/>
        </pc:sldMkLst>
      </pc:sldChg>
      <pc:sldChg chg="del">
        <pc:chgData name="Leônidas Müller de Oliveira" userId="5af9566427f0cd7a" providerId="LiveId" clId="{9019649D-9316-4696-B8B1-7A6B341347C0}" dt="2021-01-15T21:28:42.107" v="3992" actId="47"/>
        <pc:sldMkLst>
          <pc:docMk/>
          <pc:sldMk cId="743515703" sldId="296"/>
        </pc:sldMkLst>
      </pc:sldChg>
      <pc:sldChg chg="modSp mod">
        <pc:chgData name="Leônidas Müller de Oliveira" userId="5af9566427f0cd7a" providerId="LiveId" clId="{9019649D-9316-4696-B8B1-7A6B341347C0}" dt="2021-01-16T00:26:33.767" v="4319" actId="20577"/>
        <pc:sldMkLst>
          <pc:docMk/>
          <pc:sldMk cId="1542352846" sldId="297"/>
        </pc:sldMkLst>
        <pc:spChg chg="mod">
          <ac:chgData name="Leônidas Müller de Oliveira" userId="5af9566427f0cd7a" providerId="LiveId" clId="{9019649D-9316-4696-B8B1-7A6B341347C0}" dt="2021-01-16T00:26:33.767" v="4319" actId="20577"/>
          <ac:spMkLst>
            <pc:docMk/>
            <pc:sldMk cId="1542352846" sldId="297"/>
            <ac:spMk id="249" creationId="{00000000-0000-0000-0000-000000000000}"/>
          </ac:spMkLst>
        </pc:spChg>
      </pc:sldChg>
      <pc:sldChg chg="addSp delSp modSp add mod">
        <pc:chgData name="Leônidas Müller de Oliveira" userId="5af9566427f0cd7a" providerId="LiveId" clId="{9019649D-9316-4696-B8B1-7A6B341347C0}" dt="2021-01-15T16:40:50.790" v="1405"/>
        <pc:sldMkLst>
          <pc:docMk/>
          <pc:sldMk cId="126974504" sldId="298"/>
        </pc:sldMkLst>
        <pc:spChg chg="add mod">
          <ac:chgData name="Leônidas Müller de Oliveira" userId="5af9566427f0cd7a" providerId="LiveId" clId="{9019649D-9316-4696-B8B1-7A6B341347C0}" dt="2021-01-15T16:40:50.790" v="1405"/>
          <ac:spMkLst>
            <pc:docMk/>
            <pc:sldMk cId="126974504" sldId="298"/>
            <ac:spMk id="5" creationId="{7226F076-0204-4AE0-BF41-ED22F82C1B26}"/>
          </ac:spMkLst>
        </pc:spChg>
        <pc:spChg chg="del">
          <ac:chgData name="Leônidas Müller de Oliveira" userId="5af9566427f0cd7a" providerId="LiveId" clId="{9019649D-9316-4696-B8B1-7A6B341347C0}" dt="2021-01-15T16:40:50.495" v="1404" actId="478"/>
          <ac:spMkLst>
            <pc:docMk/>
            <pc:sldMk cId="126974504" sldId="298"/>
            <ac:spMk id="249" creationId="{00000000-0000-0000-0000-000000000000}"/>
          </ac:spMkLst>
        </pc:spChg>
      </pc:sldChg>
      <pc:sldChg chg="modSp add mod">
        <pc:chgData name="Leônidas Müller de Oliveira" userId="5af9566427f0cd7a" providerId="LiveId" clId="{9019649D-9316-4696-B8B1-7A6B341347C0}" dt="2021-01-24T01:17:13.452" v="4386" actId="20577"/>
        <pc:sldMkLst>
          <pc:docMk/>
          <pc:sldMk cId="2452318423" sldId="299"/>
        </pc:sldMkLst>
        <pc:spChg chg="mod">
          <ac:chgData name="Leônidas Müller de Oliveira" userId="5af9566427f0cd7a" providerId="LiveId" clId="{9019649D-9316-4696-B8B1-7A6B341347C0}" dt="2021-01-24T01:17:13.452" v="4386" actId="20577"/>
          <ac:spMkLst>
            <pc:docMk/>
            <pc:sldMk cId="2452318423" sldId="299"/>
            <ac:spMk id="5" creationId="{C085517D-5CFA-4B56-BFDD-640042A51643}"/>
          </ac:spMkLst>
        </pc:spChg>
        <pc:spChg chg="mod">
          <ac:chgData name="Leônidas Müller de Oliveira" userId="5af9566427f0cd7a" providerId="LiveId" clId="{9019649D-9316-4696-B8B1-7A6B341347C0}" dt="2021-01-15T20:05:39.248" v="2067" actId="20577"/>
          <ac:spMkLst>
            <pc:docMk/>
            <pc:sldMk cId="2452318423" sldId="299"/>
            <ac:spMk id="149" creationId="{00000000-0000-0000-0000-000000000000}"/>
          </ac:spMkLst>
        </pc:spChg>
      </pc:sldChg>
      <pc:sldChg chg="addSp modSp add mod">
        <pc:chgData name="Leônidas Müller de Oliveira" userId="5af9566427f0cd7a" providerId="LiveId" clId="{9019649D-9316-4696-B8B1-7A6B341347C0}" dt="2021-01-16T00:51:26.417" v="4352" actId="20577"/>
        <pc:sldMkLst>
          <pc:docMk/>
          <pc:sldMk cId="580050991" sldId="300"/>
        </pc:sldMkLst>
        <pc:spChg chg="mod">
          <ac:chgData name="Leônidas Müller de Oliveira" userId="5af9566427f0cd7a" providerId="LiveId" clId="{9019649D-9316-4696-B8B1-7A6B341347C0}" dt="2021-01-16T00:51:26.417" v="4352" actId="20577"/>
          <ac:spMkLst>
            <pc:docMk/>
            <pc:sldMk cId="580050991" sldId="300"/>
            <ac:spMk id="5" creationId="{C085517D-5CFA-4B56-BFDD-640042A51643}"/>
          </ac:spMkLst>
        </pc:spChg>
        <pc:spChg chg="mod">
          <ac:chgData name="Leônidas Müller de Oliveira" userId="5af9566427f0cd7a" providerId="LiveId" clId="{9019649D-9316-4696-B8B1-7A6B341347C0}" dt="2021-01-15T20:26:10.043" v="3124" actId="404"/>
          <ac:spMkLst>
            <pc:docMk/>
            <pc:sldMk cId="580050991" sldId="300"/>
            <ac:spMk id="149" creationId="{00000000-0000-0000-0000-000000000000}"/>
          </ac:spMkLst>
        </pc:spChg>
        <pc:picChg chg="add mod ord">
          <ac:chgData name="Leônidas Müller de Oliveira" userId="5af9566427f0cd7a" providerId="LiveId" clId="{9019649D-9316-4696-B8B1-7A6B341347C0}" dt="2021-01-15T20:25:59.587" v="3121" actId="14100"/>
          <ac:picMkLst>
            <pc:docMk/>
            <pc:sldMk cId="580050991" sldId="300"/>
            <ac:picMk id="7" creationId="{F3EEF685-A009-4E74-A44F-A040B3F69CCD}"/>
          </ac:picMkLst>
        </pc:picChg>
      </pc:sldChg>
      <pc:sldChg chg="modSp add mod">
        <pc:chgData name="Leônidas Müller de Oliveira" userId="5af9566427f0cd7a" providerId="LiveId" clId="{9019649D-9316-4696-B8B1-7A6B341347C0}" dt="2021-01-16T00:56:18.245" v="4363" actId="20577"/>
        <pc:sldMkLst>
          <pc:docMk/>
          <pc:sldMk cId="1031171993" sldId="301"/>
        </pc:sldMkLst>
        <pc:spChg chg="mod">
          <ac:chgData name="Leônidas Müller de Oliveira" userId="5af9566427f0cd7a" providerId="LiveId" clId="{9019649D-9316-4696-B8B1-7A6B341347C0}" dt="2021-01-16T00:56:18.245" v="4363" actId="20577"/>
          <ac:spMkLst>
            <pc:docMk/>
            <pc:sldMk cId="1031171993" sldId="301"/>
            <ac:spMk id="5" creationId="{C085517D-5CFA-4B56-BFDD-640042A51643}"/>
          </ac:spMkLst>
        </pc:spChg>
        <pc:spChg chg="mod">
          <ac:chgData name="Leônidas Müller de Oliveira" userId="5af9566427f0cd7a" providerId="LiveId" clId="{9019649D-9316-4696-B8B1-7A6B341347C0}" dt="2021-01-15T20:36:45.567" v="3193" actId="20577"/>
          <ac:spMkLst>
            <pc:docMk/>
            <pc:sldMk cId="1031171993" sldId="301"/>
            <ac:spMk id="149" creationId="{00000000-0000-0000-0000-000000000000}"/>
          </ac:spMkLst>
        </pc:spChg>
      </pc:sldChg>
    </pc:docChg>
  </pc:docChgLst>
  <pc:docChgLst>
    <pc:chgData name="Leônidas Müller de Oliveira" userId="5af9566427f0cd7a" providerId="LiveId" clId="{B68AA69D-29C5-4824-A91A-85B7503DA0C7}"/>
    <pc:docChg chg="custSel addSld delSld modSld">
      <pc:chgData name="Leônidas Müller de Oliveira" userId="5af9566427f0cd7a" providerId="LiveId" clId="{B68AA69D-29C5-4824-A91A-85B7503DA0C7}" dt="2022-08-31T17:45:59.169" v="1403" actId="1076"/>
      <pc:docMkLst>
        <pc:docMk/>
      </pc:docMkLst>
      <pc:sldChg chg="modSp mod">
        <pc:chgData name="Leônidas Müller de Oliveira" userId="5af9566427f0cd7a" providerId="LiveId" clId="{B68AA69D-29C5-4824-A91A-85B7503DA0C7}" dt="2022-08-31T15:10:10.946" v="373" actId="313"/>
        <pc:sldMkLst>
          <pc:docMk/>
          <pc:sldMk cId="0" sldId="257"/>
        </pc:sldMkLst>
        <pc:spChg chg="mod">
          <ac:chgData name="Leônidas Müller de Oliveira" userId="5af9566427f0cd7a" providerId="LiveId" clId="{B68AA69D-29C5-4824-A91A-85B7503DA0C7}" dt="2022-08-31T15:10:10.946" v="373" actId="313"/>
          <ac:spMkLst>
            <pc:docMk/>
            <pc:sldMk cId="0" sldId="257"/>
            <ac:spMk id="67" creationId="{00000000-0000-0000-0000-000000000000}"/>
          </ac:spMkLst>
        </pc:spChg>
      </pc:sldChg>
      <pc:sldChg chg="addSp modSp mod">
        <pc:chgData name="Leônidas Müller de Oliveira" userId="5af9566427f0cd7a" providerId="LiveId" clId="{B68AA69D-29C5-4824-A91A-85B7503DA0C7}" dt="2022-08-30T13:49:40.401" v="45" actId="20577"/>
        <pc:sldMkLst>
          <pc:docMk/>
          <pc:sldMk cId="2510226186" sldId="285"/>
        </pc:sldMkLst>
        <pc:spChg chg="mod">
          <ac:chgData name="Leônidas Müller de Oliveira" userId="5af9566427f0cd7a" providerId="LiveId" clId="{B68AA69D-29C5-4824-A91A-85B7503DA0C7}" dt="2022-08-30T13:49:40.401" v="45" actId="20577"/>
          <ac:spMkLst>
            <pc:docMk/>
            <pc:sldMk cId="2510226186" sldId="285"/>
            <ac:spMk id="10" creationId="{D7001BA3-CB80-4627-9BF8-F969EC7D3809}"/>
          </ac:spMkLst>
        </pc:spChg>
        <pc:picChg chg="add mod">
          <ac:chgData name="Leônidas Müller de Oliveira" userId="5af9566427f0cd7a" providerId="LiveId" clId="{B68AA69D-29C5-4824-A91A-85B7503DA0C7}" dt="2022-08-30T13:49:18.751" v="2" actId="1076"/>
          <ac:picMkLst>
            <pc:docMk/>
            <pc:sldMk cId="2510226186" sldId="285"/>
            <ac:picMk id="3" creationId="{713BB079-BAE7-05DC-C44C-E0FE07132DEF}"/>
          </ac:picMkLst>
        </pc:picChg>
      </pc:sldChg>
      <pc:sldChg chg="addSp modSp mod">
        <pc:chgData name="Leônidas Müller de Oliveira" userId="5af9566427f0cd7a" providerId="LiveId" clId="{B68AA69D-29C5-4824-A91A-85B7503DA0C7}" dt="2022-08-31T15:23:55.479" v="622" actId="20577"/>
        <pc:sldMkLst>
          <pc:docMk/>
          <pc:sldMk cId="4004384132" sldId="286"/>
        </pc:sldMkLst>
        <pc:spChg chg="add mod">
          <ac:chgData name="Leônidas Müller de Oliveira" userId="5af9566427f0cd7a" providerId="LiveId" clId="{B68AA69D-29C5-4824-A91A-85B7503DA0C7}" dt="2022-08-31T15:13:06.888" v="374" actId="1076"/>
          <ac:spMkLst>
            <pc:docMk/>
            <pc:sldMk cId="4004384132" sldId="286"/>
            <ac:spMk id="2" creationId="{196B70C3-0C9A-BA96-1166-806C14AE4FD8}"/>
          </ac:spMkLst>
        </pc:spChg>
        <pc:spChg chg="add mod">
          <ac:chgData name="Leônidas Müller de Oliveira" userId="5af9566427f0cd7a" providerId="LiveId" clId="{B68AA69D-29C5-4824-A91A-85B7503DA0C7}" dt="2022-08-31T15:13:10.414" v="375" actId="1076"/>
          <ac:spMkLst>
            <pc:docMk/>
            <pc:sldMk cId="4004384132" sldId="286"/>
            <ac:spMk id="3" creationId="{07E93562-5E31-EB30-DB82-D43307E031E7}"/>
          </ac:spMkLst>
        </pc:spChg>
        <pc:spChg chg="add mod">
          <ac:chgData name="Leônidas Müller de Oliveira" userId="5af9566427f0cd7a" providerId="LiveId" clId="{B68AA69D-29C5-4824-A91A-85B7503DA0C7}" dt="2022-08-31T15:13:12.086" v="376" actId="1076"/>
          <ac:spMkLst>
            <pc:docMk/>
            <pc:sldMk cId="4004384132" sldId="286"/>
            <ac:spMk id="4" creationId="{4888E5F1-8A9F-8ED3-C5F6-BF7EC7A6F76E}"/>
          </ac:spMkLst>
        </pc:spChg>
        <pc:spChg chg="add mod">
          <ac:chgData name="Leônidas Müller de Oliveira" userId="5af9566427f0cd7a" providerId="LiveId" clId="{B68AA69D-29C5-4824-A91A-85B7503DA0C7}" dt="2022-08-31T15:23:55.479" v="622" actId="20577"/>
          <ac:spMkLst>
            <pc:docMk/>
            <pc:sldMk cId="4004384132" sldId="286"/>
            <ac:spMk id="5" creationId="{A3D0606D-7A17-79FB-9651-322EB07A5301}"/>
          </ac:spMkLst>
        </pc:spChg>
        <pc:spChg chg="mod">
          <ac:chgData name="Leônidas Müller de Oliveira" userId="5af9566427f0cd7a" providerId="LiveId" clId="{B68AA69D-29C5-4824-A91A-85B7503DA0C7}" dt="2022-08-31T15:13:06.888" v="374" actId="1076"/>
          <ac:spMkLst>
            <pc:docMk/>
            <pc:sldMk cId="4004384132" sldId="286"/>
            <ac:spMk id="9" creationId="{9C81958B-AE4B-43C9-BC2C-2CBADE7FE55A}"/>
          </ac:spMkLst>
        </pc:spChg>
        <pc:spChg chg="mod">
          <ac:chgData name="Leônidas Müller de Oliveira" userId="5af9566427f0cd7a" providerId="LiveId" clId="{B68AA69D-29C5-4824-A91A-85B7503DA0C7}" dt="2022-08-30T13:55:37.150" v="94" actId="20577"/>
          <ac:spMkLst>
            <pc:docMk/>
            <pc:sldMk cId="4004384132" sldId="286"/>
            <ac:spMk id="10" creationId="{D7001BA3-CB80-4627-9BF8-F969EC7D3809}"/>
          </ac:spMkLst>
        </pc:spChg>
      </pc:sldChg>
      <pc:sldChg chg="modSp add del mod">
        <pc:chgData name="Leônidas Müller de Oliveira" userId="5af9566427f0cd7a" providerId="LiveId" clId="{B68AA69D-29C5-4824-A91A-85B7503DA0C7}" dt="2022-08-31T15:15:36.041" v="491" actId="47"/>
        <pc:sldMkLst>
          <pc:docMk/>
          <pc:sldMk cId="1109708497" sldId="287"/>
        </pc:sldMkLst>
        <pc:spChg chg="mod">
          <ac:chgData name="Leônidas Müller de Oliveira" userId="5af9566427f0cd7a" providerId="LiveId" clId="{B68AA69D-29C5-4824-A91A-85B7503DA0C7}" dt="2022-08-31T15:09:59.526" v="345" actId="20577"/>
          <ac:spMkLst>
            <pc:docMk/>
            <pc:sldMk cId="1109708497" sldId="287"/>
            <ac:spMk id="10" creationId="{D7001BA3-CB80-4627-9BF8-F969EC7D3809}"/>
          </ac:spMkLst>
        </pc:spChg>
      </pc:sldChg>
      <pc:sldChg chg="del">
        <pc:chgData name="Leônidas Müller de Oliveira" userId="5af9566427f0cd7a" providerId="LiveId" clId="{B68AA69D-29C5-4824-A91A-85B7503DA0C7}" dt="2022-08-30T14:00:10.660" v="311" actId="47"/>
        <pc:sldMkLst>
          <pc:docMk/>
          <pc:sldMk cId="196204676" sldId="288"/>
        </pc:sldMkLst>
      </pc:sldChg>
      <pc:sldChg chg="addSp delSp modSp add mod">
        <pc:chgData name="Leônidas Müller de Oliveira" userId="5af9566427f0cd7a" providerId="LiveId" clId="{B68AA69D-29C5-4824-A91A-85B7503DA0C7}" dt="2022-08-31T15:35:07.668" v="836" actId="1076"/>
        <pc:sldMkLst>
          <pc:docMk/>
          <pc:sldMk cId="2281814239" sldId="288"/>
        </pc:sldMkLst>
        <pc:spChg chg="mod">
          <ac:chgData name="Leônidas Müller de Oliveira" userId="5af9566427f0cd7a" providerId="LiveId" clId="{B68AA69D-29C5-4824-A91A-85B7503DA0C7}" dt="2022-08-31T15:35:01.459" v="834" actId="1076"/>
          <ac:spMkLst>
            <pc:docMk/>
            <pc:sldMk cId="2281814239" sldId="288"/>
            <ac:spMk id="2" creationId="{196B70C3-0C9A-BA96-1166-806C14AE4FD8}"/>
          </ac:spMkLst>
        </pc:spChg>
        <pc:spChg chg="del mod">
          <ac:chgData name="Leônidas Müller de Oliveira" userId="5af9566427f0cd7a" providerId="LiveId" clId="{B68AA69D-29C5-4824-A91A-85B7503DA0C7}" dt="2022-08-31T15:34:44.144" v="829" actId="478"/>
          <ac:spMkLst>
            <pc:docMk/>
            <pc:sldMk cId="2281814239" sldId="288"/>
            <ac:spMk id="3" creationId="{07E93562-5E31-EB30-DB82-D43307E031E7}"/>
          </ac:spMkLst>
        </pc:spChg>
        <pc:spChg chg="del mod">
          <ac:chgData name="Leônidas Müller de Oliveira" userId="5af9566427f0cd7a" providerId="LiveId" clId="{B68AA69D-29C5-4824-A91A-85B7503DA0C7}" dt="2022-08-31T15:34:47.335" v="830" actId="478"/>
          <ac:spMkLst>
            <pc:docMk/>
            <pc:sldMk cId="2281814239" sldId="288"/>
            <ac:spMk id="4" creationId="{4888E5F1-8A9F-8ED3-C5F6-BF7EC7A6F76E}"/>
          </ac:spMkLst>
        </pc:spChg>
        <pc:spChg chg="del mod">
          <ac:chgData name="Leônidas Müller de Oliveira" userId="5af9566427f0cd7a" providerId="LiveId" clId="{B68AA69D-29C5-4824-A91A-85B7503DA0C7}" dt="2022-08-31T15:34:48.484" v="831" actId="478"/>
          <ac:spMkLst>
            <pc:docMk/>
            <pc:sldMk cId="2281814239" sldId="288"/>
            <ac:spMk id="5" creationId="{A3D0606D-7A17-79FB-9651-322EB07A5301}"/>
          </ac:spMkLst>
        </pc:spChg>
        <pc:spChg chg="add mod">
          <ac:chgData name="Leônidas Müller de Oliveira" userId="5af9566427f0cd7a" providerId="LiveId" clId="{B68AA69D-29C5-4824-A91A-85B7503DA0C7}" dt="2022-08-31T15:34:57.391" v="833" actId="1076"/>
          <ac:spMkLst>
            <pc:docMk/>
            <pc:sldMk cId="2281814239" sldId="288"/>
            <ac:spMk id="6" creationId="{B86CAE7B-BEA9-7937-E52D-D99916ECF845}"/>
          </ac:spMkLst>
        </pc:spChg>
        <pc:spChg chg="add mod">
          <ac:chgData name="Leônidas Müller de Oliveira" userId="5af9566427f0cd7a" providerId="LiveId" clId="{B68AA69D-29C5-4824-A91A-85B7503DA0C7}" dt="2022-08-31T15:35:07.668" v="836" actId="1076"/>
          <ac:spMkLst>
            <pc:docMk/>
            <pc:sldMk cId="2281814239" sldId="288"/>
            <ac:spMk id="7" creationId="{DE502BD4-507B-5C26-3D76-33C97B1B5ED8}"/>
          </ac:spMkLst>
        </pc:spChg>
        <pc:spChg chg="mod">
          <ac:chgData name="Leônidas Müller de Oliveira" userId="5af9566427f0cd7a" providerId="LiveId" clId="{B68AA69D-29C5-4824-A91A-85B7503DA0C7}" dt="2022-08-31T15:17:51.719" v="614" actId="313"/>
          <ac:spMkLst>
            <pc:docMk/>
            <pc:sldMk cId="2281814239" sldId="288"/>
            <ac:spMk id="9" creationId="{9C81958B-AE4B-43C9-BC2C-2CBADE7FE55A}"/>
          </ac:spMkLst>
        </pc:spChg>
        <pc:spChg chg="mod">
          <ac:chgData name="Leônidas Müller de Oliveira" userId="5af9566427f0cd7a" providerId="LiveId" clId="{B68AA69D-29C5-4824-A91A-85B7503DA0C7}" dt="2022-08-31T15:15:41.030" v="499" actId="20577"/>
          <ac:spMkLst>
            <pc:docMk/>
            <pc:sldMk cId="2281814239" sldId="288"/>
            <ac:spMk id="10" creationId="{D7001BA3-CB80-4627-9BF8-F969EC7D3809}"/>
          </ac:spMkLst>
        </pc:spChg>
      </pc:sldChg>
      <pc:sldChg chg="addSp delSp modSp add mod">
        <pc:chgData name="Leônidas Müller de Oliveira" userId="5af9566427f0cd7a" providerId="LiveId" clId="{B68AA69D-29C5-4824-A91A-85B7503DA0C7}" dt="2022-08-31T17:45:59.169" v="1403" actId="1076"/>
        <pc:sldMkLst>
          <pc:docMk/>
          <pc:sldMk cId="231035206" sldId="289"/>
        </pc:sldMkLst>
        <pc:spChg chg="mod">
          <ac:chgData name="Leônidas Müller de Oliveira" userId="5af9566427f0cd7a" providerId="LiveId" clId="{B68AA69D-29C5-4824-A91A-85B7503DA0C7}" dt="2022-08-31T17:44:16.670" v="1283" actId="1076"/>
          <ac:spMkLst>
            <pc:docMk/>
            <pc:sldMk cId="231035206" sldId="289"/>
            <ac:spMk id="2" creationId="{196B70C3-0C9A-BA96-1166-806C14AE4FD8}"/>
          </ac:spMkLst>
        </pc:spChg>
        <pc:spChg chg="add mod">
          <ac:chgData name="Leônidas Müller de Oliveira" userId="5af9566427f0cd7a" providerId="LiveId" clId="{B68AA69D-29C5-4824-A91A-85B7503DA0C7}" dt="2022-08-31T17:45:01.728" v="1381" actId="20577"/>
          <ac:spMkLst>
            <pc:docMk/>
            <pc:sldMk cId="231035206" sldId="289"/>
            <ac:spMk id="3" creationId="{7E5B1243-4043-D778-698A-07450A0D5BBB}"/>
          </ac:spMkLst>
        </pc:spChg>
        <pc:spChg chg="add mod">
          <ac:chgData name="Leônidas Müller de Oliveira" userId="5af9566427f0cd7a" providerId="LiveId" clId="{B68AA69D-29C5-4824-A91A-85B7503DA0C7}" dt="2022-08-31T17:45:51.774" v="1402" actId="20577"/>
          <ac:spMkLst>
            <pc:docMk/>
            <pc:sldMk cId="231035206" sldId="289"/>
            <ac:spMk id="4" creationId="{DCEEE2C5-FD93-2D22-F56A-4159149B1F9A}"/>
          </ac:spMkLst>
        </pc:spChg>
        <pc:spChg chg="del">
          <ac:chgData name="Leônidas Müller de Oliveira" userId="5af9566427f0cd7a" providerId="LiveId" clId="{B68AA69D-29C5-4824-A91A-85B7503DA0C7}" dt="2022-08-31T17:42:20.808" v="995" actId="478"/>
          <ac:spMkLst>
            <pc:docMk/>
            <pc:sldMk cId="231035206" sldId="289"/>
            <ac:spMk id="6" creationId="{B86CAE7B-BEA9-7937-E52D-D99916ECF845}"/>
          </ac:spMkLst>
        </pc:spChg>
        <pc:spChg chg="mod">
          <ac:chgData name="Leônidas Müller de Oliveira" userId="5af9566427f0cd7a" providerId="LiveId" clId="{B68AA69D-29C5-4824-A91A-85B7503DA0C7}" dt="2022-08-31T17:45:59.169" v="1403" actId="1076"/>
          <ac:spMkLst>
            <pc:docMk/>
            <pc:sldMk cId="231035206" sldId="289"/>
            <ac:spMk id="7" creationId="{DE502BD4-507B-5C26-3D76-33C97B1B5ED8}"/>
          </ac:spMkLst>
        </pc:spChg>
        <pc:spChg chg="mod">
          <ac:chgData name="Leônidas Müller de Oliveira" userId="5af9566427f0cd7a" providerId="LiveId" clId="{B68AA69D-29C5-4824-A91A-85B7503DA0C7}" dt="2022-08-31T15:35:50.288" v="919" actId="20577"/>
          <ac:spMkLst>
            <pc:docMk/>
            <pc:sldMk cId="231035206" sldId="289"/>
            <ac:spMk id="9" creationId="{9C81958B-AE4B-43C9-BC2C-2CBADE7FE55A}"/>
          </ac:spMkLst>
        </pc:spChg>
        <pc:spChg chg="mod">
          <ac:chgData name="Leônidas Müller de Oliveira" userId="5af9566427f0cd7a" providerId="LiveId" clId="{B68AA69D-29C5-4824-A91A-85B7503DA0C7}" dt="2022-08-31T15:35:29.184" v="846" actId="20577"/>
          <ac:spMkLst>
            <pc:docMk/>
            <pc:sldMk cId="231035206" sldId="289"/>
            <ac:spMk id="10" creationId="{D7001BA3-CB80-4627-9BF8-F969EC7D3809}"/>
          </ac:spMkLst>
        </pc:spChg>
      </pc:sldChg>
      <pc:sldChg chg="del">
        <pc:chgData name="Leônidas Müller de Oliveira" userId="5af9566427f0cd7a" providerId="LiveId" clId="{B68AA69D-29C5-4824-A91A-85B7503DA0C7}" dt="2022-08-30T14:00:11.216" v="312" actId="47"/>
        <pc:sldMkLst>
          <pc:docMk/>
          <pc:sldMk cId="3083649940" sldId="289"/>
        </pc:sldMkLst>
      </pc:sldChg>
      <pc:sldChg chg="del">
        <pc:chgData name="Leônidas Müller de Oliveira" userId="5af9566427f0cd7a" providerId="LiveId" clId="{B68AA69D-29C5-4824-A91A-85B7503DA0C7}" dt="2022-08-30T14:00:11.870" v="313" actId="47"/>
        <pc:sldMkLst>
          <pc:docMk/>
          <pc:sldMk cId="1829811407" sldId="290"/>
        </pc:sldMkLst>
      </pc:sldChg>
      <pc:sldChg chg="del">
        <pc:chgData name="Leônidas Müller de Oliveira" userId="5af9566427f0cd7a" providerId="LiveId" clId="{B68AA69D-29C5-4824-A91A-85B7503DA0C7}" dt="2022-08-30T14:00:12.480" v="314" actId="47"/>
        <pc:sldMkLst>
          <pc:docMk/>
          <pc:sldMk cId="267836333" sldId="291"/>
        </pc:sldMkLst>
      </pc:sldChg>
      <pc:sldChg chg="del">
        <pc:chgData name="Leônidas Müller de Oliveira" userId="5af9566427f0cd7a" providerId="LiveId" clId="{B68AA69D-29C5-4824-A91A-85B7503DA0C7}" dt="2022-08-30T14:00:13.575" v="315" actId="47"/>
        <pc:sldMkLst>
          <pc:docMk/>
          <pc:sldMk cId="3456523691" sldId="292"/>
        </pc:sldMkLst>
      </pc:sldChg>
    </pc:docChg>
  </pc:docChgLst>
  <pc:docChgLst>
    <pc:chgData name="Leônidas Müller de Oliveira" userId="5af9566427f0cd7a" providerId="LiveId" clId="{68137F2F-A734-458A-A931-CE69A71D87D1}"/>
    <pc:docChg chg="undo custSel addSld delSld modSld sldOrd">
      <pc:chgData name="Leônidas Müller de Oliveira" userId="5af9566427f0cd7a" providerId="LiveId" clId="{68137F2F-A734-458A-A931-CE69A71D87D1}" dt="2021-01-14T19:02:43.230" v="4504" actId="1076"/>
      <pc:docMkLst>
        <pc:docMk/>
      </pc:docMkLst>
      <pc:sldChg chg="addSp delSp modSp mod">
        <pc:chgData name="Leônidas Müller de Oliveira" userId="5af9566427f0cd7a" providerId="LiveId" clId="{68137F2F-A734-458A-A931-CE69A71D87D1}" dt="2021-01-13T23:59:32.723" v="4479" actId="1076"/>
        <pc:sldMkLst>
          <pc:docMk/>
          <pc:sldMk cId="0" sldId="256"/>
        </pc:sldMkLst>
        <pc:spChg chg="add mod">
          <ac:chgData name="Leônidas Müller de Oliveira" userId="5af9566427f0cd7a" providerId="LiveId" clId="{68137F2F-A734-458A-A931-CE69A71D87D1}" dt="2021-01-13T23:59:32.723" v="4479" actId="1076"/>
          <ac:spMkLst>
            <pc:docMk/>
            <pc:sldMk cId="0" sldId="256"/>
            <ac:spMk id="7" creationId="{00EB666D-0319-45BD-8717-7407D63A1E8C}"/>
          </ac:spMkLst>
        </pc:spChg>
        <pc:picChg chg="del">
          <ac:chgData name="Leônidas Müller de Oliveira" userId="5af9566427f0cd7a" providerId="LiveId" clId="{68137F2F-A734-458A-A931-CE69A71D87D1}" dt="2021-01-13T19:51:29.316" v="0" actId="478"/>
          <ac:picMkLst>
            <pc:docMk/>
            <pc:sldMk cId="0" sldId="256"/>
            <ac:picMk id="54" creationId="{00000000-0000-0000-0000-000000000000}"/>
          </ac:picMkLst>
        </pc:picChg>
        <pc:picChg chg="mod">
          <ac:chgData name="Leônidas Müller de Oliveira" userId="5af9566427f0cd7a" providerId="LiveId" clId="{68137F2F-A734-458A-A931-CE69A71D87D1}" dt="2021-01-13T19:52:20.563" v="7" actId="1076"/>
          <ac:picMkLst>
            <pc:docMk/>
            <pc:sldMk cId="0" sldId="256"/>
            <ac:picMk id="59" creationId="{00000000-0000-0000-0000-000000000000}"/>
          </ac:picMkLst>
        </pc:picChg>
      </pc:sldChg>
      <pc:sldChg chg="delSp modSp mod">
        <pc:chgData name="Leônidas Müller de Oliveira" userId="5af9566427f0cd7a" providerId="LiveId" clId="{68137F2F-A734-458A-A931-CE69A71D87D1}" dt="2021-01-13T20:05:14.925" v="886" actId="6549"/>
        <pc:sldMkLst>
          <pc:docMk/>
          <pc:sldMk cId="0" sldId="257"/>
        </pc:sldMkLst>
        <pc:spChg chg="mod">
          <ac:chgData name="Leônidas Müller de Oliveira" userId="5af9566427f0cd7a" providerId="LiveId" clId="{68137F2F-A734-458A-A931-CE69A71D87D1}" dt="2021-01-13T20:05:07.251" v="882" actId="1076"/>
          <ac:spMkLst>
            <pc:docMk/>
            <pc:sldMk cId="0" sldId="257"/>
            <ac:spMk id="65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0:05:09.177" v="883" actId="1076"/>
          <ac:spMkLst>
            <pc:docMk/>
            <pc:sldMk cId="0" sldId="257"/>
            <ac:spMk id="66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0:05:14.925" v="886" actId="6549"/>
          <ac:spMkLst>
            <pc:docMk/>
            <pc:sldMk cId="0" sldId="257"/>
            <ac:spMk id="67" creationId="{00000000-0000-0000-0000-000000000000}"/>
          </ac:spMkLst>
        </pc:spChg>
        <pc:picChg chg="del">
          <ac:chgData name="Leônidas Müller de Oliveira" userId="5af9566427f0cd7a" providerId="LiveId" clId="{68137F2F-A734-458A-A931-CE69A71D87D1}" dt="2021-01-13T19:52:34.624" v="8" actId="478"/>
          <ac:picMkLst>
            <pc:docMk/>
            <pc:sldMk cId="0" sldId="257"/>
            <ac:picMk id="64" creationId="{00000000-0000-0000-0000-000000000000}"/>
          </ac:picMkLst>
        </pc:picChg>
      </pc:sldChg>
      <pc:sldChg chg="addSp delSp modSp mod">
        <pc:chgData name="Leônidas Müller de Oliveira" userId="5af9566427f0cd7a" providerId="LiveId" clId="{68137F2F-A734-458A-A931-CE69A71D87D1}" dt="2021-01-13T21:16:30.520" v="1422" actId="6549"/>
        <pc:sldMkLst>
          <pc:docMk/>
          <pc:sldMk cId="0" sldId="258"/>
        </pc:sldMkLst>
        <pc:spChg chg="mod">
          <ac:chgData name="Leônidas Müller de Oliveira" userId="5af9566427f0cd7a" providerId="LiveId" clId="{68137F2F-A734-458A-A931-CE69A71D87D1}" dt="2021-01-13T19:54:46.167" v="243" actId="6549"/>
          <ac:spMkLst>
            <pc:docMk/>
            <pc:sldMk cId="0" sldId="258"/>
            <ac:spMk id="73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19:56:50.861" v="340" actId="20577"/>
          <ac:spMkLst>
            <pc:docMk/>
            <pc:sldMk cId="0" sldId="258"/>
            <ac:spMk id="75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19:56:56.934" v="342" actId="1076"/>
          <ac:spMkLst>
            <pc:docMk/>
            <pc:sldMk cId="0" sldId="258"/>
            <ac:spMk id="76" creationId="{00000000-0000-0000-0000-000000000000}"/>
          </ac:spMkLst>
        </pc:spChg>
        <pc:spChg chg="del mod">
          <ac:chgData name="Leônidas Müller de Oliveira" userId="5af9566427f0cd7a" providerId="LiveId" clId="{68137F2F-A734-458A-A931-CE69A71D87D1}" dt="2021-01-13T19:56:45.319" v="332" actId="478"/>
          <ac:spMkLst>
            <pc:docMk/>
            <pc:sldMk cId="0" sldId="258"/>
            <ac:spMk id="77" creationId="{00000000-0000-0000-0000-000000000000}"/>
          </ac:spMkLst>
        </pc:spChg>
        <pc:spChg chg="add del mod">
          <ac:chgData name="Leônidas Müller de Oliveira" userId="5af9566427f0cd7a" providerId="LiveId" clId="{68137F2F-A734-458A-A931-CE69A71D87D1}" dt="2021-01-13T21:16:30.520" v="1422" actId="6549"/>
          <ac:spMkLst>
            <pc:docMk/>
            <pc:sldMk cId="0" sldId="258"/>
            <ac:spMk id="78" creationId="{00000000-0000-0000-0000-000000000000}"/>
          </ac:spMkLst>
        </pc:spChg>
        <pc:picChg chg="mod">
          <ac:chgData name="Leônidas Müller de Oliveira" userId="5af9566427f0cd7a" providerId="LiveId" clId="{68137F2F-A734-458A-A931-CE69A71D87D1}" dt="2021-01-13T19:55:53.218" v="244" actId="14826"/>
          <ac:picMkLst>
            <pc:docMk/>
            <pc:sldMk cId="0" sldId="258"/>
            <ac:picMk id="74" creationId="{00000000-0000-0000-0000-000000000000}"/>
          </ac:picMkLst>
        </pc:picChg>
      </pc:sldChg>
      <pc:sldChg chg="del">
        <pc:chgData name="Leônidas Müller de Oliveira" userId="5af9566427f0cd7a" providerId="LiveId" clId="{68137F2F-A734-458A-A931-CE69A71D87D1}" dt="2021-01-13T19:57:23.848" v="393" actId="47"/>
        <pc:sldMkLst>
          <pc:docMk/>
          <pc:sldMk cId="0" sldId="259"/>
        </pc:sldMkLst>
      </pc:sldChg>
      <pc:sldChg chg="del">
        <pc:chgData name="Leônidas Müller de Oliveira" userId="5af9566427f0cd7a" providerId="LiveId" clId="{68137F2F-A734-458A-A931-CE69A71D87D1}" dt="2021-01-13T19:57:24.568" v="394" actId="47"/>
        <pc:sldMkLst>
          <pc:docMk/>
          <pc:sldMk cId="0" sldId="260"/>
        </pc:sldMkLst>
      </pc:sldChg>
      <pc:sldChg chg="del">
        <pc:chgData name="Leônidas Müller de Oliveira" userId="5af9566427f0cd7a" providerId="LiveId" clId="{68137F2F-A734-458A-A931-CE69A71D87D1}" dt="2021-01-13T19:57:26.297" v="395" actId="47"/>
        <pc:sldMkLst>
          <pc:docMk/>
          <pc:sldMk cId="0" sldId="261"/>
        </pc:sldMkLst>
      </pc:sldChg>
      <pc:sldChg chg="addSp delSp modSp mod">
        <pc:chgData name="Leônidas Müller de Oliveira" userId="5af9566427f0cd7a" providerId="LiveId" clId="{68137F2F-A734-458A-A931-CE69A71D87D1}" dt="2021-01-13T21:16:54.279" v="1430"/>
        <pc:sldMkLst>
          <pc:docMk/>
          <pc:sldMk cId="0" sldId="262"/>
        </pc:sldMkLst>
        <pc:spChg chg="add mod">
          <ac:chgData name="Leônidas Müller de Oliveira" userId="5af9566427f0cd7a" providerId="LiveId" clId="{68137F2F-A734-458A-A931-CE69A71D87D1}" dt="2021-01-13T21:16:54.279" v="1430"/>
          <ac:spMkLst>
            <pc:docMk/>
            <pc:sldMk cId="0" sldId="262"/>
            <ac:spMk id="7" creationId="{89A6ED73-2DEB-4C28-B281-140763718763}"/>
          </ac:spMkLst>
        </pc:spChg>
        <pc:spChg chg="add del mod">
          <ac:chgData name="Leônidas Müller de Oliveira" userId="5af9566427f0cd7a" providerId="LiveId" clId="{68137F2F-A734-458A-A931-CE69A71D87D1}" dt="2021-01-13T19:57:41.481" v="400"/>
          <ac:spMkLst>
            <pc:docMk/>
            <pc:sldMk cId="0" sldId="262"/>
            <ac:spMk id="7" creationId="{9FA3DA35-CFBB-404B-AE5D-9984A4CD1B23}"/>
          </ac:spMkLst>
        </pc:spChg>
        <pc:spChg chg="add del mod">
          <ac:chgData name="Leônidas Müller de Oliveira" userId="5af9566427f0cd7a" providerId="LiveId" clId="{68137F2F-A734-458A-A931-CE69A71D87D1}" dt="2021-01-13T21:16:53.979" v="1429" actId="478"/>
          <ac:spMkLst>
            <pc:docMk/>
            <pc:sldMk cId="0" sldId="262"/>
            <ac:spMk id="8" creationId="{C34D776D-C320-4E9C-AB8B-6C9E2B4934AE}"/>
          </ac:spMkLst>
        </pc:spChg>
        <pc:spChg chg="mod">
          <ac:chgData name="Leônidas Müller de Oliveira" userId="5af9566427f0cd7a" providerId="LiveId" clId="{68137F2F-A734-458A-A931-CE69A71D87D1}" dt="2021-01-13T20:06:48.787" v="957" actId="1076"/>
          <ac:spMkLst>
            <pc:docMk/>
            <pc:sldMk cId="0" sldId="262"/>
            <ac:spMk id="141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0:06:36.273" v="912" actId="1076"/>
          <ac:spMkLst>
            <pc:docMk/>
            <pc:sldMk cId="0" sldId="262"/>
            <ac:spMk id="142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0:27:20.409" v="996" actId="20577"/>
          <ac:spMkLst>
            <pc:docMk/>
            <pc:sldMk cId="0" sldId="262"/>
            <ac:spMk id="143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19:57:44.438" v="401" actId="478"/>
          <ac:spMkLst>
            <pc:docMk/>
            <pc:sldMk cId="0" sldId="262"/>
            <ac:spMk id="144" creationId="{00000000-0000-0000-0000-000000000000}"/>
          </ac:spMkLst>
        </pc:spChg>
      </pc:sldChg>
      <pc:sldChg chg="addSp delSp modSp mod ord">
        <pc:chgData name="Leônidas Müller de Oliveira" userId="5af9566427f0cd7a" providerId="LiveId" clId="{68137F2F-A734-458A-A931-CE69A71D87D1}" dt="2021-01-14T13:52:17.725" v="4503" actId="1076"/>
        <pc:sldMkLst>
          <pc:docMk/>
          <pc:sldMk cId="0" sldId="263"/>
        </pc:sldMkLst>
        <pc:spChg chg="add mod">
          <ac:chgData name="Leônidas Müller de Oliveira" userId="5af9566427f0cd7a" providerId="LiveId" clId="{68137F2F-A734-458A-A931-CE69A71D87D1}" dt="2021-01-13T21:16:50.262" v="1428"/>
          <ac:spMkLst>
            <pc:docMk/>
            <pc:sldMk cId="0" sldId="263"/>
            <ac:spMk id="6" creationId="{25BF22B5-A45B-4D54-99F5-34066FDE8862}"/>
          </ac:spMkLst>
        </pc:spChg>
        <pc:spChg chg="mod">
          <ac:chgData name="Leônidas Müller de Oliveira" userId="5af9566427f0cd7a" providerId="LiveId" clId="{68137F2F-A734-458A-A931-CE69A71D87D1}" dt="2021-01-14T13:52:17.725" v="4503" actId="1076"/>
          <ac:spMkLst>
            <pc:docMk/>
            <pc:sldMk cId="0" sldId="263"/>
            <ac:spMk id="149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1:11:37.874" v="1416" actId="1076"/>
          <ac:spMkLst>
            <pc:docMk/>
            <pc:sldMk cId="0" sldId="263"/>
            <ac:spMk id="150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1:10:01.463" v="1351" actId="478"/>
          <ac:spMkLst>
            <pc:docMk/>
            <pc:sldMk cId="0" sldId="263"/>
            <ac:spMk id="151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1:16:49.997" v="1427" actId="478"/>
          <ac:spMkLst>
            <pc:docMk/>
            <pc:sldMk cId="0" sldId="263"/>
            <ac:spMk id="152" creationId="{00000000-0000-0000-0000-000000000000}"/>
          </ac:spMkLst>
        </pc:spChg>
      </pc:sldChg>
      <pc:sldChg chg="addSp delSp modSp mod ord">
        <pc:chgData name="Leônidas Müller de Oliveira" userId="5af9566427f0cd7a" providerId="LiveId" clId="{68137F2F-A734-458A-A931-CE69A71D87D1}" dt="2021-01-13T21:16:41.095" v="1424"/>
        <pc:sldMkLst>
          <pc:docMk/>
          <pc:sldMk cId="0" sldId="264"/>
        </pc:sldMkLst>
        <pc:spChg chg="add mod">
          <ac:chgData name="Leônidas Müller de Oliveira" userId="5af9566427f0cd7a" providerId="LiveId" clId="{68137F2F-A734-458A-A931-CE69A71D87D1}" dt="2021-01-13T21:16:41.095" v="1424"/>
          <ac:spMkLst>
            <pc:docMk/>
            <pc:sldMk cId="0" sldId="264"/>
            <ac:spMk id="6" creationId="{10B588A6-AAA8-4B22-906C-ABB969691807}"/>
          </ac:spMkLst>
        </pc:spChg>
        <pc:spChg chg="mod">
          <ac:chgData name="Leônidas Müller de Oliveira" userId="5af9566427f0cd7a" providerId="LiveId" clId="{68137F2F-A734-458A-A931-CE69A71D87D1}" dt="2021-01-13T20:36:40.237" v="1020" actId="6549"/>
          <ac:spMkLst>
            <pc:docMk/>
            <pc:sldMk cId="0" sldId="264"/>
            <ac:spMk id="157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0:37:51.249" v="1237" actId="20577"/>
          <ac:spMkLst>
            <pc:docMk/>
            <pc:sldMk cId="0" sldId="264"/>
            <ac:spMk id="158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1:16:40.494" v="1423" actId="478"/>
          <ac:spMkLst>
            <pc:docMk/>
            <pc:sldMk cId="0" sldId="264"/>
            <ac:spMk id="160" creationId="{00000000-0000-0000-0000-000000000000}"/>
          </ac:spMkLst>
        </pc:spChg>
        <pc:picChg chg="mod">
          <ac:chgData name="Leônidas Müller de Oliveira" userId="5af9566427f0cd7a" providerId="LiveId" clId="{68137F2F-A734-458A-A931-CE69A71D87D1}" dt="2021-01-13T20:41:16.568" v="1238" actId="14826"/>
          <ac:picMkLst>
            <pc:docMk/>
            <pc:sldMk cId="0" sldId="264"/>
            <ac:picMk id="159" creationId="{00000000-0000-0000-0000-000000000000}"/>
          </ac:picMkLst>
        </pc:picChg>
      </pc:sldChg>
      <pc:sldChg chg="delSp modSp del mod">
        <pc:chgData name="Leônidas Müller de Oliveira" userId="5af9566427f0cd7a" providerId="LiveId" clId="{68137F2F-A734-458A-A931-CE69A71D87D1}" dt="2021-01-13T21:36:25.499" v="1991" actId="2696"/>
        <pc:sldMkLst>
          <pc:docMk/>
          <pc:sldMk cId="0" sldId="265"/>
        </pc:sldMkLst>
        <pc:picChg chg="mod">
          <ac:chgData name="Leônidas Müller de Oliveira" userId="5af9566427f0cd7a" providerId="LiveId" clId="{68137F2F-A734-458A-A931-CE69A71D87D1}" dt="2021-01-13T21:35:13.305" v="1851" actId="14100"/>
          <ac:picMkLst>
            <pc:docMk/>
            <pc:sldMk cId="0" sldId="265"/>
            <ac:picMk id="167" creationId="{00000000-0000-0000-0000-000000000000}"/>
          </ac:picMkLst>
        </pc:picChg>
        <pc:picChg chg="del">
          <ac:chgData name="Leônidas Müller de Oliveira" userId="5af9566427f0cd7a" providerId="LiveId" clId="{68137F2F-A734-458A-A931-CE69A71D87D1}" dt="2021-01-13T21:35:10.718" v="1850" actId="478"/>
          <ac:picMkLst>
            <pc:docMk/>
            <pc:sldMk cId="0" sldId="265"/>
            <ac:picMk id="168" creationId="{00000000-0000-0000-0000-000000000000}"/>
          </ac:picMkLst>
        </pc:picChg>
        <pc:picChg chg="del">
          <ac:chgData name="Leônidas Müller de Oliveira" userId="5af9566427f0cd7a" providerId="LiveId" clId="{68137F2F-A734-458A-A931-CE69A71D87D1}" dt="2021-01-13T21:35:10.348" v="1849" actId="478"/>
          <ac:picMkLst>
            <pc:docMk/>
            <pc:sldMk cId="0" sldId="265"/>
            <ac:picMk id="169" creationId="{00000000-0000-0000-0000-000000000000}"/>
          </ac:picMkLst>
        </pc:picChg>
      </pc:sldChg>
      <pc:sldChg chg="addSp delSp modSp mod">
        <pc:chgData name="Leônidas Müller de Oliveira" userId="5af9566427f0cd7a" providerId="LiveId" clId="{68137F2F-A734-458A-A931-CE69A71D87D1}" dt="2021-01-13T22:11:28.021" v="2194" actId="20577"/>
        <pc:sldMkLst>
          <pc:docMk/>
          <pc:sldMk cId="0" sldId="266"/>
        </pc:sldMkLst>
        <pc:spChg chg="add mod">
          <ac:chgData name="Leônidas Müller de Oliveira" userId="5af9566427f0cd7a" providerId="LiveId" clId="{68137F2F-A734-458A-A931-CE69A71D87D1}" dt="2021-01-13T21:46:42.536" v="2089"/>
          <ac:spMkLst>
            <pc:docMk/>
            <pc:sldMk cId="0" sldId="266"/>
            <ac:spMk id="7" creationId="{7C21F359-349F-4011-A06B-88E613DE1D62}"/>
          </ac:spMkLst>
        </pc:spChg>
        <pc:spChg chg="mod">
          <ac:chgData name="Leônidas Müller de Oliveira" userId="5af9566427f0cd7a" providerId="LiveId" clId="{68137F2F-A734-458A-A931-CE69A71D87D1}" dt="2021-01-13T22:11:28.021" v="2194" actId="20577"/>
          <ac:spMkLst>
            <pc:docMk/>
            <pc:sldMk cId="0" sldId="266"/>
            <ac:spMk id="175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1:46:33.003" v="2086" actId="478"/>
          <ac:spMkLst>
            <pc:docMk/>
            <pc:sldMk cId="0" sldId="266"/>
            <ac:spMk id="176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1:46:37.820" v="2088" actId="478"/>
          <ac:spMkLst>
            <pc:docMk/>
            <pc:sldMk cId="0" sldId="266"/>
            <ac:spMk id="179" creationId="{00000000-0000-0000-0000-000000000000}"/>
          </ac:spMkLst>
        </pc:spChg>
        <pc:picChg chg="mod">
          <ac:chgData name="Leônidas Müller de Oliveira" userId="5af9566427f0cd7a" providerId="LiveId" clId="{68137F2F-A734-458A-A931-CE69A71D87D1}" dt="2021-01-13T21:49:48.141" v="2187" actId="14100"/>
          <ac:picMkLst>
            <pc:docMk/>
            <pc:sldMk cId="0" sldId="266"/>
            <ac:picMk id="177" creationId="{00000000-0000-0000-0000-000000000000}"/>
          </ac:picMkLst>
        </pc:picChg>
        <pc:picChg chg="del">
          <ac:chgData name="Leônidas Müller de Oliveira" userId="5af9566427f0cd7a" providerId="LiveId" clId="{68137F2F-A734-458A-A931-CE69A71D87D1}" dt="2021-01-13T21:49:18.676" v="2183" actId="478"/>
          <ac:picMkLst>
            <pc:docMk/>
            <pc:sldMk cId="0" sldId="266"/>
            <ac:picMk id="178" creationId="{00000000-0000-0000-0000-000000000000}"/>
          </ac:picMkLst>
        </pc:picChg>
      </pc:sldChg>
      <pc:sldChg chg="addSp delSp modSp mod">
        <pc:chgData name="Leônidas Müller de Oliveira" userId="5af9566427f0cd7a" providerId="LiveId" clId="{68137F2F-A734-458A-A931-CE69A71D87D1}" dt="2021-01-13T22:24:00.654" v="2244" actId="478"/>
        <pc:sldMkLst>
          <pc:docMk/>
          <pc:sldMk cId="0" sldId="267"/>
        </pc:sldMkLst>
        <pc:spChg chg="add mod">
          <ac:chgData name="Leônidas Müller de Oliveira" userId="5af9566427f0cd7a" providerId="LiveId" clId="{68137F2F-A734-458A-A931-CE69A71D87D1}" dt="2021-01-13T22:18:57.823" v="2232"/>
          <ac:spMkLst>
            <pc:docMk/>
            <pc:sldMk cId="0" sldId="267"/>
            <ac:spMk id="6" creationId="{FC6013AE-9CB7-4BBB-8411-9C6335FC9B30}"/>
          </ac:spMkLst>
        </pc:spChg>
        <pc:spChg chg="mod">
          <ac:chgData name="Leônidas Müller de Oliveira" userId="5af9566427f0cd7a" providerId="LiveId" clId="{68137F2F-A734-458A-A931-CE69A71D87D1}" dt="2021-01-13T22:12:33.211" v="2225" actId="20577"/>
          <ac:spMkLst>
            <pc:docMk/>
            <pc:sldMk cId="0" sldId="267"/>
            <ac:spMk id="184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2:21:40.377" v="2242" actId="20577"/>
          <ac:spMkLst>
            <pc:docMk/>
            <pc:sldMk cId="0" sldId="267"/>
            <ac:spMk id="185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2:18:57.033" v="2231" actId="478"/>
          <ac:spMkLst>
            <pc:docMk/>
            <pc:sldMk cId="0" sldId="267"/>
            <ac:spMk id="187" creationId="{00000000-0000-0000-0000-000000000000}"/>
          </ac:spMkLst>
        </pc:spChg>
        <pc:graphicFrameChg chg="add del modGraphic">
          <ac:chgData name="Leônidas Müller de Oliveira" userId="5af9566427f0cd7a" providerId="LiveId" clId="{68137F2F-A734-458A-A931-CE69A71D87D1}" dt="2021-01-13T22:24:00.654" v="2244" actId="478"/>
          <ac:graphicFrameMkLst>
            <pc:docMk/>
            <pc:sldMk cId="0" sldId="267"/>
            <ac:graphicFrameMk id="3" creationId="{76D8C606-A76B-4302-AB5C-82D4751FECFE}"/>
          </ac:graphicFrameMkLst>
        </pc:graphicFrameChg>
        <pc:picChg chg="mod">
          <ac:chgData name="Leônidas Müller de Oliveira" userId="5af9566427f0cd7a" providerId="LiveId" clId="{68137F2F-A734-458A-A931-CE69A71D87D1}" dt="2021-01-13T22:19:01.483" v="2234" actId="14100"/>
          <ac:picMkLst>
            <pc:docMk/>
            <pc:sldMk cId="0" sldId="267"/>
            <ac:picMk id="186" creationId="{00000000-0000-0000-0000-000000000000}"/>
          </ac:picMkLst>
        </pc:picChg>
      </pc:sldChg>
      <pc:sldChg chg="addSp delSp modSp mod">
        <pc:chgData name="Leônidas Müller de Oliveira" userId="5af9566427f0cd7a" providerId="LiveId" clId="{68137F2F-A734-458A-A931-CE69A71D87D1}" dt="2021-01-14T00:29:43.090" v="4481" actId="1076"/>
        <pc:sldMkLst>
          <pc:docMk/>
          <pc:sldMk cId="0" sldId="268"/>
        </pc:sldMkLst>
        <pc:spChg chg="add mod">
          <ac:chgData name="Leônidas Müller de Oliveira" userId="5af9566427f0cd7a" providerId="LiveId" clId="{68137F2F-A734-458A-A931-CE69A71D87D1}" dt="2021-01-14T00:29:43.090" v="4481" actId="1076"/>
          <ac:spMkLst>
            <pc:docMk/>
            <pc:sldMk cId="0" sldId="268"/>
            <ac:spMk id="11" creationId="{66D68495-624D-436A-A86D-E42CC4800A32}"/>
          </ac:spMkLst>
        </pc:spChg>
        <pc:spChg chg="add mod">
          <ac:chgData name="Leônidas Müller de Oliveira" userId="5af9566427f0cd7a" providerId="LiveId" clId="{68137F2F-A734-458A-A931-CE69A71D87D1}" dt="2021-01-13T22:28:12.015" v="2364"/>
          <ac:spMkLst>
            <pc:docMk/>
            <pc:sldMk cId="0" sldId="268"/>
            <ac:spMk id="12" creationId="{18466C6D-A0D4-4C5C-9B03-F662411778D8}"/>
          </ac:spMkLst>
        </pc:spChg>
        <pc:spChg chg="mod">
          <ac:chgData name="Leônidas Müller de Oliveira" userId="5af9566427f0cd7a" providerId="LiveId" clId="{68137F2F-A734-458A-A931-CE69A71D87D1}" dt="2021-01-13T22:30:25.690" v="2367"/>
          <ac:spMkLst>
            <pc:docMk/>
            <pc:sldMk cId="0" sldId="268"/>
            <ac:spMk id="192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2:26:42.098" v="2247" actId="478"/>
          <ac:spMkLst>
            <pc:docMk/>
            <pc:sldMk cId="0" sldId="268"/>
            <ac:spMk id="193" creationId="{00000000-0000-0000-0000-000000000000}"/>
          </ac:spMkLst>
        </pc:spChg>
        <pc:spChg chg="del mod">
          <ac:chgData name="Leônidas Müller de Oliveira" userId="5af9566427f0cd7a" providerId="LiveId" clId="{68137F2F-A734-458A-A931-CE69A71D87D1}" dt="2021-01-13T22:26:43.291" v="2249" actId="478"/>
          <ac:spMkLst>
            <pc:docMk/>
            <pc:sldMk cId="0" sldId="268"/>
            <ac:spMk id="194" creationId="{00000000-0000-0000-0000-000000000000}"/>
          </ac:spMkLst>
        </pc:spChg>
        <pc:spChg chg="del mod">
          <ac:chgData name="Leônidas Müller de Oliveira" userId="5af9566427f0cd7a" providerId="LiveId" clId="{68137F2F-A734-458A-A931-CE69A71D87D1}" dt="2021-01-13T22:26:45.369" v="2253" actId="478"/>
          <ac:spMkLst>
            <pc:docMk/>
            <pc:sldMk cId="0" sldId="268"/>
            <ac:spMk id="195" creationId="{00000000-0000-0000-0000-000000000000}"/>
          </ac:spMkLst>
        </pc:spChg>
        <pc:spChg chg="del mod">
          <ac:chgData name="Leônidas Müller de Oliveira" userId="5af9566427f0cd7a" providerId="LiveId" clId="{68137F2F-A734-458A-A931-CE69A71D87D1}" dt="2021-01-13T22:26:44.176" v="2251" actId="478"/>
          <ac:spMkLst>
            <pc:docMk/>
            <pc:sldMk cId="0" sldId="268"/>
            <ac:spMk id="196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2:26:46.505" v="2254" actId="478"/>
          <ac:spMkLst>
            <pc:docMk/>
            <pc:sldMk cId="0" sldId="268"/>
            <ac:spMk id="197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2:26:47.665" v="2255" actId="478"/>
          <ac:spMkLst>
            <pc:docMk/>
            <pc:sldMk cId="0" sldId="268"/>
            <ac:spMk id="198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2:28:11.041" v="2363" actId="478"/>
          <ac:spMkLst>
            <pc:docMk/>
            <pc:sldMk cId="0" sldId="268"/>
            <ac:spMk id="200" creationId="{00000000-0000-0000-0000-000000000000}"/>
          </ac:spMkLst>
        </pc:spChg>
        <pc:picChg chg="mod">
          <ac:chgData name="Leônidas Müller de Oliveira" userId="5af9566427f0cd7a" providerId="LiveId" clId="{68137F2F-A734-458A-A931-CE69A71D87D1}" dt="2021-01-13T22:31:15.488" v="2368" actId="14826"/>
          <ac:picMkLst>
            <pc:docMk/>
            <pc:sldMk cId="0" sldId="268"/>
            <ac:picMk id="199" creationId="{00000000-0000-0000-0000-000000000000}"/>
          </ac:picMkLst>
        </pc:picChg>
      </pc:sldChg>
      <pc:sldChg chg="del ord">
        <pc:chgData name="Leônidas Müller de Oliveira" userId="5af9566427f0cd7a" providerId="LiveId" clId="{68137F2F-A734-458A-A931-CE69A71D87D1}" dt="2021-01-13T23:03:58.467" v="3830" actId="47"/>
        <pc:sldMkLst>
          <pc:docMk/>
          <pc:sldMk cId="0" sldId="269"/>
        </pc:sldMkLst>
      </pc:sldChg>
      <pc:sldChg chg="addSp delSp modSp mod ord">
        <pc:chgData name="Leônidas Müller de Oliveira" userId="5af9566427f0cd7a" providerId="LiveId" clId="{68137F2F-A734-458A-A931-CE69A71D87D1}" dt="2021-01-13T22:35:35.056" v="2428"/>
        <pc:sldMkLst>
          <pc:docMk/>
          <pc:sldMk cId="0" sldId="270"/>
        </pc:sldMkLst>
        <pc:spChg chg="add mod">
          <ac:chgData name="Leônidas Müller de Oliveira" userId="5af9566427f0cd7a" providerId="LiveId" clId="{68137F2F-A734-458A-A931-CE69A71D87D1}" dt="2021-01-13T22:35:35.056" v="2428"/>
          <ac:spMkLst>
            <pc:docMk/>
            <pc:sldMk cId="0" sldId="270"/>
            <ac:spMk id="6" creationId="{930CC52F-ED8A-47A5-A077-E851C4C95BC3}"/>
          </ac:spMkLst>
        </pc:spChg>
        <pc:spChg chg="mod">
          <ac:chgData name="Leônidas Müller de Oliveira" userId="5af9566427f0cd7a" providerId="LiveId" clId="{68137F2F-A734-458A-A931-CE69A71D87D1}" dt="2021-01-13T22:34:39.885" v="2417" actId="20577"/>
          <ac:spMkLst>
            <pc:docMk/>
            <pc:sldMk cId="0" sldId="270"/>
            <ac:spMk id="217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2:35:31.557" v="2426" actId="1076"/>
          <ac:spMkLst>
            <pc:docMk/>
            <pc:sldMk cId="0" sldId="270"/>
            <ac:spMk id="218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2:35:34.388" v="2427" actId="478"/>
          <ac:spMkLst>
            <pc:docMk/>
            <pc:sldMk cId="0" sldId="270"/>
            <ac:spMk id="220" creationId="{00000000-0000-0000-0000-000000000000}"/>
          </ac:spMkLst>
        </pc:spChg>
      </pc:sldChg>
      <pc:sldChg chg="addSp delSp modSp mod">
        <pc:chgData name="Leônidas Müller de Oliveira" userId="5af9566427f0cd7a" providerId="LiveId" clId="{68137F2F-A734-458A-A931-CE69A71D87D1}" dt="2021-01-14T00:51:51.943" v="4499" actId="1076"/>
        <pc:sldMkLst>
          <pc:docMk/>
          <pc:sldMk cId="0" sldId="271"/>
        </pc:sldMkLst>
        <pc:spChg chg="add mod">
          <ac:chgData name="Leônidas Müller de Oliveira" userId="5af9566427f0cd7a" providerId="LiveId" clId="{68137F2F-A734-458A-A931-CE69A71D87D1}" dt="2021-01-13T23:04:05.651" v="3832"/>
          <ac:spMkLst>
            <pc:docMk/>
            <pc:sldMk cId="0" sldId="271"/>
            <ac:spMk id="8" creationId="{83F31AB0-14A9-4E61-8540-674C7E14B2A5}"/>
          </ac:spMkLst>
        </pc:spChg>
        <pc:spChg chg="mod">
          <ac:chgData name="Leônidas Müller de Oliveira" userId="5af9566427f0cd7a" providerId="LiveId" clId="{68137F2F-A734-458A-A931-CE69A71D87D1}" dt="2021-01-14T00:51:49.451" v="4498" actId="1076"/>
          <ac:spMkLst>
            <pc:docMk/>
            <pc:sldMk cId="0" sldId="271"/>
            <ac:spMk id="225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3:04:05.230" v="3831" actId="478"/>
          <ac:spMkLst>
            <pc:docMk/>
            <pc:sldMk cId="0" sldId="271"/>
            <ac:spMk id="227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4T00:51:51.943" v="4499" actId="1076"/>
          <ac:spMkLst>
            <pc:docMk/>
            <pc:sldMk cId="0" sldId="271"/>
            <ac:spMk id="228" creationId="{00000000-0000-0000-0000-000000000000}"/>
          </ac:spMkLst>
        </pc:spChg>
        <pc:picChg chg="add mod">
          <ac:chgData name="Leônidas Müller de Oliveira" userId="5af9566427f0cd7a" providerId="LiveId" clId="{68137F2F-A734-458A-A931-CE69A71D87D1}" dt="2021-01-13T23:03:56.265" v="3829" actId="1076"/>
          <ac:picMkLst>
            <pc:docMk/>
            <pc:sldMk cId="0" sldId="271"/>
            <ac:picMk id="3" creationId="{36E3D016-5FC1-4823-80C4-550D12960490}"/>
          </ac:picMkLst>
        </pc:picChg>
        <pc:picChg chg="del">
          <ac:chgData name="Leônidas Müller de Oliveira" userId="5af9566427f0cd7a" providerId="LiveId" clId="{68137F2F-A734-458A-A931-CE69A71D87D1}" dt="2021-01-13T23:03:52.798" v="3828" actId="478"/>
          <ac:picMkLst>
            <pc:docMk/>
            <pc:sldMk cId="0" sldId="271"/>
            <ac:picMk id="226" creationId="{00000000-0000-0000-0000-000000000000}"/>
          </ac:picMkLst>
        </pc:picChg>
      </pc:sldChg>
      <pc:sldChg chg="addSp delSp modSp mod">
        <pc:chgData name="Leônidas Müller de Oliveira" userId="5af9566427f0cd7a" providerId="LiveId" clId="{68137F2F-A734-458A-A931-CE69A71D87D1}" dt="2021-01-13T23:07:52.213" v="4440"/>
        <pc:sldMkLst>
          <pc:docMk/>
          <pc:sldMk cId="0" sldId="272"/>
        </pc:sldMkLst>
        <pc:spChg chg="add mod">
          <ac:chgData name="Leônidas Müller de Oliveira" userId="5af9566427f0cd7a" providerId="LiveId" clId="{68137F2F-A734-458A-A931-CE69A71D87D1}" dt="2021-01-13T23:07:52.213" v="4440"/>
          <ac:spMkLst>
            <pc:docMk/>
            <pc:sldMk cId="0" sldId="272"/>
            <ac:spMk id="6" creationId="{FD76ADCD-BBBA-4B59-816B-9784258BC36A}"/>
          </ac:spMkLst>
        </pc:spChg>
        <pc:spChg chg="mod">
          <ac:chgData name="Leônidas Müller de Oliveira" userId="5af9566427f0cd7a" providerId="LiveId" clId="{68137F2F-A734-458A-A931-CE69A71D87D1}" dt="2021-01-13T23:06:47.574" v="4327" actId="20577"/>
          <ac:spMkLst>
            <pc:docMk/>
            <pc:sldMk cId="0" sldId="272"/>
            <ac:spMk id="233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3:07:01.263" v="4368" actId="20577"/>
          <ac:spMkLst>
            <pc:docMk/>
            <pc:sldMk cId="0" sldId="272"/>
            <ac:spMk id="234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3:07:45.626" v="4438" actId="20577"/>
          <ac:spMkLst>
            <pc:docMk/>
            <pc:sldMk cId="0" sldId="272"/>
            <ac:spMk id="235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3:07:51.855" v="4439" actId="478"/>
          <ac:spMkLst>
            <pc:docMk/>
            <pc:sldMk cId="0" sldId="272"/>
            <ac:spMk id="236" creationId="{00000000-0000-0000-0000-000000000000}"/>
          </ac:spMkLst>
        </pc:spChg>
      </pc:sldChg>
      <pc:sldChg chg="del">
        <pc:chgData name="Leônidas Müller de Oliveira" userId="5af9566427f0cd7a" providerId="LiveId" clId="{68137F2F-A734-458A-A931-CE69A71D87D1}" dt="2021-01-13T23:07:58.595" v="4441" actId="47"/>
        <pc:sldMkLst>
          <pc:docMk/>
          <pc:sldMk cId="0" sldId="273"/>
        </pc:sldMkLst>
      </pc:sldChg>
      <pc:sldChg chg="addSp delSp modSp mod ord">
        <pc:chgData name="Leônidas Müller de Oliveira" userId="5af9566427f0cd7a" providerId="LiveId" clId="{68137F2F-A734-458A-A931-CE69A71D87D1}" dt="2021-01-14T00:46:51.650" v="4491" actId="1076"/>
        <pc:sldMkLst>
          <pc:docMk/>
          <pc:sldMk cId="0" sldId="274"/>
        </pc:sldMkLst>
        <pc:spChg chg="add mod">
          <ac:chgData name="Leônidas Müller de Oliveira" userId="5af9566427f0cd7a" providerId="LiveId" clId="{68137F2F-A734-458A-A931-CE69A71D87D1}" dt="2021-01-13T22:59:47.191" v="3477"/>
          <ac:spMkLst>
            <pc:docMk/>
            <pc:sldMk cId="0" sldId="274"/>
            <ac:spMk id="6" creationId="{32143811-F134-4409-AC77-19852463A64F}"/>
          </ac:spMkLst>
        </pc:spChg>
        <pc:spChg chg="mod">
          <ac:chgData name="Leônidas Müller de Oliveira" userId="5af9566427f0cd7a" providerId="LiveId" clId="{68137F2F-A734-458A-A931-CE69A71D87D1}" dt="2021-01-13T22:56:26.530" v="3166" actId="14100"/>
          <ac:spMkLst>
            <pc:docMk/>
            <pc:sldMk cId="0" sldId="274"/>
            <ac:spMk id="249" creationId="{00000000-0000-0000-0000-000000000000}"/>
          </ac:spMkLst>
        </pc:spChg>
        <pc:spChg chg="del mod">
          <ac:chgData name="Leônidas Müller de Oliveira" userId="5af9566427f0cd7a" providerId="LiveId" clId="{68137F2F-A734-458A-A931-CE69A71D87D1}" dt="2021-01-13T22:56:32.602" v="3168" actId="478"/>
          <ac:spMkLst>
            <pc:docMk/>
            <pc:sldMk cId="0" sldId="274"/>
            <ac:spMk id="250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4T00:46:51.650" v="4491" actId="1076"/>
          <ac:spMkLst>
            <pc:docMk/>
            <pc:sldMk cId="0" sldId="274"/>
            <ac:spMk id="251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2:59:46.662" v="3476" actId="478"/>
          <ac:spMkLst>
            <pc:docMk/>
            <pc:sldMk cId="0" sldId="274"/>
            <ac:spMk id="252" creationId="{00000000-0000-0000-0000-000000000000}"/>
          </ac:spMkLst>
        </pc:spChg>
      </pc:sldChg>
      <pc:sldChg chg="del">
        <pc:chgData name="Leônidas Müller de Oliveira" userId="5af9566427f0cd7a" providerId="LiveId" clId="{68137F2F-A734-458A-A931-CE69A71D87D1}" dt="2021-01-13T22:55:54.862" v="3157" actId="47"/>
        <pc:sldMkLst>
          <pc:docMk/>
          <pc:sldMk cId="0" sldId="275"/>
        </pc:sldMkLst>
      </pc:sldChg>
      <pc:sldChg chg="del">
        <pc:chgData name="Leônidas Müller de Oliveira" userId="5af9566427f0cd7a" providerId="LiveId" clId="{68137F2F-A734-458A-A931-CE69A71D87D1}" dt="2021-01-13T22:55:56.371" v="3158" actId="47"/>
        <pc:sldMkLst>
          <pc:docMk/>
          <pc:sldMk cId="0" sldId="276"/>
        </pc:sldMkLst>
      </pc:sldChg>
      <pc:sldChg chg="del">
        <pc:chgData name="Leônidas Müller de Oliveira" userId="5af9566427f0cd7a" providerId="LiveId" clId="{68137F2F-A734-458A-A931-CE69A71D87D1}" dt="2021-01-13T23:08:00.540" v="4442" actId="47"/>
        <pc:sldMkLst>
          <pc:docMk/>
          <pc:sldMk cId="0" sldId="277"/>
        </pc:sldMkLst>
      </pc:sldChg>
      <pc:sldChg chg="del">
        <pc:chgData name="Leônidas Müller de Oliveira" userId="5af9566427f0cd7a" providerId="LiveId" clId="{68137F2F-A734-458A-A931-CE69A71D87D1}" dt="2021-01-13T23:08:01.452" v="4443" actId="47"/>
        <pc:sldMkLst>
          <pc:docMk/>
          <pc:sldMk cId="0" sldId="278"/>
        </pc:sldMkLst>
      </pc:sldChg>
      <pc:sldChg chg="del">
        <pc:chgData name="Leônidas Müller de Oliveira" userId="5af9566427f0cd7a" providerId="LiveId" clId="{68137F2F-A734-458A-A931-CE69A71D87D1}" dt="2021-01-13T23:08:02.198" v="4444" actId="47"/>
        <pc:sldMkLst>
          <pc:docMk/>
          <pc:sldMk cId="0" sldId="279"/>
        </pc:sldMkLst>
      </pc:sldChg>
      <pc:sldChg chg="del">
        <pc:chgData name="Leônidas Müller de Oliveira" userId="5af9566427f0cd7a" providerId="LiveId" clId="{68137F2F-A734-458A-A931-CE69A71D87D1}" dt="2021-01-13T23:08:02.829" v="4445" actId="47"/>
        <pc:sldMkLst>
          <pc:docMk/>
          <pc:sldMk cId="0" sldId="280"/>
        </pc:sldMkLst>
      </pc:sldChg>
      <pc:sldChg chg="addSp delSp modSp mod">
        <pc:chgData name="Leônidas Müller de Oliveira" userId="5af9566427f0cd7a" providerId="LiveId" clId="{68137F2F-A734-458A-A931-CE69A71D87D1}" dt="2021-01-14T01:02:53.449" v="4502" actId="1076"/>
        <pc:sldMkLst>
          <pc:docMk/>
          <pc:sldMk cId="0" sldId="281"/>
        </pc:sldMkLst>
        <pc:spChg chg="add mod">
          <ac:chgData name="Leônidas Müller de Oliveira" userId="5af9566427f0cd7a" providerId="LiveId" clId="{68137F2F-A734-458A-A931-CE69A71D87D1}" dt="2021-01-14T01:02:36.645" v="4500" actId="1076"/>
          <ac:spMkLst>
            <pc:docMk/>
            <pc:sldMk cId="0" sldId="281"/>
            <ac:spMk id="6" creationId="{E13DB553-13BB-41C1-8D73-D4CF2AC42EA7}"/>
          </ac:spMkLst>
        </pc:spChg>
        <pc:spChg chg="add mod">
          <ac:chgData name="Leônidas Müller de Oliveira" userId="5af9566427f0cd7a" providerId="LiveId" clId="{68137F2F-A734-458A-A931-CE69A71D87D1}" dt="2021-01-14T01:02:53.449" v="4502" actId="1076"/>
          <ac:spMkLst>
            <pc:docMk/>
            <pc:sldMk cId="0" sldId="281"/>
            <ac:spMk id="7" creationId="{5702FB7F-E2F0-43AF-82E6-9EF6F09B9185}"/>
          </ac:spMkLst>
        </pc:spChg>
        <pc:spChg chg="mod">
          <ac:chgData name="Leônidas Müller de Oliveira" userId="5af9566427f0cd7a" providerId="LiveId" clId="{68137F2F-A734-458A-A931-CE69A71D87D1}" dt="2021-01-13T22:48:58.821" v="2682" actId="1076"/>
          <ac:spMkLst>
            <pc:docMk/>
            <pc:sldMk cId="0" sldId="281"/>
            <ac:spMk id="337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2:48:56.794" v="2681" actId="1076"/>
          <ac:spMkLst>
            <pc:docMk/>
            <pc:sldMk cId="0" sldId="281"/>
            <ac:spMk id="338" creationId="{00000000-0000-0000-0000-000000000000}"/>
          </ac:spMkLst>
        </pc:spChg>
        <pc:picChg chg="add mod">
          <ac:chgData name="Leônidas Müller de Oliveira" userId="5af9566427f0cd7a" providerId="LiveId" clId="{68137F2F-A734-458A-A931-CE69A71D87D1}" dt="2021-01-13T22:48:49.633" v="2679"/>
          <ac:picMkLst>
            <pc:docMk/>
            <pc:sldMk cId="0" sldId="281"/>
            <ac:picMk id="5" creationId="{B5D4AE09-62A7-4F55-8392-1C90A5E86B25}"/>
          </ac:picMkLst>
        </pc:picChg>
        <pc:picChg chg="del">
          <ac:chgData name="Leônidas Müller de Oliveira" userId="5af9566427f0cd7a" providerId="LiveId" clId="{68137F2F-A734-458A-A931-CE69A71D87D1}" dt="2021-01-13T22:47:42.899" v="2636" actId="478"/>
          <ac:picMkLst>
            <pc:docMk/>
            <pc:sldMk cId="0" sldId="281"/>
            <ac:picMk id="336" creationId="{00000000-0000-0000-0000-000000000000}"/>
          </ac:picMkLst>
        </pc:picChg>
      </pc:sldChg>
      <pc:sldChg chg="delSp modSp del mod">
        <pc:chgData name="Leônidas Müller de Oliveira" userId="5af9566427f0cd7a" providerId="LiveId" clId="{68137F2F-A734-458A-A931-CE69A71D87D1}" dt="2021-01-13T22:49:13.482" v="2687" actId="47"/>
        <pc:sldMkLst>
          <pc:docMk/>
          <pc:sldMk cId="3187776213" sldId="282"/>
        </pc:sldMkLst>
        <pc:spChg chg="mod">
          <ac:chgData name="Leônidas Müller de Oliveira" userId="5af9566427f0cd7a" providerId="LiveId" clId="{68137F2F-A734-458A-A931-CE69A71D87D1}" dt="2021-01-13T22:45:11.028" v="2594" actId="20577"/>
          <ac:spMkLst>
            <pc:docMk/>
            <pc:sldMk cId="3187776213" sldId="282"/>
            <ac:spMk id="344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2:47:31.264" v="2616" actId="20577"/>
          <ac:spMkLst>
            <pc:docMk/>
            <pc:sldMk cId="3187776213" sldId="282"/>
            <ac:spMk id="346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2:47:38.347" v="2635" actId="20577"/>
          <ac:spMkLst>
            <pc:docMk/>
            <pc:sldMk cId="3187776213" sldId="282"/>
            <ac:spMk id="347" creationId="{00000000-0000-0000-0000-000000000000}"/>
          </ac:spMkLst>
        </pc:spChg>
        <pc:picChg chg="del">
          <ac:chgData name="Leônidas Müller de Oliveira" userId="5af9566427f0cd7a" providerId="LiveId" clId="{68137F2F-A734-458A-A931-CE69A71D87D1}" dt="2021-01-13T22:45:07.029" v="2591" actId="478"/>
          <ac:picMkLst>
            <pc:docMk/>
            <pc:sldMk cId="3187776213" sldId="282"/>
            <ac:picMk id="343" creationId="{00000000-0000-0000-0000-000000000000}"/>
          </ac:picMkLst>
        </pc:picChg>
        <pc:picChg chg="mod modCrop">
          <ac:chgData name="Leônidas Müller de Oliveira" userId="5af9566427f0cd7a" providerId="LiveId" clId="{68137F2F-A734-458A-A931-CE69A71D87D1}" dt="2021-01-13T22:47:20.532" v="2606" actId="732"/>
          <ac:picMkLst>
            <pc:docMk/>
            <pc:sldMk cId="3187776213" sldId="282"/>
            <ac:picMk id="345" creationId="{00000000-0000-0000-0000-000000000000}"/>
          </ac:picMkLst>
        </pc:picChg>
      </pc:sldChg>
      <pc:sldChg chg="addSp delSp modSp add mod">
        <pc:chgData name="Leônidas Müller de Oliveira" userId="5af9566427f0cd7a" providerId="LiveId" clId="{68137F2F-A734-458A-A931-CE69A71D87D1}" dt="2021-01-14T19:02:43.230" v="4504" actId="1076"/>
        <pc:sldMkLst>
          <pc:docMk/>
          <pc:sldMk cId="569711459" sldId="283"/>
        </pc:sldMkLst>
        <pc:spChg chg="add mod">
          <ac:chgData name="Leônidas Müller de Oliveira" userId="5af9566427f0cd7a" providerId="LiveId" clId="{68137F2F-A734-458A-A931-CE69A71D87D1}" dt="2021-01-13T21:16:46.684" v="1426"/>
          <ac:spMkLst>
            <pc:docMk/>
            <pc:sldMk cId="569711459" sldId="283"/>
            <ac:spMk id="6" creationId="{8773F3A6-AB81-492A-9E25-5D2FE5C24475}"/>
          </ac:spMkLst>
        </pc:spChg>
        <pc:spChg chg="mod">
          <ac:chgData name="Leônidas Müller de Oliveira" userId="5af9566427f0cd7a" providerId="LiveId" clId="{68137F2F-A734-458A-A931-CE69A71D87D1}" dt="2021-01-13T21:08:13.998" v="1309" actId="20577"/>
          <ac:spMkLst>
            <pc:docMk/>
            <pc:sldMk cId="569711459" sldId="283"/>
            <ac:spMk id="157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4T19:02:43.230" v="4504" actId="1076"/>
          <ac:spMkLst>
            <pc:docMk/>
            <pc:sldMk cId="569711459" sldId="283"/>
            <ac:spMk id="158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1:16:46.188" v="1425" actId="478"/>
          <ac:spMkLst>
            <pc:docMk/>
            <pc:sldMk cId="569711459" sldId="283"/>
            <ac:spMk id="160" creationId="{00000000-0000-0000-0000-000000000000}"/>
          </ac:spMkLst>
        </pc:spChg>
        <pc:picChg chg="mod">
          <ac:chgData name="Leônidas Müller de Oliveira" userId="5af9566427f0cd7a" providerId="LiveId" clId="{68137F2F-A734-458A-A931-CE69A71D87D1}" dt="2021-01-13T21:09:01.276" v="1316" actId="14826"/>
          <ac:picMkLst>
            <pc:docMk/>
            <pc:sldMk cId="569711459" sldId="283"/>
            <ac:picMk id="159" creationId="{00000000-0000-0000-0000-000000000000}"/>
          </ac:picMkLst>
        </pc:picChg>
      </pc:sldChg>
      <pc:sldChg chg="modSp add del mod ord">
        <pc:chgData name="Leônidas Müller de Oliveira" userId="5af9566427f0cd7a" providerId="LiveId" clId="{68137F2F-A734-458A-A931-CE69A71D87D1}" dt="2021-01-13T20:03:56.859" v="833" actId="2890"/>
        <pc:sldMkLst>
          <pc:docMk/>
          <pc:sldMk cId="579065743" sldId="283"/>
        </pc:sldMkLst>
        <pc:spChg chg="mod">
          <ac:chgData name="Leônidas Müller de Oliveira" userId="5af9566427f0cd7a" providerId="LiveId" clId="{68137F2F-A734-458A-A931-CE69A71D87D1}" dt="2021-01-13T20:03:56.066" v="831" actId="20577"/>
          <ac:spMkLst>
            <pc:docMk/>
            <pc:sldMk cId="579065743" sldId="283"/>
            <ac:spMk id="141" creationId="{00000000-0000-0000-0000-000000000000}"/>
          </ac:spMkLst>
        </pc:spChg>
      </pc:sldChg>
      <pc:sldChg chg="addSp delSp modSp add mod ord">
        <pc:chgData name="Leônidas Müller de Oliveira" userId="5af9566427f0cd7a" providerId="LiveId" clId="{68137F2F-A734-458A-A931-CE69A71D87D1}" dt="2021-01-13T21:25:04.087" v="1848" actId="1076"/>
        <pc:sldMkLst>
          <pc:docMk/>
          <pc:sldMk cId="1437011287" sldId="284"/>
        </pc:sldMkLst>
        <pc:spChg chg="add mod">
          <ac:chgData name="Leônidas Müller de Oliveira" userId="5af9566427f0cd7a" providerId="LiveId" clId="{68137F2F-A734-458A-A931-CE69A71D87D1}" dt="2021-01-13T21:24:57.112" v="1847" actId="1076"/>
          <ac:spMkLst>
            <pc:docMk/>
            <pc:sldMk cId="1437011287" sldId="284"/>
            <ac:spMk id="2" creationId="{B5FAAC12-83B7-4468-968E-BD39CFBF23F8}"/>
          </ac:spMkLst>
        </pc:spChg>
        <pc:spChg chg="add ord">
          <ac:chgData name="Leônidas Müller de Oliveira" userId="5af9566427f0cd7a" providerId="LiveId" clId="{68137F2F-A734-458A-A931-CE69A71D87D1}" dt="2021-01-13T21:24:52.463" v="1846" actId="167"/>
          <ac:spMkLst>
            <pc:docMk/>
            <pc:sldMk cId="1437011287" sldId="284"/>
            <ac:spMk id="3" creationId="{5A9CA915-CCB3-442A-9489-70F111D48946}"/>
          </ac:spMkLst>
        </pc:spChg>
        <pc:spChg chg="add mod">
          <ac:chgData name="Leônidas Müller de Oliveira" userId="5af9566427f0cd7a" providerId="LiveId" clId="{68137F2F-A734-458A-A931-CE69A71D87D1}" dt="2021-01-13T21:25:04.087" v="1848" actId="1076"/>
          <ac:spMkLst>
            <pc:docMk/>
            <pc:sldMk cId="1437011287" sldId="284"/>
            <ac:spMk id="5" creationId="{694E9661-0DA9-4439-A260-5A55C84F5188}"/>
          </ac:spMkLst>
        </pc:spChg>
        <pc:spChg chg="add mod">
          <ac:chgData name="Leônidas Müller de Oliveira" userId="5af9566427f0cd7a" providerId="LiveId" clId="{68137F2F-A734-458A-A931-CE69A71D87D1}" dt="2021-01-13T21:24:10.543" v="1832" actId="465"/>
          <ac:spMkLst>
            <pc:docMk/>
            <pc:sldMk cId="1437011287" sldId="284"/>
            <ac:spMk id="7" creationId="{A4DD453D-BBF4-4D35-BEA3-93C8AFDFAD21}"/>
          </ac:spMkLst>
        </pc:spChg>
        <pc:spChg chg="add del mod">
          <ac:chgData name="Leônidas Müller de Oliveira" userId="5af9566427f0cd7a" providerId="LiveId" clId="{68137F2F-A734-458A-A931-CE69A71D87D1}" dt="2021-01-13T21:21:34.154" v="1796" actId="478"/>
          <ac:spMkLst>
            <pc:docMk/>
            <pc:sldMk cId="1437011287" sldId="284"/>
            <ac:spMk id="8" creationId="{18024FAC-ADEC-4672-B0B3-FD3107CF3622}"/>
          </ac:spMkLst>
        </pc:spChg>
        <pc:spChg chg="add mod">
          <ac:chgData name="Leônidas Müller de Oliveira" userId="5af9566427f0cd7a" providerId="LiveId" clId="{68137F2F-A734-458A-A931-CE69A71D87D1}" dt="2021-01-13T21:24:10.543" v="1832" actId="465"/>
          <ac:spMkLst>
            <pc:docMk/>
            <pc:sldMk cId="1437011287" sldId="284"/>
            <ac:spMk id="9" creationId="{C42EB859-19E8-4973-97DF-EF93B5B2D845}"/>
          </ac:spMkLst>
        </pc:spChg>
        <pc:spChg chg="add mod">
          <ac:chgData name="Leônidas Müller de Oliveira" userId="5af9566427f0cd7a" providerId="LiveId" clId="{68137F2F-A734-458A-A931-CE69A71D87D1}" dt="2021-01-13T21:24:10.543" v="1832" actId="465"/>
          <ac:spMkLst>
            <pc:docMk/>
            <pc:sldMk cId="1437011287" sldId="284"/>
            <ac:spMk id="10" creationId="{D85E2755-D8D3-49BC-BE27-FFE170CCCC28}"/>
          </ac:spMkLst>
        </pc:spChg>
        <pc:spChg chg="add mod">
          <ac:chgData name="Leônidas Müller de Oliveira" userId="5af9566427f0cd7a" providerId="LiveId" clId="{68137F2F-A734-458A-A931-CE69A71D87D1}" dt="2021-01-13T21:23:53.752" v="1831" actId="1076"/>
          <ac:spMkLst>
            <pc:docMk/>
            <pc:sldMk cId="1437011287" sldId="284"/>
            <ac:spMk id="11" creationId="{265A0DFD-B71D-43C1-AD39-A6ABF5557A41}"/>
          </ac:spMkLst>
        </pc:spChg>
        <pc:spChg chg="mod">
          <ac:chgData name="Leônidas Müller de Oliveira" userId="5af9566427f0cd7a" providerId="LiveId" clId="{68137F2F-A734-458A-A931-CE69A71D87D1}" dt="2021-01-13T21:24:13.614" v="1834" actId="1076"/>
          <ac:spMkLst>
            <pc:docMk/>
            <pc:sldMk cId="1437011287" sldId="284"/>
            <ac:spMk id="149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1:23:28.244" v="1825" actId="552"/>
          <ac:spMkLst>
            <pc:docMk/>
            <pc:sldMk cId="1437011287" sldId="284"/>
            <ac:spMk id="150" creationId="{00000000-0000-0000-0000-000000000000}"/>
          </ac:spMkLst>
        </pc:spChg>
      </pc:sldChg>
      <pc:sldChg chg="modSp add mod ord">
        <pc:chgData name="Leônidas Müller de Oliveira" userId="5af9566427f0cd7a" providerId="LiveId" clId="{68137F2F-A734-458A-A931-CE69A71D87D1}" dt="2021-01-13T21:36:11.834" v="1990" actId="14100"/>
        <pc:sldMkLst>
          <pc:docMk/>
          <pc:sldMk cId="2813838532" sldId="285"/>
        </pc:sldMkLst>
        <pc:spChg chg="mod">
          <ac:chgData name="Leônidas Müller de Oliveira" userId="5af9566427f0cd7a" providerId="LiveId" clId="{68137F2F-A734-458A-A931-CE69A71D87D1}" dt="2021-01-13T21:35:28.849" v="1876" actId="14100"/>
          <ac:spMkLst>
            <pc:docMk/>
            <pc:sldMk cId="2813838532" sldId="285"/>
            <ac:spMk id="157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1:35:48.905" v="1983" actId="20577"/>
          <ac:spMkLst>
            <pc:docMk/>
            <pc:sldMk cId="2813838532" sldId="285"/>
            <ac:spMk id="158" creationId="{00000000-0000-0000-0000-000000000000}"/>
          </ac:spMkLst>
        </pc:spChg>
        <pc:picChg chg="mod">
          <ac:chgData name="Leônidas Müller de Oliveira" userId="5af9566427f0cd7a" providerId="LiveId" clId="{68137F2F-A734-458A-A931-CE69A71D87D1}" dt="2021-01-13T21:36:11.834" v="1990" actId="14100"/>
          <ac:picMkLst>
            <pc:docMk/>
            <pc:sldMk cId="2813838532" sldId="285"/>
            <ac:picMk id="159" creationId="{00000000-0000-0000-0000-000000000000}"/>
          </ac:picMkLst>
        </pc:picChg>
      </pc:sldChg>
      <pc:sldChg chg="addSp delSp modSp add del mod">
        <pc:chgData name="Leônidas Müller de Oliveira" userId="5af9566427f0cd7a" providerId="LiveId" clId="{68137F2F-A734-458A-A931-CE69A71D87D1}" dt="2021-01-13T22:44:49.198" v="2589" actId="47"/>
        <pc:sldMkLst>
          <pc:docMk/>
          <pc:sldMk cId="2907770087" sldId="286"/>
        </pc:sldMkLst>
        <pc:spChg chg="add del">
          <ac:chgData name="Leônidas Müller de Oliveira" userId="5af9566427f0cd7a" providerId="LiveId" clId="{68137F2F-A734-458A-A931-CE69A71D87D1}" dt="2021-01-13T22:39:46.586" v="2430" actId="22"/>
          <ac:spMkLst>
            <pc:docMk/>
            <pc:sldMk cId="2907770087" sldId="286"/>
            <ac:spMk id="12" creationId="{663EB6C0-7929-4ED7-BC40-5CBDD5E5E9EC}"/>
          </ac:spMkLst>
        </pc:spChg>
        <pc:spChg chg="add del">
          <ac:chgData name="Leônidas Müller de Oliveira" userId="5af9566427f0cd7a" providerId="LiveId" clId="{68137F2F-A734-458A-A931-CE69A71D87D1}" dt="2021-01-13T22:39:57.052" v="2432" actId="22"/>
          <ac:spMkLst>
            <pc:docMk/>
            <pc:sldMk cId="2907770087" sldId="286"/>
            <ac:spMk id="14" creationId="{7C0CAF90-B48A-48ED-AFB5-6E37D2DC41EE}"/>
          </ac:spMkLst>
        </pc:spChg>
        <pc:spChg chg="mod">
          <ac:chgData name="Leônidas Müller de Oliveira" userId="5af9566427f0cd7a" providerId="LiveId" clId="{68137F2F-A734-458A-A931-CE69A71D87D1}" dt="2021-01-13T22:41:16.530" v="2463" actId="20577"/>
          <ac:spMkLst>
            <pc:docMk/>
            <pc:sldMk cId="2907770087" sldId="286"/>
            <ac:spMk id="192" creationId="{00000000-0000-0000-0000-000000000000}"/>
          </ac:spMkLst>
        </pc:spChg>
        <pc:picChg chg="mod">
          <ac:chgData name="Leônidas Müller de Oliveira" userId="5af9566427f0cd7a" providerId="LiveId" clId="{68137F2F-A734-458A-A931-CE69A71D87D1}" dt="2021-01-13T22:41:03.715" v="2435" actId="14100"/>
          <ac:picMkLst>
            <pc:docMk/>
            <pc:sldMk cId="2907770087" sldId="286"/>
            <ac:picMk id="199" creationId="{00000000-0000-0000-0000-000000000000}"/>
          </ac:picMkLst>
        </pc:picChg>
      </pc:sldChg>
      <pc:sldChg chg="add del">
        <pc:chgData name="Leônidas Müller de Oliveira" userId="5af9566427f0cd7a" providerId="LiveId" clId="{68137F2F-A734-458A-A931-CE69A71D87D1}" dt="2021-01-13T22:44:52.084" v="2590" actId="47"/>
        <pc:sldMkLst>
          <pc:docMk/>
          <pc:sldMk cId="1064290854" sldId="287"/>
        </pc:sldMkLst>
      </pc:sldChg>
      <pc:sldChg chg="modSp add mod">
        <pc:chgData name="Leônidas Müller de Oliveira" userId="5af9566427f0cd7a" providerId="LiveId" clId="{68137F2F-A734-458A-A931-CE69A71D87D1}" dt="2021-01-14T00:45:56.787" v="4490" actId="1076"/>
        <pc:sldMkLst>
          <pc:docMk/>
          <pc:sldMk cId="946061715" sldId="288"/>
        </pc:sldMkLst>
        <pc:spChg chg="mod">
          <ac:chgData name="Leônidas Müller de Oliveira" userId="5af9566427f0cd7a" providerId="LiveId" clId="{68137F2F-A734-458A-A931-CE69A71D87D1}" dt="2021-01-14T00:45:18.794" v="4489" actId="20577"/>
          <ac:spMkLst>
            <pc:docMk/>
            <pc:sldMk cId="946061715" sldId="288"/>
            <ac:spMk id="11" creationId="{66D68495-624D-436A-A86D-E42CC4800A32}"/>
          </ac:spMkLst>
        </pc:spChg>
        <pc:spChg chg="mod">
          <ac:chgData name="Leônidas Müller de Oliveira" userId="5af9566427f0cd7a" providerId="LiveId" clId="{68137F2F-A734-458A-A931-CE69A71D87D1}" dt="2021-01-13T22:41:39.132" v="2493" actId="20577"/>
          <ac:spMkLst>
            <pc:docMk/>
            <pc:sldMk cId="946061715" sldId="288"/>
            <ac:spMk id="192" creationId="{00000000-0000-0000-0000-000000000000}"/>
          </ac:spMkLst>
        </pc:spChg>
        <pc:picChg chg="mod">
          <ac:chgData name="Leônidas Müller de Oliveira" userId="5af9566427f0cd7a" providerId="LiveId" clId="{68137F2F-A734-458A-A931-CE69A71D87D1}" dt="2021-01-14T00:45:56.787" v="4490" actId="1076"/>
          <ac:picMkLst>
            <pc:docMk/>
            <pc:sldMk cId="946061715" sldId="288"/>
            <ac:picMk id="199" creationId="{00000000-0000-0000-0000-000000000000}"/>
          </ac:picMkLst>
        </pc:picChg>
      </pc:sldChg>
      <pc:sldChg chg="modSp add mod">
        <pc:chgData name="Leônidas Müller de Oliveira" userId="5af9566427f0cd7a" providerId="LiveId" clId="{68137F2F-A734-458A-A931-CE69A71D87D1}" dt="2021-01-14T00:44:48.781" v="4488" actId="14100"/>
        <pc:sldMkLst>
          <pc:docMk/>
          <pc:sldMk cId="4038552212" sldId="289"/>
        </pc:sldMkLst>
        <pc:spChg chg="mod">
          <ac:chgData name="Leônidas Müller de Oliveira" userId="5af9566427f0cd7a" providerId="LiveId" clId="{68137F2F-A734-458A-A931-CE69A71D87D1}" dt="2021-01-13T22:49:58.994" v="2725" actId="20577"/>
          <ac:spMkLst>
            <pc:docMk/>
            <pc:sldMk cId="4038552212" sldId="289"/>
            <ac:spMk id="157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4T00:44:48.781" v="4488" actId="14100"/>
          <ac:spMkLst>
            <pc:docMk/>
            <pc:sldMk cId="4038552212" sldId="289"/>
            <ac:spMk id="158" creationId="{00000000-0000-0000-0000-000000000000}"/>
          </ac:spMkLst>
        </pc:spChg>
      </pc:sldChg>
      <pc:sldChg chg="modSp add mod">
        <pc:chgData name="Leônidas Müller de Oliveira" userId="5af9566427f0cd7a" providerId="LiveId" clId="{68137F2F-A734-458A-A931-CE69A71D87D1}" dt="2021-01-14T00:51:00.650" v="4497" actId="20577"/>
        <pc:sldMkLst>
          <pc:docMk/>
          <pc:sldMk cId="2908053148" sldId="290"/>
        </pc:sldMkLst>
        <pc:spChg chg="mod">
          <ac:chgData name="Leônidas Müller de Oliveira" userId="5af9566427f0cd7a" providerId="LiveId" clId="{68137F2F-A734-458A-A931-CE69A71D87D1}" dt="2021-01-14T00:50:50.248" v="4492" actId="1076"/>
          <ac:spMkLst>
            <pc:docMk/>
            <pc:sldMk cId="2908053148" sldId="290"/>
            <ac:spMk id="157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4T00:51:00.650" v="4497" actId="20577"/>
          <ac:spMkLst>
            <pc:docMk/>
            <pc:sldMk cId="2908053148" sldId="290"/>
            <ac:spMk id="158" creationId="{00000000-0000-0000-0000-000000000000}"/>
          </ac:spMkLst>
        </pc:spChg>
      </pc:sldChg>
      <pc:sldChg chg="modSp add del mod">
        <pc:chgData name="Leônidas Müller de Oliveira" userId="5af9566427f0cd7a" providerId="LiveId" clId="{68137F2F-A734-458A-A931-CE69A71D87D1}" dt="2021-01-13T22:59:53.923" v="3478" actId="2696"/>
        <pc:sldMkLst>
          <pc:docMk/>
          <pc:sldMk cId="3394121669" sldId="290"/>
        </pc:sldMkLst>
        <pc:spChg chg="mod">
          <ac:chgData name="Leônidas Müller de Oliveira" userId="5af9566427f0cd7a" providerId="LiveId" clId="{68137F2F-A734-458A-A931-CE69A71D87D1}" dt="2021-01-13T22:53:00.676" v="3156" actId="1076"/>
          <ac:spMkLst>
            <pc:docMk/>
            <pc:sldMk cId="3394121669" sldId="290"/>
            <ac:spMk id="149" creationId="{00000000-0000-0000-0000-000000000000}"/>
          </ac:spMkLst>
        </pc:spChg>
      </pc:sldChg>
      <pc:sldChg chg="add">
        <pc:chgData name="Leônidas Müller de Oliveira" userId="5af9566427f0cd7a" providerId="LiveId" clId="{68137F2F-A734-458A-A931-CE69A71D87D1}" dt="2021-01-13T23:58:58.383" v="4446" actId="2890"/>
        <pc:sldMkLst>
          <pc:docMk/>
          <pc:sldMk cId="2491790395" sldId="291"/>
        </pc:sldMkLst>
      </pc:sldChg>
    </pc:docChg>
  </pc:docChgLst>
  <pc:docChgLst>
    <pc:chgData name="Leônidas Müller de Oliveira" userId="5af9566427f0cd7a" providerId="LiveId" clId="{F94B9D56-2B52-4E30-B4B5-0F58CBE2FBF9}"/>
    <pc:docChg chg="undo custSel addSld delSld modSld sldOrd">
      <pc:chgData name="Leônidas Müller de Oliveira" userId="5af9566427f0cd7a" providerId="LiveId" clId="{F94B9D56-2B52-4E30-B4B5-0F58CBE2FBF9}" dt="2021-02-18T15:12:14.743" v="850" actId="1076"/>
      <pc:docMkLst>
        <pc:docMk/>
      </pc:docMkLst>
      <pc:sldChg chg="modSp mod">
        <pc:chgData name="Leônidas Müller de Oliveira" userId="5af9566427f0cd7a" providerId="LiveId" clId="{F94B9D56-2B52-4E30-B4B5-0F58CBE2FBF9}" dt="2021-02-18T15:05:39.964" v="743" actId="20577"/>
        <pc:sldMkLst>
          <pc:docMk/>
          <pc:sldMk cId="0" sldId="257"/>
        </pc:sldMkLst>
        <pc:spChg chg="mod">
          <ac:chgData name="Leônidas Müller de Oliveira" userId="5af9566427f0cd7a" providerId="LiveId" clId="{F94B9D56-2B52-4E30-B4B5-0F58CBE2FBF9}" dt="2021-02-17T19:41:59.696" v="43" actId="20577"/>
          <ac:spMkLst>
            <pc:docMk/>
            <pc:sldMk cId="0" sldId="257"/>
            <ac:spMk id="66" creationId="{00000000-0000-0000-0000-000000000000}"/>
          </ac:spMkLst>
        </pc:spChg>
        <pc:spChg chg="mod">
          <ac:chgData name="Leônidas Müller de Oliveira" userId="5af9566427f0cd7a" providerId="LiveId" clId="{F94B9D56-2B52-4E30-B4B5-0F58CBE2FBF9}" dt="2021-02-18T15:05:39.964" v="743" actId="20577"/>
          <ac:spMkLst>
            <pc:docMk/>
            <pc:sldMk cId="0" sldId="257"/>
            <ac:spMk id="67" creationId="{00000000-0000-0000-0000-000000000000}"/>
          </ac:spMkLst>
        </pc:spChg>
      </pc:sldChg>
      <pc:sldChg chg="modSp mod">
        <pc:chgData name="Leônidas Müller de Oliveira" userId="5af9566427f0cd7a" providerId="LiveId" clId="{F94B9D56-2B52-4E30-B4B5-0F58CBE2FBF9}" dt="2021-02-18T15:12:01.860" v="849" actId="1076"/>
        <pc:sldMkLst>
          <pc:docMk/>
          <pc:sldMk cId="0" sldId="262"/>
        </pc:sldMkLst>
        <pc:spChg chg="mod">
          <ac:chgData name="Leônidas Müller de Oliveira" userId="5af9566427f0cd7a" providerId="LiveId" clId="{F94B9D56-2B52-4E30-B4B5-0F58CBE2FBF9}" dt="2021-02-17T19:52:09.948" v="351" actId="14100"/>
          <ac:spMkLst>
            <pc:docMk/>
            <pc:sldMk cId="0" sldId="262"/>
            <ac:spMk id="142" creationId="{00000000-0000-0000-0000-000000000000}"/>
          </ac:spMkLst>
        </pc:spChg>
        <pc:spChg chg="mod">
          <ac:chgData name="Leônidas Müller de Oliveira" userId="5af9566427f0cd7a" providerId="LiveId" clId="{F94B9D56-2B52-4E30-B4B5-0F58CBE2FBF9}" dt="2021-02-18T15:12:01.860" v="849" actId="1076"/>
          <ac:spMkLst>
            <pc:docMk/>
            <pc:sldMk cId="0" sldId="262"/>
            <ac:spMk id="143" creationId="{00000000-0000-0000-0000-000000000000}"/>
          </ac:spMkLst>
        </pc:spChg>
      </pc:sldChg>
      <pc:sldChg chg="del">
        <pc:chgData name="Leônidas Müller de Oliveira" userId="5af9566427f0cd7a" providerId="LiveId" clId="{F94B9D56-2B52-4E30-B4B5-0F58CBE2FBF9}" dt="2021-02-17T19:51:46.911" v="323" actId="47"/>
        <pc:sldMkLst>
          <pc:docMk/>
          <pc:sldMk cId="0" sldId="264"/>
        </pc:sldMkLst>
      </pc:sldChg>
      <pc:sldChg chg="addSp delSp modSp add mod ord">
        <pc:chgData name="Leônidas Müller de Oliveira" userId="5af9566427f0cd7a" providerId="LiveId" clId="{F94B9D56-2B52-4E30-B4B5-0F58CBE2FBF9}" dt="2021-02-18T15:12:14.743" v="850" actId="1076"/>
        <pc:sldMkLst>
          <pc:docMk/>
          <pc:sldMk cId="3187776213" sldId="282"/>
        </pc:sldMkLst>
        <pc:spChg chg="add mod">
          <ac:chgData name="Leônidas Müller de Oliveira" userId="5af9566427f0cd7a" providerId="LiveId" clId="{F94B9D56-2B52-4E30-B4B5-0F58CBE2FBF9}" dt="2021-02-18T14:58:12.389" v="491" actId="20577"/>
          <ac:spMkLst>
            <pc:docMk/>
            <pc:sldMk cId="3187776213" sldId="282"/>
            <ac:spMk id="7" creationId="{FD65234F-CE76-4586-9D67-44EDBAE0C0F0}"/>
          </ac:spMkLst>
        </pc:spChg>
        <pc:spChg chg="add mod">
          <ac:chgData name="Leônidas Müller de Oliveira" userId="5af9566427f0cd7a" providerId="LiveId" clId="{F94B9D56-2B52-4E30-B4B5-0F58CBE2FBF9}" dt="2021-02-18T15:05:19.193" v="722" actId="20577"/>
          <ac:spMkLst>
            <pc:docMk/>
            <pc:sldMk cId="3187776213" sldId="282"/>
            <ac:spMk id="8" creationId="{62CAAAAD-2D0D-416A-A598-DBBFD5C0667F}"/>
          </ac:spMkLst>
        </pc:spChg>
        <pc:spChg chg="add mod">
          <ac:chgData name="Leônidas Müller de Oliveira" userId="5af9566427f0cd7a" providerId="LiveId" clId="{F94B9D56-2B52-4E30-B4B5-0F58CBE2FBF9}" dt="2021-02-18T15:10:36.158" v="847" actId="1076"/>
          <ac:spMkLst>
            <pc:docMk/>
            <pc:sldMk cId="3187776213" sldId="282"/>
            <ac:spMk id="9" creationId="{9C81958B-AE4B-43C9-BC2C-2CBADE7FE55A}"/>
          </ac:spMkLst>
        </pc:spChg>
        <pc:spChg chg="mod">
          <ac:chgData name="Leônidas Müller de Oliveira" userId="5af9566427f0cd7a" providerId="LiveId" clId="{F94B9D56-2B52-4E30-B4B5-0F58CBE2FBF9}" dt="2021-02-18T14:56:55.333" v="402" actId="20577"/>
          <ac:spMkLst>
            <pc:docMk/>
            <pc:sldMk cId="3187776213" sldId="282"/>
            <ac:spMk id="141" creationId="{00000000-0000-0000-0000-000000000000}"/>
          </ac:spMkLst>
        </pc:spChg>
        <pc:spChg chg="del mod">
          <ac:chgData name="Leônidas Müller de Oliveira" userId="5af9566427f0cd7a" providerId="LiveId" clId="{F94B9D56-2B52-4E30-B4B5-0F58CBE2FBF9}" dt="2021-02-18T14:57:09.472" v="406" actId="478"/>
          <ac:spMkLst>
            <pc:docMk/>
            <pc:sldMk cId="3187776213" sldId="282"/>
            <ac:spMk id="142" creationId="{00000000-0000-0000-0000-000000000000}"/>
          </ac:spMkLst>
        </pc:spChg>
        <pc:spChg chg="mod">
          <ac:chgData name="Leônidas Müller de Oliveira" userId="5af9566427f0cd7a" providerId="LiveId" clId="{F94B9D56-2B52-4E30-B4B5-0F58CBE2FBF9}" dt="2021-02-18T15:12:14.743" v="850" actId="1076"/>
          <ac:spMkLst>
            <pc:docMk/>
            <pc:sldMk cId="3187776213" sldId="282"/>
            <ac:spMk id="143" creationId="{00000000-0000-0000-0000-000000000000}"/>
          </ac:spMkLst>
        </pc:spChg>
        <pc:graphicFrameChg chg="add del mod">
          <ac:chgData name="Leônidas Müller de Oliveira" userId="5af9566427f0cd7a" providerId="LiveId" clId="{F94B9D56-2B52-4E30-B4B5-0F58CBE2FBF9}" dt="2021-02-18T14:57:43.022" v="408"/>
          <ac:graphicFrameMkLst>
            <pc:docMk/>
            <pc:sldMk cId="3187776213" sldId="282"/>
            <ac:graphicFrameMk id="2" creationId="{B80F1164-C1AC-4C70-9417-CB100EADF64D}"/>
          </ac:graphicFrameMkLst>
        </pc:graphicFrameChg>
      </pc:sldChg>
    </pc:docChg>
  </pc:docChgLst>
  <pc:docChgLst>
    <pc:chgData name="Leônidas Müller de Oliveira" userId="5af9566427f0cd7a" providerId="LiveId" clId="{B5AA32FF-559E-450C-ABCB-04DA715DF9AF}"/>
    <pc:docChg chg="undo custSel addSld modSld">
      <pc:chgData name="Leônidas Müller de Oliveira" userId="5af9566427f0cd7a" providerId="LiveId" clId="{B5AA32FF-559E-450C-ABCB-04DA715DF9AF}" dt="2022-10-27T17:54:47.088" v="1508" actId="14100"/>
      <pc:docMkLst>
        <pc:docMk/>
      </pc:docMkLst>
      <pc:sldChg chg="modSp mod">
        <pc:chgData name="Leônidas Müller de Oliveira" userId="5af9566427f0cd7a" providerId="LiveId" clId="{B5AA32FF-559E-450C-ABCB-04DA715DF9AF}" dt="2022-10-27T14:01:57.551" v="13" actId="20577"/>
        <pc:sldMkLst>
          <pc:docMk/>
          <pc:sldMk cId="0" sldId="257"/>
        </pc:sldMkLst>
        <pc:spChg chg="mod">
          <ac:chgData name="Leônidas Müller de Oliveira" userId="5af9566427f0cd7a" providerId="LiveId" clId="{B5AA32FF-559E-450C-ABCB-04DA715DF9AF}" dt="2022-10-27T14:01:57.551" v="13" actId="20577"/>
          <ac:spMkLst>
            <pc:docMk/>
            <pc:sldMk cId="0" sldId="257"/>
            <ac:spMk id="67" creationId="{00000000-0000-0000-0000-000000000000}"/>
          </ac:spMkLst>
        </pc:spChg>
      </pc:sldChg>
      <pc:sldChg chg="addSp modSp mod">
        <pc:chgData name="Leônidas Müller de Oliveira" userId="5af9566427f0cd7a" providerId="LiveId" clId="{B5AA32FF-559E-450C-ABCB-04DA715DF9AF}" dt="2022-10-27T17:09:40.750" v="420" actId="1076"/>
        <pc:sldMkLst>
          <pc:docMk/>
          <pc:sldMk cId="2510226186" sldId="285"/>
        </pc:sldMkLst>
        <pc:spChg chg="add mod">
          <ac:chgData name="Leônidas Müller de Oliveira" userId="5af9566427f0cd7a" providerId="LiveId" clId="{B5AA32FF-559E-450C-ABCB-04DA715DF9AF}" dt="2022-10-27T17:09:40.750" v="420" actId="1076"/>
          <ac:spMkLst>
            <pc:docMk/>
            <pc:sldMk cId="2510226186" sldId="285"/>
            <ac:spMk id="4" creationId="{C2B60A26-5F47-D749-D2A6-79C41BD0E30E}"/>
          </ac:spMkLst>
        </pc:spChg>
        <pc:spChg chg="add mod">
          <ac:chgData name="Leônidas Müller de Oliveira" userId="5af9566427f0cd7a" providerId="LiveId" clId="{B5AA32FF-559E-450C-ABCB-04DA715DF9AF}" dt="2022-10-27T17:09:32.046" v="416" actId="1076"/>
          <ac:spMkLst>
            <pc:docMk/>
            <pc:sldMk cId="2510226186" sldId="285"/>
            <ac:spMk id="5" creationId="{1F1E62DF-CCA3-7B6B-D901-1B4D87D6A803}"/>
          </ac:spMkLst>
        </pc:spChg>
        <pc:spChg chg="mod">
          <ac:chgData name="Leônidas Müller de Oliveira" userId="5af9566427f0cd7a" providerId="LiveId" clId="{B5AA32FF-559E-450C-ABCB-04DA715DF9AF}" dt="2022-10-27T17:09:07.199" v="405" actId="6549"/>
          <ac:spMkLst>
            <pc:docMk/>
            <pc:sldMk cId="2510226186" sldId="285"/>
            <ac:spMk id="9" creationId="{9C81958B-AE4B-43C9-BC2C-2CBADE7FE55A}"/>
          </ac:spMkLst>
        </pc:spChg>
        <pc:spChg chg="mod">
          <ac:chgData name="Leônidas Müller de Oliveira" userId="5af9566427f0cd7a" providerId="LiveId" clId="{B5AA32FF-559E-450C-ABCB-04DA715DF9AF}" dt="2022-10-27T14:03:16.721" v="37" actId="20577"/>
          <ac:spMkLst>
            <pc:docMk/>
            <pc:sldMk cId="2510226186" sldId="285"/>
            <ac:spMk id="10" creationId="{D7001BA3-CB80-4627-9BF8-F969EC7D3809}"/>
          </ac:spMkLst>
        </pc:spChg>
        <pc:spChg chg="mod">
          <ac:chgData name="Leônidas Müller de Oliveira" userId="5af9566427f0cd7a" providerId="LiveId" clId="{B5AA32FF-559E-450C-ABCB-04DA715DF9AF}" dt="2022-10-27T14:03:08.609" v="27" actId="20577"/>
          <ac:spMkLst>
            <pc:docMk/>
            <pc:sldMk cId="2510226186" sldId="285"/>
            <ac:spMk id="141" creationId="{00000000-0000-0000-0000-000000000000}"/>
          </ac:spMkLst>
        </pc:spChg>
        <pc:picChg chg="add mod">
          <ac:chgData name="Leônidas Müller de Oliveira" userId="5af9566427f0cd7a" providerId="LiveId" clId="{B5AA32FF-559E-450C-ABCB-04DA715DF9AF}" dt="2022-10-27T17:09:09.953" v="406" actId="1076"/>
          <ac:picMkLst>
            <pc:docMk/>
            <pc:sldMk cId="2510226186" sldId="285"/>
            <ac:picMk id="3" creationId="{C1F6EB5B-B9F9-666B-F26E-2A1FB05B83E9}"/>
          </ac:picMkLst>
        </pc:picChg>
      </pc:sldChg>
      <pc:sldChg chg="addSp delSp modSp add mod">
        <pc:chgData name="Leônidas Müller de Oliveira" userId="5af9566427f0cd7a" providerId="LiveId" clId="{B5AA32FF-559E-450C-ABCB-04DA715DF9AF}" dt="2022-10-27T17:15:43.480" v="715" actId="20577"/>
        <pc:sldMkLst>
          <pc:docMk/>
          <pc:sldMk cId="2030117942" sldId="294"/>
        </pc:sldMkLst>
        <pc:spChg chg="mod">
          <ac:chgData name="Leônidas Müller de Oliveira" userId="5af9566427f0cd7a" providerId="LiveId" clId="{B5AA32FF-559E-450C-ABCB-04DA715DF9AF}" dt="2022-10-27T17:15:43.480" v="715" actId="20577"/>
          <ac:spMkLst>
            <pc:docMk/>
            <pc:sldMk cId="2030117942" sldId="294"/>
            <ac:spMk id="4" creationId="{C2B60A26-5F47-D749-D2A6-79C41BD0E30E}"/>
          </ac:spMkLst>
        </pc:spChg>
        <pc:spChg chg="del">
          <ac:chgData name="Leônidas Müller de Oliveira" userId="5af9566427f0cd7a" providerId="LiveId" clId="{B5AA32FF-559E-450C-ABCB-04DA715DF9AF}" dt="2022-10-27T17:13:28.552" v="535" actId="478"/>
          <ac:spMkLst>
            <pc:docMk/>
            <pc:sldMk cId="2030117942" sldId="294"/>
            <ac:spMk id="5" creationId="{1F1E62DF-CCA3-7B6B-D901-1B4D87D6A803}"/>
          </ac:spMkLst>
        </pc:spChg>
        <pc:spChg chg="mod">
          <ac:chgData name="Leônidas Müller de Oliveira" userId="5af9566427f0cd7a" providerId="LiveId" clId="{B5AA32FF-559E-450C-ABCB-04DA715DF9AF}" dt="2022-10-27T17:13:15.436" v="529" actId="20577"/>
          <ac:spMkLst>
            <pc:docMk/>
            <pc:sldMk cId="2030117942" sldId="294"/>
            <ac:spMk id="9" creationId="{9C81958B-AE4B-43C9-BC2C-2CBADE7FE55A}"/>
          </ac:spMkLst>
        </pc:spChg>
        <pc:spChg chg="mod">
          <ac:chgData name="Leônidas Müller de Oliveira" userId="5af9566427f0cd7a" providerId="LiveId" clId="{B5AA32FF-559E-450C-ABCB-04DA715DF9AF}" dt="2022-10-27T17:12:44.618" v="434" actId="20577"/>
          <ac:spMkLst>
            <pc:docMk/>
            <pc:sldMk cId="2030117942" sldId="294"/>
            <ac:spMk id="10" creationId="{D7001BA3-CB80-4627-9BF8-F969EC7D3809}"/>
          </ac:spMkLst>
        </pc:spChg>
        <pc:picChg chg="del">
          <ac:chgData name="Leônidas Müller de Oliveira" userId="5af9566427f0cd7a" providerId="LiveId" clId="{B5AA32FF-559E-450C-ABCB-04DA715DF9AF}" dt="2022-10-27T17:13:17.168" v="530" actId="478"/>
          <ac:picMkLst>
            <pc:docMk/>
            <pc:sldMk cId="2030117942" sldId="294"/>
            <ac:picMk id="3" creationId="{C1F6EB5B-B9F9-666B-F26E-2A1FB05B83E9}"/>
          </ac:picMkLst>
        </pc:picChg>
        <pc:picChg chg="add mod">
          <ac:chgData name="Leônidas Müller de Oliveira" userId="5af9566427f0cd7a" providerId="LiveId" clId="{B5AA32FF-559E-450C-ABCB-04DA715DF9AF}" dt="2022-10-27T17:13:26.590" v="534" actId="1076"/>
          <ac:picMkLst>
            <pc:docMk/>
            <pc:sldMk cId="2030117942" sldId="294"/>
            <ac:picMk id="6" creationId="{D5BC4A5B-5A2F-7030-E9BC-B98A93AB691F}"/>
          </ac:picMkLst>
        </pc:picChg>
      </pc:sldChg>
      <pc:sldChg chg="addSp delSp modSp add mod">
        <pc:chgData name="Leônidas Müller de Oliveira" userId="5af9566427f0cd7a" providerId="LiveId" clId="{B5AA32FF-559E-450C-ABCB-04DA715DF9AF}" dt="2022-10-27T17:54:47.088" v="1508" actId="14100"/>
        <pc:sldMkLst>
          <pc:docMk/>
          <pc:sldMk cId="1101344340" sldId="295"/>
        </pc:sldMkLst>
        <pc:spChg chg="add mod">
          <ac:chgData name="Leônidas Müller de Oliveira" userId="5af9566427f0cd7a" providerId="LiveId" clId="{B5AA32FF-559E-450C-ABCB-04DA715DF9AF}" dt="2022-10-27T17:53:01.338" v="1294" actId="1076"/>
          <ac:spMkLst>
            <pc:docMk/>
            <pc:sldMk cId="1101344340" sldId="295"/>
            <ac:spMk id="2" creationId="{978CC923-CD11-DCB8-FDC1-9C9A7571C210}"/>
          </ac:spMkLst>
        </pc:spChg>
        <pc:spChg chg="add mod">
          <ac:chgData name="Leônidas Müller de Oliveira" userId="5af9566427f0cd7a" providerId="LiveId" clId="{B5AA32FF-559E-450C-ABCB-04DA715DF9AF}" dt="2022-10-27T17:54:47.088" v="1508" actId="14100"/>
          <ac:spMkLst>
            <pc:docMk/>
            <pc:sldMk cId="1101344340" sldId="295"/>
            <ac:spMk id="3" creationId="{E689789D-F1ED-AF7F-AC6F-4BBB1316631C}"/>
          </ac:spMkLst>
        </pc:spChg>
        <pc:spChg chg="mod">
          <ac:chgData name="Leônidas Müller de Oliveira" userId="5af9566427f0cd7a" providerId="LiveId" clId="{B5AA32FF-559E-450C-ABCB-04DA715DF9AF}" dt="2022-10-27T17:53:03.178" v="1295" actId="1076"/>
          <ac:spMkLst>
            <pc:docMk/>
            <pc:sldMk cId="1101344340" sldId="295"/>
            <ac:spMk id="4" creationId="{C2B60A26-5F47-D749-D2A6-79C41BD0E30E}"/>
          </ac:spMkLst>
        </pc:spChg>
        <pc:spChg chg="mod">
          <ac:chgData name="Leônidas Müller de Oliveira" userId="5af9566427f0cd7a" providerId="LiveId" clId="{B5AA32FF-559E-450C-ABCB-04DA715DF9AF}" dt="2022-10-27T17:54:44.121" v="1507" actId="14100"/>
          <ac:spMkLst>
            <pc:docMk/>
            <pc:sldMk cId="1101344340" sldId="295"/>
            <ac:spMk id="9" creationId="{9C81958B-AE4B-43C9-BC2C-2CBADE7FE55A}"/>
          </ac:spMkLst>
        </pc:spChg>
        <pc:spChg chg="mod">
          <ac:chgData name="Leônidas Müller de Oliveira" userId="5af9566427f0cd7a" providerId="LiveId" clId="{B5AA32FF-559E-450C-ABCB-04DA715DF9AF}" dt="2022-10-27T17:33:14.850" v="733" actId="20577"/>
          <ac:spMkLst>
            <pc:docMk/>
            <pc:sldMk cId="1101344340" sldId="295"/>
            <ac:spMk id="10" creationId="{D7001BA3-CB80-4627-9BF8-F969EC7D3809}"/>
          </ac:spMkLst>
        </pc:spChg>
        <pc:picChg chg="del">
          <ac:chgData name="Leônidas Müller de Oliveira" userId="5af9566427f0cd7a" providerId="LiveId" clId="{B5AA32FF-559E-450C-ABCB-04DA715DF9AF}" dt="2022-10-27T17:34:37.530" v="968" actId="478"/>
          <ac:picMkLst>
            <pc:docMk/>
            <pc:sldMk cId="1101344340" sldId="295"/>
            <ac:picMk id="6" creationId="{D5BC4A5B-5A2F-7030-E9BC-B98A93AB691F}"/>
          </ac:picMkLst>
        </pc:picChg>
      </pc:sldChg>
    </pc:docChg>
  </pc:docChgLst>
  <pc:docChgLst>
    <pc:chgData name="Leônidas Müller de Oliveira" userId="5af9566427f0cd7a" providerId="LiveId" clId="{9CEBAD42-B415-46AD-8527-E1F9C7EE6655}"/>
    <pc:docChg chg="undo custSel addSld delSld modSld sldOrd">
      <pc:chgData name="Leônidas Müller de Oliveira" userId="5af9566427f0cd7a" providerId="LiveId" clId="{9CEBAD42-B415-46AD-8527-E1F9C7EE6655}" dt="2022-08-30T13:44:09.491" v="869" actId="14100"/>
      <pc:docMkLst>
        <pc:docMk/>
      </pc:docMkLst>
      <pc:sldChg chg="modSp mod">
        <pc:chgData name="Leônidas Müller de Oliveira" userId="5af9566427f0cd7a" providerId="LiveId" clId="{9CEBAD42-B415-46AD-8527-E1F9C7EE6655}" dt="2022-08-30T13:43:27.494" v="868" actId="20577"/>
        <pc:sldMkLst>
          <pc:docMk/>
          <pc:sldMk cId="0" sldId="257"/>
        </pc:sldMkLst>
        <pc:spChg chg="mod">
          <ac:chgData name="Leônidas Müller de Oliveira" userId="5af9566427f0cd7a" providerId="LiveId" clId="{9CEBAD42-B415-46AD-8527-E1F9C7EE6655}" dt="2022-08-30T13:43:27.494" v="868" actId="20577"/>
          <ac:spMkLst>
            <pc:docMk/>
            <pc:sldMk cId="0" sldId="257"/>
            <ac:spMk id="67" creationId="{00000000-0000-0000-0000-000000000000}"/>
          </ac:spMkLst>
        </pc:spChg>
      </pc:sldChg>
      <pc:sldChg chg="modSp mod">
        <pc:chgData name="Leônidas Müller de Oliveira" userId="5af9566427f0cd7a" providerId="LiveId" clId="{9CEBAD42-B415-46AD-8527-E1F9C7EE6655}" dt="2022-08-29T14:05:54.369" v="488" actId="1076"/>
        <pc:sldMkLst>
          <pc:docMk/>
          <pc:sldMk cId="0" sldId="281"/>
        </pc:sldMkLst>
        <pc:spChg chg="mod">
          <ac:chgData name="Leônidas Müller de Oliveira" userId="5af9566427f0cd7a" providerId="LiveId" clId="{9CEBAD42-B415-46AD-8527-E1F9C7EE6655}" dt="2022-08-29T14:05:54.369" v="488" actId="1076"/>
          <ac:spMkLst>
            <pc:docMk/>
            <pc:sldMk cId="0" sldId="281"/>
            <ac:spMk id="337" creationId="{00000000-0000-0000-0000-000000000000}"/>
          </ac:spMkLst>
        </pc:spChg>
      </pc:sldChg>
      <pc:sldChg chg="addSp delSp modSp del mod ord">
        <pc:chgData name="Leônidas Müller de Oliveira" userId="5af9566427f0cd7a" providerId="LiveId" clId="{9CEBAD42-B415-46AD-8527-E1F9C7EE6655}" dt="2022-08-30T13:18:13.881" v="617" actId="47"/>
        <pc:sldMkLst>
          <pc:docMk/>
          <pc:sldMk cId="3187776213" sldId="282"/>
        </pc:sldMkLst>
        <pc:spChg chg="del mod">
          <ac:chgData name="Leônidas Müller de Oliveira" userId="5af9566427f0cd7a" providerId="LiveId" clId="{9CEBAD42-B415-46AD-8527-E1F9C7EE6655}" dt="2022-08-29T15:00:03.560" v="513" actId="478"/>
          <ac:spMkLst>
            <pc:docMk/>
            <pc:sldMk cId="3187776213" sldId="282"/>
            <ac:spMk id="9" creationId="{9C81958B-AE4B-43C9-BC2C-2CBADE7FE55A}"/>
          </ac:spMkLst>
        </pc:spChg>
        <pc:spChg chg="del mod">
          <ac:chgData name="Leônidas Müller de Oliveira" userId="5af9566427f0cd7a" providerId="LiveId" clId="{9CEBAD42-B415-46AD-8527-E1F9C7EE6655}" dt="2022-08-29T15:00:17.115" v="529" actId="478"/>
          <ac:spMkLst>
            <pc:docMk/>
            <pc:sldMk cId="3187776213" sldId="282"/>
            <ac:spMk id="10" creationId="{D7001BA3-CB80-4627-9BF8-F969EC7D3809}"/>
          </ac:spMkLst>
        </pc:spChg>
        <pc:spChg chg="del">
          <ac:chgData name="Leônidas Müller de Oliveira" userId="5af9566427f0cd7a" providerId="LiveId" clId="{9CEBAD42-B415-46AD-8527-E1F9C7EE6655}" dt="2022-08-29T14:06:20.881" v="490" actId="478"/>
          <ac:spMkLst>
            <pc:docMk/>
            <pc:sldMk cId="3187776213" sldId="282"/>
            <ac:spMk id="11" creationId="{96FE473C-D562-44AA-8027-DF747996706D}"/>
          </ac:spMkLst>
        </pc:spChg>
        <pc:spChg chg="mod">
          <ac:chgData name="Leônidas Müller de Oliveira" userId="5af9566427f0cd7a" providerId="LiveId" clId="{9CEBAD42-B415-46AD-8527-E1F9C7EE6655}" dt="2022-08-29T15:00:21.709" v="530" actId="14100"/>
          <ac:spMkLst>
            <pc:docMk/>
            <pc:sldMk cId="3187776213" sldId="282"/>
            <ac:spMk id="140" creationId="{00000000-0000-0000-0000-000000000000}"/>
          </ac:spMkLst>
        </pc:spChg>
        <pc:spChg chg="mod">
          <ac:chgData name="Leônidas Müller de Oliveira" userId="5af9566427f0cd7a" providerId="LiveId" clId="{9CEBAD42-B415-46AD-8527-E1F9C7EE6655}" dt="2022-08-29T15:00:14.637" v="528" actId="20577"/>
          <ac:spMkLst>
            <pc:docMk/>
            <pc:sldMk cId="3187776213" sldId="282"/>
            <ac:spMk id="141" creationId="{00000000-0000-0000-0000-000000000000}"/>
          </ac:spMkLst>
        </pc:spChg>
        <pc:picChg chg="add mod">
          <ac:chgData name="Leônidas Müller de Oliveira" userId="5af9566427f0cd7a" providerId="LiveId" clId="{9CEBAD42-B415-46AD-8527-E1F9C7EE6655}" dt="2022-08-29T15:17:30.382" v="551" actId="1076"/>
          <ac:picMkLst>
            <pc:docMk/>
            <pc:sldMk cId="3187776213" sldId="282"/>
            <ac:picMk id="3" creationId="{14BF5BD9-2F15-9321-92A7-51CAD07C8887}"/>
          </ac:picMkLst>
        </pc:picChg>
      </pc:sldChg>
      <pc:sldChg chg="delSp modSp mod ord">
        <pc:chgData name="Leônidas Müller de Oliveira" userId="5af9566427f0cd7a" providerId="LiveId" clId="{9CEBAD42-B415-46AD-8527-E1F9C7EE6655}" dt="2022-08-29T14:06:18.019" v="489" actId="478"/>
        <pc:sldMkLst>
          <pc:docMk/>
          <pc:sldMk cId="2510226186" sldId="285"/>
        </pc:sldMkLst>
        <pc:spChg chg="mod">
          <ac:chgData name="Leônidas Müller de Oliveira" userId="5af9566427f0cd7a" providerId="LiveId" clId="{9CEBAD42-B415-46AD-8527-E1F9C7EE6655}" dt="2022-08-29T14:00:24.288" v="422" actId="14100"/>
          <ac:spMkLst>
            <pc:docMk/>
            <pc:sldMk cId="2510226186" sldId="285"/>
            <ac:spMk id="9" creationId="{9C81958B-AE4B-43C9-BC2C-2CBADE7FE55A}"/>
          </ac:spMkLst>
        </pc:spChg>
        <pc:spChg chg="mod">
          <ac:chgData name="Leônidas Müller de Oliveira" userId="5af9566427f0cd7a" providerId="LiveId" clId="{9CEBAD42-B415-46AD-8527-E1F9C7EE6655}" dt="2022-08-29T13:56:18.045" v="260" actId="20577"/>
          <ac:spMkLst>
            <pc:docMk/>
            <pc:sldMk cId="2510226186" sldId="285"/>
            <ac:spMk id="10" creationId="{D7001BA3-CB80-4627-9BF8-F969EC7D3809}"/>
          </ac:spMkLst>
        </pc:spChg>
        <pc:spChg chg="del">
          <ac:chgData name="Leônidas Müller de Oliveira" userId="5af9566427f0cd7a" providerId="LiveId" clId="{9CEBAD42-B415-46AD-8527-E1F9C7EE6655}" dt="2022-08-29T14:06:18.019" v="489" actId="478"/>
          <ac:spMkLst>
            <pc:docMk/>
            <pc:sldMk cId="2510226186" sldId="285"/>
            <ac:spMk id="11" creationId="{96FE473C-D562-44AA-8027-DF747996706D}"/>
          </ac:spMkLst>
        </pc:spChg>
        <pc:spChg chg="mod">
          <ac:chgData name="Leônidas Müller de Oliveira" userId="5af9566427f0cd7a" providerId="LiveId" clId="{9CEBAD42-B415-46AD-8527-E1F9C7EE6655}" dt="2022-08-29T13:56:11.804" v="235" actId="20577"/>
          <ac:spMkLst>
            <pc:docMk/>
            <pc:sldMk cId="2510226186" sldId="285"/>
            <ac:spMk id="141" creationId="{00000000-0000-0000-0000-000000000000}"/>
          </ac:spMkLst>
        </pc:spChg>
      </pc:sldChg>
      <pc:sldChg chg="del">
        <pc:chgData name="Leônidas Müller de Oliveira" userId="5af9566427f0cd7a" providerId="LiveId" clId="{9CEBAD42-B415-46AD-8527-E1F9C7EE6655}" dt="2022-08-29T14:05:33.251" v="425" actId="2696"/>
        <pc:sldMkLst>
          <pc:docMk/>
          <pc:sldMk cId="3008501193" sldId="286"/>
        </pc:sldMkLst>
      </pc:sldChg>
      <pc:sldChg chg="add">
        <pc:chgData name="Leônidas Müller de Oliveira" userId="5af9566427f0cd7a" providerId="LiveId" clId="{9CEBAD42-B415-46AD-8527-E1F9C7EE6655}" dt="2022-08-29T14:59:49.352" v="491" actId="2890"/>
        <pc:sldMkLst>
          <pc:docMk/>
          <pc:sldMk cId="4004384132" sldId="286"/>
        </pc:sldMkLst>
      </pc:sldChg>
      <pc:sldChg chg="addSp delSp modSp add del mod">
        <pc:chgData name="Leônidas Müller de Oliveira" userId="5af9566427f0cd7a" providerId="LiveId" clId="{9CEBAD42-B415-46AD-8527-E1F9C7EE6655}" dt="2022-08-30T13:18:17.551" v="618" actId="47"/>
        <pc:sldMkLst>
          <pc:docMk/>
          <pc:sldMk cId="1554863389" sldId="287"/>
        </pc:sldMkLst>
        <pc:spChg chg="mod">
          <ac:chgData name="Leônidas Müller de Oliveira" userId="5af9566427f0cd7a" providerId="LiveId" clId="{9CEBAD42-B415-46AD-8527-E1F9C7EE6655}" dt="2022-08-29T15:06:16.487" v="543" actId="20577"/>
          <ac:spMkLst>
            <pc:docMk/>
            <pc:sldMk cId="1554863389" sldId="287"/>
            <ac:spMk id="141" creationId="{00000000-0000-0000-0000-000000000000}"/>
          </ac:spMkLst>
        </pc:spChg>
        <pc:picChg chg="del">
          <ac:chgData name="Leônidas Müller de Oliveira" userId="5af9566427f0cd7a" providerId="LiveId" clId="{9CEBAD42-B415-46AD-8527-E1F9C7EE6655}" dt="2022-08-29T15:08:59.134" v="544" actId="478"/>
          <ac:picMkLst>
            <pc:docMk/>
            <pc:sldMk cId="1554863389" sldId="287"/>
            <ac:picMk id="3" creationId="{14BF5BD9-2F15-9321-92A7-51CAD07C8887}"/>
          </ac:picMkLst>
        </pc:picChg>
        <pc:picChg chg="add mod">
          <ac:chgData name="Leônidas Müller de Oliveira" userId="5af9566427f0cd7a" providerId="LiveId" clId="{9CEBAD42-B415-46AD-8527-E1F9C7EE6655}" dt="2022-08-29T15:09:10.139" v="549" actId="1076"/>
          <ac:picMkLst>
            <pc:docMk/>
            <pc:sldMk cId="1554863389" sldId="287"/>
            <ac:picMk id="4" creationId="{9EDA415D-D006-2F9A-5020-56193F99FAD4}"/>
          </ac:picMkLst>
        </pc:picChg>
      </pc:sldChg>
      <pc:sldChg chg="addSp delSp modSp add mod">
        <pc:chgData name="Leônidas Müller de Oliveira" userId="5af9566427f0cd7a" providerId="LiveId" clId="{9CEBAD42-B415-46AD-8527-E1F9C7EE6655}" dt="2022-08-29T15:17:45.063" v="567"/>
        <pc:sldMkLst>
          <pc:docMk/>
          <pc:sldMk cId="196204676" sldId="288"/>
        </pc:sldMkLst>
        <pc:spChg chg="del">
          <ac:chgData name="Leônidas Müller de Oliveira" userId="5af9566427f0cd7a" providerId="LiveId" clId="{9CEBAD42-B415-46AD-8527-E1F9C7EE6655}" dt="2022-08-29T15:17:41.983" v="566" actId="478"/>
          <ac:spMkLst>
            <pc:docMk/>
            <pc:sldMk cId="196204676" sldId="288"/>
            <ac:spMk id="9" creationId="{9C81958B-AE4B-43C9-BC2C-2CBADE7FE55A}"/>
          </ac:spMkLst>
        </pc:spChg>
        <pc:spChg chg="mod">
          <ac:chgData name="Leônidas Müller de Oliveira" userId="5af9566427f0cd7a" providerId="LiveId" clId="{9CEBAD42-B415-46AD-8527-E1F9C7EE6655}" dt="2022-08-29T15:17:39.382" v="565" actId="20577"/>
          <ac:spMkLst>
            <pc:docMk/>
            <pc:sldMk cId="196204676" sldId="288"/>
            <ac:spMk id="10" creationId="{D7001BA3-CB80-4627-9BF8-F969EC7D3809}"/>
          </ac:spMkLst>
        </pc:spChg>
        <pc:picChg chg="add mod">
          <ac:chgData name="Leônidas Müller de Oliveira" userId="5af9566427f0cd7a" providerId="LiveId" clId="{9CEBAD42-B415-46AD-8527-E1F9C7EE6655}" dt="2022-08-29T15:17:45.063" v="567"/>
          <ac:picMkLst>
            <pc:docMk/>
            <pc:sldMk cId="196204676" sldId="288"/>
            <ac:picMk id="2" creationId="{4F55D875-ACB0-2AA7-3E8F-2CDA0A571B40}"/>
          </ac:picMkLst>
        </pc:picChg>
      </pc:sldChg>
      <pc:sldChg chg="addSp delSp modSp add mod">
        <pc:chgData name="Leônidas Müller de Oliveira" userId="5af9566427f0cd7a" providerId="LiveId" clId="{9CEBAD42-B415-46AD-8527-E1F9C7EE6655}" dt="2022-08-29T15:18:36.933" v="615" actId="20577"/>
        <pc:sldMkLst>
          <pc:docMk/>
          <pc:sldMk cId="3083649940" sldId="289"/>
        </pc:sldMkLst>
        <pc:spChg chg="mod">
          <ac:chgData name="Leônidas Müller de Oliveira" userId="5af9566427f0cd7a" providerId="LiveId" clId="{9CEBAD42-B415-46AD-8527-E1F9C7EE6655}" dt="2022-08-29T15:18:36.933" v="615" actId="20577"/>
          <ac:spMkLst>
            <pc:docMk/>
            <pc:sldMk cId="3083649940" sldId="289"/>
            <ac:spMk id="10" creationId="{D7001BA3-CB80-4627-9BF8-F969EC7D3809}"/>
          </ac:spMkLst>
        </pc:spChg>
        <pc:picChg chg="del mod">
          <ac:chgData name="Leônidas Müller de Oliveira" userId="5af9566427f0cd7a" providerId="LiveId" clId="{9CEBAD42-B415-46AD-8527-E1F9C7EE6655}" dt="2022-08-29T15:17:55.592" v="580" actId="478"/>
          <ac:picMkLst>
            <pc:docMk/>
            <pc:sldMk cId="3083649940" sldId="289"/>
            <ac:picMk id="2" creationId="{4F55D875-ACB0-2AA7-3E8F-2CDA0A571B40}"/>
          </ac:picMkLst>
        </pc:picChg>
        <pc:picChg chg="add mod">
          <ac:chgData name="Leônidas Müller de Oliveira" userId="5af9566427f0cd7a" providerId="LiveId" clId="{9CEBAD42-B415-46AD-8527-E1F9C7EE6655}" dt="2022-08-29T15:18:08.377" v="584" actId="1076"/>
          <ac:picMkLst>
            <pc:docMk/>
            <pc:sldMk cId="3083649940" sldId="289"/>
            <ac:picMk id="3" creationId="{376D601F-5728-49B5-EF36-21A9A51CAEDA}"/>
          </ac:picMkLst>
        </pc:picChg>
      </pc:sldChg>
      <pc:sldChg chg="addSp delSp modSp add mod">
        <pc:chgData name="Leônidas Müller de Oliveira" userId="5af9566427f0cd7a" providerId="LiveId" clId="{9CEBAD42-B415-46AD-8527-E1F9C7EE6655}" dt="2022-08-30T13:23:31.922" v="729" actId="20577"/>
        <pc:sldMkLst>
          <pc:docMk/>
          <pc:sldMk cId="1829811407" sldId="290"/>
        </pc:sldMkLst>
        <pc:spChg chg="mod">
          <ac:chgData name="Leônidas Müller de Oliveira" userId="5af9566427f0cd7a" providerId="LiveId" clId="{9CEBAD42-B415-46AD-8527-E1F9C7EE6655}" dt="2022-08-30T13:23:31.922" v="729" actId="20577"/>
          <ac:spMkLst>
            <pc:docMk/>
            <pc:sldMk cId="1829811407" sldId="290"/>
            <ac:spMk id="10" creationId="{D7001BA3-CB80-4627-9BF8-F969EC7D3809}"/>
          </ac:spMkLst>
        </pc:spChg>
        <pc:picChg chg="del">
          <ac:chgData name="Leônidas Müller de Oliveira" userId="5af9566427f0cd7a" providerId="LiveId" clId="{9CEBAD42-B415-46AD-8527-E1F9C7EE6655}" dt="2022-08-30T13:19:51.931" v="650" actId="478"/>
          <ac:picMkLst>
            <pc:docMk/>
            <pc:sldMk cId="1829811407" sldId="290"/>
            <ac:picMk id="3" creationId="{376D601F-5728-49B5-EF36-21A9A51CAEDA}"/>
          </ac:picMkLst>
        </pc:picChg>
        <pc:picChg chg="add del mod">
          <ac:chgData name="Leônidas Müller de Oliveira" userId="5af9566427f0cd7a" providerId="LiveId" clId="{9CEBAD42-B415-46AD-8527-E1F9C7EE6655}" dt="2022-08-30T13:20:07.231" v="654" actId="478"/>
          <ac:picMkLst>
            <pc:docMk/>
            <pc:sldMk cId="1829811407" sldId="290"/>
            <ac:picMk id="4" creationId="{B307C6C5-E755-C801-2177-86FC37490F91}"/>
          </ac:picMkLst>
        </pc:picChg>
        <pc:picChg chg="add mod">
          <ac:chgData name="Leônidas Müller de Oliveira" userId="5af9566427f0cd7a" providerId="LiveId" clId="{9CEBAD42-B415-46AD-8527-E1F9C7EE6655}" dt="2022-08-30T13:20:17.971" v="658" actId="1076"/>
          <ac:picMkLst>
            <pc:docMk/>
            <pc:sldMk cId="1829811407" sldId="290"/>
            <ac:picMk id="6" creationId="{8256C0C9-A9CD-B910-6159-F7B0697E39A8}"/>
          </ac:picMkLst>
        </pc:picChg>
      </pc:sldChg>
      <pc:sldChg chg="add del">
        <pc:chgData name="Leônidas Müller de Oliveira" userId="5af9566427f0cd7a" providerId="LiveId" clId="{9CEBAD42-B415-46AD-8527-E1F9C7EE6655}" dt="2022-08-30T13:18:19.821" v="619" actId="47"/>
        <pc:sldMkLst>
          <pc:docMk/>
          <pc:sldMk cId="2909319333" sldId="290"/>
        </pc:sldMkLst>
      </pc:sldChg>
      <pc:sldChg chg="addSp delSp modSp add mod">
        <pc:chgData name="Leônidas Müller de Oliveira" userId="5af9566427f0cd7a" providerId="LiveId" clId="{9CEBAD42-B415-46AD-8527-E1F9C7EE6655}" dt="2022-08-30T13:23:41.571" v="731"/>
        <pc:sldMkLst>
          <pc:docMk/>
          <pc:sldMk cId="267836333" sldId="291"/>
        </pc:sldMkLst>
        <pc:spChg chg="mod">
          <ac:chgData name="Leônidas Müller de Oliveira" userId="5af9566427f0cd7a" providerId="LiveId" clId="{9CEBAD42-B415-46AD-8527-E1F9C7EE6655}" dt="2022-08-30T13:23:41.571" v="731"/>
          <ac:spMkLst>
            <pc:docMk/>
            <pc:sldMk cId="267836333" sldId="291"/>
            <ac:spMk id="10" creationId="{D7001BA3-CB80-4627-9BF8-F969EC7D3809}"/>
          </ac:spMkLst>
        </pc:spChg>
        <pc:picChg chg="add mod">
          <ac:chgData name="Leônidas Müller de Oliveira" userId="5af9566427f0cd7a" providerId="LiveId" clId="{9CEBAD42-B415-46AD-8527-E1F9C7EE6655}" dt="2022-08-30T13:22:53.961" v="666" actId="1076"/>
          <ac:picMkLst>
            <pc:docMk/>
            <pc:sldMk cId="267836333" sldId="291"/>
            <ac:picMk id="3" creationId="{F1B4F703-42BA-8E03-65F1-9FE2188BB9D4}"/>
          </ac:picMkLst>
        </pc:picChg>
        <pc:picChg chg="del">
          <ac:chgData name="Leônidas Müller de Oliveira" userId="5af9566427f0cd7a" providerId="LiveId" clId="{9CEBAD42-B415-46AD-8527-E1F9C7EE6655}" dt="2022-08-30T13:22:45.421" v="660" actId="478"/>
          <ac:picMkLst>
            <pc:docMk/>
            <pc:sldMk cId="267836333" sldId="291"/>
            <ac:picMk id="6" creationId="{8256C0C9-A9CD-B910-6159-F7B0697E39A8}"/>
          </ac:picMkLst>
        </pc:picChg>
      </pc:sldChg>
      <pc:sldChg chg="addSp delSp modSp add mod">
        <pc:chgData name="Leônidas Müller de Oliveira" userId="5af9566427f0cd7a" providerId="LiveId" clId="{9CEBAD42-B415-46AD-8527-E1F9C7EE6655}" dt="2022-08-30T13:44:09.491" v="869" actId="14100"/>
        <pc:sldMkLst>
          <pc:docMk/>
          <pc:sldMk cId="3456523691" sldId="292"/>
        </pc:sldMkLst>
        <pc:picChg chg="del">
          <ac:chgData name="Leônidas Müller de Oliveira" userId="5af9566427f0cd7a" providerId="LiveId" clId="{9CEBAD42-B415-46AD-8527-E1F9C7EE6655}" dt="2022-08-30T13:24:34.291" v="732" actId="478"/>
          <ac:picMkLst>
            <pc:docMk/>
            <pc:sldMk cId="3456523691" sldId="292"/>
            <ac:picMk id="3" creationId="{F1B4F703-42BA-8E03-65F1-9FE2188BB9D4}"/>
          </ac:picMkLst>
        </pc:picChg>
        <pc:picChg chg="add mod">
          <ac:chgData name="Leônidas Müller de Oliveira" userId="5af9566427f0cd7a" providerId="LiveId" clId="{9CEBAD42-B415-46AD-8527-E1F9C7EE6655}" dt="2022-08-30T13:44:09.491" v="869" actId="14100"/>
          <ac:picMkLst>
            <pc:docMk/>
            <pc:sldMk cId="3456523691" sldId="292"/>
            <ac:picMk id="4" creationId="{688D0160-BEAF-2825-F2BB-1ACBECF641EB}"/>
          </ac:picMkLst>
        </pc:picChg>
      </pc:sldChg>
    </pc:docChg>
  </pc:docChgLst>
  <pc:docChgLst>
    <pc:chgData name="Leônidas Müller de Oliveira" userId="5af9566427f0cd7a" providerId="LiveId" clId="{D49B06D2-AB48-4160-B09E-8709E4BBF467}"/>
    <pc:docChg chg="undo custSel addSld delSld modSld sldOrd">
      <pc:chgData name="Leônidas Müller de Oliveira" userId="5af9566427f0cd7a" providerId="LiveId" clId="{D49B06D2-AB48-4160-B09E-8709E4BBF467}" dt="2021-01-27T17:46:21.983" v="1303" actId="47"/>
      <pc:docMkLst>
        <pc:docMk/>
      </pc:docMkLst>
      <pc:sldChg chg="modSp mod">
        <pc:chgData name="Leônidas Müller de Oliveira" userId="5af9566427f0cd7a" providerId="LiveId" clId="{D49B06D2-AB48-4160-B09E-8709E4BBF467}" dt="2021-01-27T17:34:54.516" v="1242" actId="21"/>
        <pc:sldMkLst>
          <pc:docMk/>
          <pc:sldMk cId="0" sldId="257"/>
        </pc:sldMkLst>
        <pc:spChg chg="mod">
          <ac:chgData name="Leônidas Müller de Oliveira" userId="5af9566427f0cd7a" providerId="LiveId" clId="{D49B06D2-AB48-4160-B09E-8709E4BBF467}" dt="2021-01-27T17:28:50.534" v="1201" actId="20577"/>
          <ac:spMkLst>
            <pc:docMk/>
            <pc:sldMk cId="0" sldId="257"/>
            <ac:spMk id="66" creationId="{00000000-0000-0000-0000-000000000000}"/>
          </ac:spMkLst>
        </pc:spChg>
        <pc:spChg chg="mod">
          <ac:chgData name="Leônidas Müller de Oliveira" userId="5af9566427f0cd7a" providerId="LiveId" clId="{D49B06D2-AB48-4160-B09E-8709E4BBF467}" dt="2021-01-27T17:34:54.516" v="1242" actId="21"/>
          <ac:spMkLst>
            <pc:docMk/>
            <pc:sldMk cId="0" sldId="257"/>
            <ac:spMk id="67" creationId="{00000000-0000-0000-0000-000000000000}"/>
          </ac:spMkLst>
        </pc:spChg>
      </pc:sldChg>
      <pc:sldChg chg="del">
        <pc:chgData name="Leônidas Müller de Oliveira" userId="5af9566427f0cd7a" providerId="LiveId" clId="{D49B06D2-AB48-4160-B09E-8709E4BBF467}" dt="2021-01-27T15:36:00.695" v="54" actId="47"/>
        <pc:sldMkLst>
          <pc:docMk/>
          <pc:sldMk cId="0" sldId="258"/>
        </pc:sldMkLst>
      </pc:sldChg>
      <pc:sldChg chg="delSp modSp mod ord">
        <pc:chgData name="Leônidas Müller de Oliveira" userId="5af9566427f0cd7a" providerId="LiveId" clId="{D49B06D2-AB48-4160-B09E-8709E4BBF467}" dt="2021-01-27T17:20:23.831" v="1045"/>
        <pc:sldMkLst>
          <pc:docMk/>
          <pc:sldMk cId="0" sldId="262"/>
        </pc:sldMkLst>
        <pc:spChg chg="del">
          <ac:chgData name="Leônidas Müller de Oliveira" userId="5af9566427f0cd7a" providerId="LiveId" clId="{D49B06D2-AB48-4160-B09E-8709E4BBF467}" dt="2021-01-27T17:18:41.745" v="830" actId="478"/>
          <ac:spMkLst>
            <pc:docMk/>
            <pc:sldMk cId="0" sldId="262"/>
            <ac:spMk id="7" creationId="{89A6ED73-2DEB-4C28-B281-140763718763}"/>
          </ac:spMkLst>
        </pc:spChg>
        <pc:spChg chg="mod">
          <ac:chgData name="Leônidas Müller de Oliveira" userId="5af9566427f0cd7a" providerId="LiveId" clId="{D49B06D2-AB48-4160-B09E-8709E4BBF467}" dt="2021-01-27T17:16:24.446" v="361" actId="20577"/>
          <ac:spMkLst>
            <pc:docMk/>
            <pc:sldMk cId="0" sldId="262"/>
            <ac:spMk id="141" creationId="{00000000-0000-0000-0000-000000000000}"/>
          </ac:spMkLst>
        </pc:spChg>
        <pc:spChg chg="mod">
          <ac:chgData name="Leônidas Müller de Oliveira" userId="5af9566427f0cd7a" providerId="LiveId" clId="{D49B06D2-AB48-4160-B09E-8709E4BBF467}" dt="2021-01-27T17:20:07.995" v="1041" actId="1076"/>
          <ac:spMkLst>
            <pc:docMk/>
            <pc:sldMk cId="0" sldId="262"/>
            <ac:spMk id="142" creationId="{00000000-0000-0000-0000-000000000000}"/>
          </ac:spMkLst>
        </pc:spChg>
        <pc:spChg chg="mod">
          <ac:chgData name="Leônidas Müller de Oliveira" userId="5af9566427f0cd7a" providerId="LiveId" clId="{D49B06D2-AB48-4160-B09E-8709E4BBF467}" dt="2021-01-27T17:19:21.264" v="885" actId="1076"/>
          <ac:spMkLst>
            <pc:docMk/>
            <pc:sldMk cId="0" sldId="262"/>
            <ac:spMk id="143" creationId="{00000000-0000-0000-0000-000000000000}"/>
          </ac:spMkLst>
        </pc:spChg>
      </pc:sldChg>
      <pc:sldChg chg="del">
        <pc:chgData name="Leônidas Müller de Oliveira" userId="5af9566427f0cd7a" providerId="LiveId" clId="{D49B06D2-AB48-4160-B09E-8709E4BBF467}" dt="2021-01-27T17:26:49.890" v="1051" actId="47"/>
        <pc:sldMkLst>
          <pc:docMk/>
          <pc:sldMk cId="0" sldId="263"/>
        </pc:sldMkLst>
      </pc:sldChg>
      <pc:sldChg chg="delSp modSp mod">
        <pc:chgData name="Leônidas Müller de Oliveira" userId="5af9566427f0cd7a" providerId="LiveId" clId="{D49B06D2-AB48-4160-B09E-8709E4BBF467}" dt="2021-01-27T15:39:05.223" v="303" actId="6549"/>
        <pc:sldMkLst>
          <pc:docMk/>
          <pc:sldMk cId="0" sldId="264"/>
        </pc:sldMkLst>
        <pc:spChg chg="del">
          <ac:chgData name="Leônidas Müller de Oliveira" userId="5af9566427f0cd7a" providerId="LiveId" clId="{D49B06D2-AB48-4160-B09E-8709E4BBF467}" dt="2021-01-27T15:36:52.210" v="56" actId="478"/>
          <ac:spMkLst>
            <pc:docMk/>
            <pc:sldMk cId="0" sldId="264"/>
            <ac:spMk id="6" creationId="{10B588A6-AAA8-4B22-906C-ABB969691807}"/>
          </ac:spMkLst>
        </pc:spChg>
        <pc:spChg chg="mod">
          <ac:chgData name="Leônidas Müller de Oliveira" userId="5af9566427f0cd7a" providerId="LiveId" clId="{D49B06D2-AB48-4160-B09E-8709E4BBF467}" dt="2021-01-27T15:38:20.111" v="291" actId="14100"/>
          <ac:spMkLst>
            <pc:docMk/>
            <pc:sldMk cId="0" sldId="264"/>
            <ac:spMk id="157" creationId="{00000000-0000-0000-0000-000000000000}"/>
          </ac:spMkLst>
        </pc:spChg>
        <pc:spChg chg="mod">
          <ac:chgData name="Leônidas Müller de Oliveira" userId="5af9566427f0cd7a" providerId="LiveId" clId="{D49B06D2-AB48-4160-B09E-8709E4BBF467}" dt="2021-01-27T15:39:05.223" v="303" actId="6549"/>
          <ac:spMkLst>
            <pc:docMk/>
            <pc:sldMk cId="0" sldId="264"/>
            <ac:spMk id="158" creationId="{00000000-0000-0000-0000-000000000000}"/>
          </ac:spMkLst>
        </pc:spChg>
        <pc:picChg chg="mod">
          <ac:chgData name="Leônidas Müller de Oliveira" userId="5af9566427f0cd7a" providerId="LiveId" clId="{D49B06D2-AB48-4160-B09E-8709E4BBF467}" dt="2021-01-27T15:38:41.437" v="296" actId="1076"/>
          <ac:picMkLst>
            <pc:docMk/>
            <pc:sldMk cId="0" sldId="264"/>
            <ac:picMk id="7" creationId="{90A7E0AD-ABBC-4E3A-95FB-0F31B77E3FD6}"/>
          </ac:picMkLst>
        </pc:picChg>
      </pc:sldChg>
      <pc:sldChg chg="del">
        <pc:chgData name="Leônidas Müller de Oliveira" userId="5af9566427f0cd7a" providerId="LiveId" clId="{D49B06D2-AB48-4160-B09E-8709E4BBF467}" dt="2021-01-27T17:26:17.542" v="1050" actId="47"/>
        <pc:sldMkLst>
          <pc:docMk/>
          <pc:sldMk cId="0" sldId="266"/>
        </pc:sldMkLst>
      </pc:sldChg>
      <pc:sldChg chg="del">
        <pc:chgData name="Leônidas Müller de Oliveira" userId="5af9566427f0cd7a" providerId="LiveId" clId="{D49B06D2-AB48-4160-B09E-8709E4BBF467}" dt="2021-01-27T17:26:49.890" v="1051" actId="47"/>
        <pc:sldMkLst>
          <pc:docMk/>
          <pc:sldMk cId="0" sldId="267"/>
        </pc:sldMkLst>
      </pc:sldChg>
      <pc:sldChg chg="del">
        <pc:chgData name="Leônidas Müller de Oliveira" userId="5af9566427f0cd7a" providerId="LiveId" clId="{D49B06D2-AB48-4160-B09E-8709E4BBF467}" dt="2021-01-27T17:26:49.890" v="1051" actId="47"/>
        <pc:sldMkLst>
          <pc:docMk/>
          <pc:sldMk cId="0" sldId="271"/>
        </pc:sldMkLst>
      </pc:sldChg>
      <pc:sldChg chg="del">
        <pc:chgData name="Leônidas Müller de Oliveira" userId="5af9566427f0cd7a" providerId="LiveId" clId="{D49B06D2-AB48-4160-B09E-8709E4BBF467}" dt="2021-01-27T17:26:49.890" v="1051" actId="47"/>
        <pc:sldMkLst>
          <pc:docMk/>
          <pc:sldMk cId="0" sldId="272"/>
        </pc:sldMkLst>
      </pc:sldChg>
      <pc:sldChg chg="delSp modSp add del mod">
        <pc:chgData name="Leônidas Müller de Oliveira" userId="5af9566427f0cd7a" providerId="LiveId" clId="{D49B06D2-AB48-4160-B09E-8709E4BBF467}" dt="2021-01-27T17:46:21.983" v="1303" actId="47"/>
        <pc:sldMkLst>
          <pc:docMk/>
          <pc:sldMk cId="0" sldId="274"/>
        </pc:sldMkLst>
        <pc:spChg chg="del">
          <ac:chgData name="Leônidas Müller de Oliveira" userId="5af9566427f0cd7a" providerId="LiveId" clId="{D49B06D2-AB48-4160-B09E-8709E4BBF467}" dt="2021-01-27T17:46:17.220" v="1302" actId="478"/>
          <ac:spMkLst>
            <pc:docMk/>
            <pc:sldMk cId="0" sldId="274"/>
            <ac:spMk id="6" creationId="{32143811-F134-4409-AC77-19852463A64F}"/>
          </ac:spMkLst>
        </pc:spChg>
        <pc:spChg chg="mod">
          <ac:chgData name="Leônidas Müller de Oliveira" userId="5af9566427f0cd7a" providerId="LiveId" clId="{D49B06D2-AB48-4160-B09E-8709E4BBF467}" dt="2021-01-27T17:45:55.381" v="1301" actId="20577"/>
          <ac:spMkLst>
            <pc:docMk/>
            <pc:sldMk cId="0" sldId="274"/>
            <ac:spMk id="251" creationId="{00000000-0000-0000-0000-000000000000}"/>
          </ac:spMkLst>
        </pc:spChg>
      </pc:sldChg>
      <pc:sldChg chg="delSp modSp mod">
        <pc:chgData name="Leônidas Müller de Oliveira" userId="5af9566427f0cd7a" providerId="LiveId" clId="{D49B06D2-AB48-4160-B09E-8709E4BBF467}" dt="2021-01-27T17:28:22.390" v="1168" actId="20577"/>
        <pc:sldMkLst>
          <pc:docMk/>
          <pc:sldMk cId="0" sldId="281"/>
        </pc:sldMkLst>
        <pc:spChg chg="del">
          <ac:chgData name="Leônidas Müller de Oliveira" userId="5af9566427f0cd7a" providerId="LiveId" clId="{D49B06D2-AB48-4160-B09E-8709E4BBF467}" dt="2021-01-27T17:27:14.353" v="1070" actId="478"/>
          <ac:spMkLst>
            <pc:docMk/>
            <pc:sldMk cId="0" sldId="281"/>
            <ac:spMk id="6" creationId="{E13DB553-13BB-41C1-8D73-D4CF2AC42EA7}"/>
          </ac:spMkLst>
        </pc:spChg>
        <pc:spChg chg="del">
          <ac:chgData name="Leônidas Müller de Oliveira" userId="5af9566427f0cd7a" providerId="LiveId" clId="{D49B06D2-AB48-4160-B09E-8709E4BBF467}" dt="2021-01-27T17:27:13.123" v="1069" actId="478"/>
          <ac:spMkLst>
            <pc:docMk/>
            <pc:sldMk cId="0" sldId="281"/>
            <ac:spMk id="7" creationId="{5702FB7F-E2F0-43AF-82E6-9EF6F09B9185}"/>
          </ac:spMkLst>
        </pc:spChg>
        <pc:spChg chg="mod">
          <ac:chgData name="Leônidas Müller de Oliveira" userId="5af9566427f0cd7a" providerId="LiveId" clId="{D49B06D2-AB48-4160-B09E-8709E4BBF467}" dt="2021-01-27T17:28:22.390" v="1168" actId="20577"/>
          <ac:spMkLst>
            <pc:docMk/>
            <pc:sldMk cId="0" sldId="281"/>
            <ac:spMk id="337" creationId="{00000000-0000-0000-0000-000000000000}"/>
          </ac:spMkLst>
        </pc:spChg>
        <pc:spChg chg="del mod">
          <ac:chgData name="Leônidas Müller de Oliveira" userId="5af9566427f0cd7a" providerId="LiveId" clId="{D49B06D2-AB48-4160-B09E-8709E4BBF467}" dt="2021-01-27T17:27:49.521" v="1100" actId="478"/>
          <ac:spMkLst>
            <pc:docMk/>
            <pc:sldMk cId="0" sldId="281"/>
            <ac:spMk id="338" creationId="{00000000-0000-0000-0000-000000000000}"/>
          </ac:spMkLst>
        </pc:spChg>
        <pc:picChg chg="del">
          <ac:chgData name="Leônidas Müller de Oliveira" userId="5af9566427f0cd7a" providerId="LiveId" clId="{D49B06D2-AB48-4160-B09E-8709E4BBF467}" dt="2021-01-27T17:26:53.526" v="1052" actId="478"/>
          <ac:picMkLst>
            <pc:docMk/>
            <pc:sldMk cId="0" sldId="281"/>
            <ac:picMk id="5" creationId="{B5D4AE09-62A7-4F55-8392-1C90A5E86B25}"/>
          </ac:picMkLst>
        </pc:picChg>
      </pc:sldChg>
      <pc:sldChg chg="delSp del mod">
        <pc:chgData name="Leônidas Müller de Oliveira" userId="5af9566427f0cd7a" providerId="LiveId" clId="{D49B06D2-AB48-4160-B09E-8709E4BBF467}" dt="2021-01-27T17:28:35.660" v="1169" actId="47"/>
        <pc:sldMkLst>
          <pc:docMk/>
          <pc:sldMk cId="569711459" sldId="283"/>
        </pc:sldMkLst>
        <pc:spChg chg="del">
          <ac:chgData name="Leônidas Müller de Oliveira" userId="5af9566427f0cd7a" providerId="LiveId" clId="{D49B06D2-AB48-4160-B09E-8709E4BBF467}" dt="2021-01-27T15:36:44.721" v="55" actId="478"/>
          <ac:spMkLst>
            <pc:docMk/>
            <pc:sldMk cId="569711459" sldId="283"/>
            <ac:spMk id="6" creationId="{8773F3A6-AB81-492A-9E25-5D2FE5C24475}"/>
          </ac:spMkLst>
        </pc:spChg>
      </pc:sldChg>
      <pc:sldChg chg="del">
        <pc:chgData name="Leônidas Müller de Oliveira" userId="5af9566427f0cd7a" providerId="LiveId" clId="{D49B06D2-AB48-4160-B09E-8709E4BBF467}" dt="2021-01-27T17:20:53.278" v="1046" actId="47"/>
        <pc:sldMkLst>
          <pc:docMk/>
          <pc:sldMk cId="1437011287" sldId="284"/>
        </pc:sldMkLst>
      </pc:sldChg>
      <pc:sldChg chg="del">
        <pc:chgData name="Leônidas Müller de Oliveira" userId="5af9566427f0cd7a" providerId="LiveId" clId="{D49B06D2-AB48-4160-B09E-8709E4BBF467}" dt="2021-01-27T17:20:54.903" v="1047" actId="47"/>
        <pc:sldMkLst>
          <pc:docMk/>
          <pc:sldMk cId="2813838532" sldId="285"/>
        </pc:sldMkLst>
      </pc:sldChg>
      <pc:sldChg chg="del">
        <pc:chgData name="Leônidas Müller de Oliveira" userId="5af9566427f0cd7a" providerId="LiveId" clId="{D49B06D2-AB48-4160-B09E-8709E4BBF467}" dt="2021-01-27T17:26:49.890" v="1051" actId="47"/>
        <pc:sldMkLst>
          <pc:docMk/>
          <pc:sldMk cId="946061715" sldId="288"/>
        </pc:sldMkLst>
      </pc:sldChg>
      <pc:sldChg chg="del">
        <pc:chgData name="Leônidas Müller de Oliveira" userId="5af9566427f0cd7a" providerId="LiveId" clId="{D49B06D2-AB48-4160-B09E-8709E4BBF467}" dt="2021-01-27T17:26:49.890" v="1051" actId="47"/>
        <pc:sldMkLst>
          <pc:docMk/>
          <pc:sldMk cId="4038552212" sldId="289"/>
        </pc:sldMkLst>
      </pc:sldChg>
      <pc:sldChg chg="del">
        <pc:chgData name="Leônidas Müller de Oliveira" userId="5af9566427f0cd7a" providerId="LiveId" clId="{D49B06D2-AB48-4160-B09E-8709E4BBF467}" dt="2021-01-27T17:26:49.890" v="1051" actId="47"/>
        <pc:sldMkLst>
          <pc:docMk/>
          <pc:sldMk cId="2908053148" sldId="290"/>
        </pc:sldMkLst>
      </pc:sldChg>
      <pc:sldChg chg="del">
        <pc:chgData name="Leônidas Müller de Oliveira" userId="5af9566427f0cd7a" providerId="LiveId" clId="{D49B06D2-AB48-4160-B09E-8709E4BBF467}" dt="2021-01-27T15:32:49.346" v="0" actId="47"/>
        <pc:sldMkLst>
          <pc:docMk/>
          <pc:sldMk cId="2491790395" sldId="291"/>
        </pc:sldMkLst>
      </pc:sldChg>
      <pc:sldChg chg="del">
        <pc:chgData name="Leônidas Müller de Oliveira" userId="5af9566427f0cd7a" providerId="LiveId" clId="{D49B06D2-AB48-4160-B09E-8709E4BBF467}" dt="2021-01-27T17:26:49.890" v="1051" actId="47"/>
        <pc:sldMkLst>
          <pc:docMk/>
          <pc:sldMk cId="2768986171" sldId="292"/>
        </pc:sldMkLst>
      </pc:sldChg>
      <pc:sldChg chg="del">
        <pc:chgData name="Leônidas Müller de Oliveira" userId="5af9566427f0cd7a" providerId="LiveId" clId="{D49B06D2-AB48-4160-B09E-8709E4BBF467}" dt="2021-01-27T17:25:58.237" v="1048" actId="47"/>
        <pc:sldMkLst>
          <pc:docMk/>
          <pc:sldMk cId="1542352846" sldId="297"/>
        </pc:sldMkLst>
      </pc:sldChg>
      <pc:sldChg chg="del">
        <pc:chgData name="Leônidas Müller de Oliveira" userId="5af9566427f0cd7a" providerId="LiveId" clId="{D49B06D2-AB48-4160-B09E-8709E4BBF467}" dt="2021-01-27T17:26:15.220" v="1049" actId="47"/>
        <pc:sldMkLst>
          <pc:docMk/>
          <pc:sldMk cId="126974504" sldId="298"/>
        </pc:sldMkLst>
      </pc:sldChg>
      <pc:sldChg chg="del">
        <pc:chgData name="Leônidas Müller de Oliveira" userId="5af9566427f0cd7a" providerId="LiveId" clId="{D49B06D2-AB48-4160-B09E-8709E4BBF467}" dt="2021-01-27T17:26:49.890" v="1051" actId="47"/>
        <pc:sldMkLst>
          <pc:docMk/>
          <pc:sldMk cId="2452318423" sldId="299"/>
        </pc:sldMkLst>
      </pc:sldChg>
      <pc:sldChg chg="del">
        <pc:chgData name="Leônidas Müller de Oliveira" userId="5af9566427f0cd7a" providerId="LiveId" clId="{D49B06D2-AB48-4160-B09E-8709E4BBF467}" dt="2021-01-27T17:26:49.890" v="1051" actId="47"/>
        <pc:sldMkLst>
          <pc:docMk/>
          <pc:sldMk cId="580050991" sldId="300"/>
        </pc:sldMkLst>
      </pc:sldChg>
      <pc:sldChg chg="del">
        <pc:chgData name="Leônidas Müller de Oliveira" userId="5af9566427f0cd7a" providerId="LiveId" clId="{D49B06D2-AB48-4160-B09E-8709E4BBF467}" dt="2021-01-27T17:26:49.890" v="1051" actId="47"/>
        <pc:sldMkLst>
          <pc:docMk/>
          <pc:sldMk cId="1031171993" sldId="301"/>
        </pc:sldMkLst>
      </pc:sldChg>
      <pc:sldMasterChg chg="delSldLayout">
        <pc:chgData name="Leônidas Müller de Oliveira" userId="5af9566427f0cd7a" providerId="LiveId" clId="{D49B06D2-AB48-4160-B09E-8709E4BBF467}" dt="2021-01-27T17:46:21.983" v="1303" actId="47"/>
        <pc:sldMasterMkLst>
          <pc:docMk/>
          <pc:sldMasterMk cId="0" sldId="2147483648"/>
        </pc:sldMasterMkLst>
        <pc:sldLayoutChg chg="del">
          <pc:chgData name="Leônidas Müller de Oliveira" userId="5af9566427f0cd7a" providerId="LiveId" clId="{D49B06D2-AB48-4160-B09E-8709E4BBF467}" dt="2021-01-27T17:26:49.890" v="1051" actId="47"/>
          <pc:sldLayoutMkLst>
            <pc:docMk/>
            <pc:sldMasterMk cId="0" sldId="2147483648"/>
            <pc:sldLayoutMk cId="0" sldId="2147483649"/>
          </pc:sldLayoutMkLst>
        </pc:sldLayoutChg>
        <pc:sldLayoutChg chg="del">
          <pc:chgData name="Leônidas Müller de Oliveira" userId="5af9566427f0cd7a" providerId="LiveId" clId="{D49B06D2-AB48-4160-B09E-8709E4BBF467}" dt="2021-01-27T17:46:21.983" v="1303" actId="47"/>
          <pc:sldLayoutMkLst>
            <pc:docMk/>
            <pc:sldMasterMk cId="0" sldId="2147483648"/>
            <pc:sldLayoutMk cId="2743432905" sldId="2147483660"/>
          </pc:sldLayoutMkLst>
        </pc:sldLayoutChg>
      </pc:sldMasterChg>
    </pc:docChg>
  </pc:docChgLst>
  <pc:docChgLst>
    <pc:chgData name="Leônidas Müller de Oliveira" userId="5af9566427f0cd7a" providerId="LiveId" clId="{99B5FB97-F5DC-4A1A-835E-2BEDE9C73D50}"/>
    <pc:docChg chg="undo redo custSel addSld delSld modSld sldOrd">
      <pc:chgData name="Leônidas Müller de Oliveira" userId="5af9566427f0cd7a" providerId="LiveId" clId="{99B5FB97-F5DC-4A1A-835E-2BEDE9C73D50}" dt="2021-01-15T00:43:49.650" v="1943" actId="404"/>
      <pc:docMkLst>
        <pc:docMk/>
      </pc:docMkLst>
      <pc:sldChg chg="del">
        <pc:chgData name="Leônidas Müller de Oliveira" userId="5af9566427f0cd7a" providerId="LiveId" clId="{99B5FB97-F5DC-4A1A-835E-2BEDE9C73D50}" dt="2021-01-14T19:52:17.807" v="0" actId="47"/>
        <pc:sldMkLst>
          <pc:docMk/>
          <pc:sldMk cId="0" sldId="256"/>
        </pc:sldMkLst>
      </pc:sldChg>
      <pc:sldChg chg="modSp mod">
        <pc:chgData name="Leônidas Müller de Oliveira" userId="5af9566427f0cd7a" providerId="LiveId" clId="{99B5FB97-F5DC-4A1A-835E-2BEDE9C73D50}" dt="2021-01-14T19:53:04.853" v="67" actId="20577"/>
        <pc:sldMkLst>
          <pc:docMk/>
          <pc:sldMk cId="0" sldId="257"/>
        </pc:sldMkLst>
        <pc:spChg chg="mod">
          <ac:chgData name="Leônidas Müller de Oliveira" userId="5af9566427f0cd7a" providerId="LiveId" clId="{99B5FB97-F5DC-4A1A-835E-2BEDE9C73D50}" dt="2021-01-14T19:53:04.853" v="67" actId="20577"/>
          <ac:spMkLst>
            <pc:docMk/>
            <pc:sldMk cId="0" sldId="257"/>
            <ac:spMk id="67" creationId="{00000000-0000-0000-0000-000000000000}"/>
          </ac:spMkLst>
        </pc:spChg>
      </pc:sldChg>
      <pc:sldChg chg="addSp delSp modSp mod">
        <pc:chgData name="Leônidas Müller de Oliveira" userId="5af9566427f0cd7a" providerId="LiveId" clId="{99B5FB97-F5DC-4A1A-835E-2BEDE9C73D50}" dt="2021-01-14T20:11:32.150" v="249" actId="1076"/>
        <pc:sldMkLst>
          <pc:docMk/>
          <pc:sldMk cId="0" sldId="258"/>
        </pc:sldMkLst>
        <pc:spChg chg="mod">
          <ac:chgData name="Leônidas Müller de Oliveira" userId="5af9566427f0cd7a" providerId="LiveId" clId="{99B5FB97-F5DC-4A1A-835E-2BEDE9C73D50}" dt="2021-01-14T20:10:22.352" v="226" actId="1076"/>
          <ac:spMkLst>
            <pc:docMk/>
            <pc:sldMk cId="0" sldId="258"/>
            <ac:spMk id="73" creationId="{00000000-0000-0000-0000-000000000000}"/>
          </ac:spMkLst>
        </pc:spChg>
        <pc:spChg chg="mod">
          <ac:chgData name="Leônidas Müller de Oliveira" userId="5af9566427f0cd7a" providerId="LiveId" clId="{99B5FB97-F5DC-4A1A-835E-2BEDE9C73D50}" dt="2021-01-14T20:11:32.150" v="249" actId="1076"/>
          <ac:spMkLst>
            <pc:docMk/>
            <pc:sldMk cId="0" sldId="258"/>
            <ac:spMk id="75" creationId="{00000000-0000-0000-0000-000000000000}"/>
          </ac:spMkLst>
        </pc:spChg>
        <pc:spChg chg="del mod">
          <ac:chgData name="Leônidas Müller de Oliveira" userId="5af9566427f0cd7a" providerId="LiveId" clId="{99B5FB97-F5DC-4A1A-835E-2BEDE9C73D50}" dt="2021-01-14T20:11:17.604" v="247" actId="478"/>
          <ac:spMkLst>
            <pc:docMk/>
            <pc:sldMk cId="0" sldId="258"/>
            <ac:spMk id="76" creationId="{00000000-0000-0000-0000-000000000000}"/>
          </ac:spMkLst>
        </pc:spChg>
        <pc:picChg chg="add del mod ord modCrop">
          <ac:chgData name="Leônidas Müller de Oliveira" userId="5af9566427f0cd7a" providerId="LiveId" clId="{99B5FB97-F5DC-4A1A-835E-2BEDE9C73D50}" dt="2021-01-14T20:10:47.936" v="238"/>
          <ac:picMkLst>
            <pc:docMk/>
            <pc:sldMk cId="0" sldId="258"/>
            <ac:picMk id="3" creationId="{A7C512AF-C8E4-4391-BD5A-B28620A85C63}"/>
          </ac:picMkLst>
        </pc:picChg>
        <pc:picChg chg="add del mod">
          <ac:chgData name="Leônidas Müller de Oliveira" userId="5af9566427f0cd7a" providerId="LiveId" clId="{99B5FB97-F5DC-4A1A-835E-2BEDE9C73D50}" dt="2021-01-14T20:11:29.170" v="248" actId="1076"/>
          <ac:picMkLst>
            <pc:docMk/>
            <pc:sldMk cId="0" sldId="258"/>
            <ac:picMk id="74" creationId="{00000000-0000-0000-0000-000000000000}"/>
          </ac:picMkLst>
        </pc:picChg>
      </pc:sldChg>
      <pc:sldChg chg="addSp delSp modSp mod">
        <pc:chgData name="Leônidas Müller de Oliveira" userId="5af9566427f0cd7a" providerId="LiveId" clId="{99B5FB97-F5DC-4A1A-835E-2BEDE9C73D50}" dt="2021-01-14T20:19:09.633" v="853" actId="14100"/>
        <pc:sldMkLst>
          <pc:docMk/>
          <pc:sldMk cId="0" sldId="263"/>
        </pc:sldMkLst>
        <pc:spChg chg="mod">
          <ac:chgData name="Leônidas Müller de Oliveira" userId="5af9566427f0cd7a" providerId="LiveId" clId="{99B5FB97-F5DC-4A1A-835E-2BEDE9C73D50}" dt="2021-01-14T20:18:24.436" v="831" actId="1076"/>
          <ac:spMkLst>
            <pc:docMk/>
            <pc:sldMk cId="0" sldId="263"/>
            <ac:spMk id="149" creationId="{00000000-0000-0000-0000-000000000000}"/>
          </ac:spMkLst>
        </pc:spChg>
        <pc:spChg chg="mod">
          <ac:chgData name="Leônidas Müller de Oliveira" userId="5af9566427f0cd7a" providerId="LiveId" clId="{99B5FB97-F5DC-4A1A-835E-2BEDE9C73D50}" dt="2021-01-14T20:19:09.633" v="853" actId="14100"/>
          <ac:spMkLst>
            <pc:docMk/>
            <pc:sldMk cId="0" sldId="263"/>
            <ac:spMk id="150" creationId="{00000000-0000-0000-0000-000000000000}"/>
          </ac:spMkLst>
        </pc:spChg>
        <pc:graphicFrameChg chg="add del mod">
          <ac:chgData name="Leônidas Müller de Oliveira" userId="5af9566427f0cd7a" providerId="LiveId" clId="{99B5FB97-F5DC-4A1A-835E-2BEDE9C73D50}" dt="2021-01-14T20:16:50.407" v="599"/>
          <ac:graphicFrameMkLst>
            <pc:docMk/>
            <pc:sldMk cId="0" sldId="263"/>
            <ac:graphicFrameMk id="4" creationId="{5931776F-8200-4FB8-A578-528B94DC3823}"/>
          </ac:graphicFrameMkLst>
        </pc:graphicFrameChg>
        <pc:graphicFrameChg chg="add del mod modGraphic">
          <ac:chgData name="Leônidas Müller de Oliveira" userId="5af9566427f0cd7a" providerId="LiveId" clId="{99B5FB97-F5DC-4A1A-835E-2BEDE9C73D50}" dt="2021-01-14T20:16:58.709" v="606"/>
          <ac:graphicFrameMkLst>
            <pc:docMk/>
            <pc:sldMk cId="0" sldId="263"/>
            <ac:graphicFrameMk id="7" creationId="{A6DBB466-63DC-4B37-8D82-185572369FDA}"/>
          </ac:graphicFrameMkLst>
        </pc:graphicFrameChg>
        <pc:picChg chg="add del">
          <ac:chgData name="Leônidas Müller de Oliveira" userId="5af9566427f0cd7a" providerId="LiveId" clId="{99B5FB97-F5DC-4A1A-835E-2BEDE9C73D50}" dt="2021-01-14T20:17:00.895" v="610" actId="478"/>
          <ac:picMkLst>
            <pc:docMk/>
            <pc:sldMk cId="0" sldId="263"/>
            <ac:picMk id="3" creationId="{47F13F26-6EAC-4204-B198-92DD9E43F8FB}"/>
          </ac:picMkLst>
        </pc:picChg>
      </pc:sldChg>
      <pc:sldChg chg="addSp delSp modSp mod">
        <pc:chgData name="Leônidas Müller de Oliveira" userId="5af9566427f0cd7a" providerId="LiveId" clId="{99B5FB97-F5DC-4A1A-835E-2BEDE9C73D50}" dt="2021-01-14T21:25:39.094" v="1426" actId="20577"/>
        <pc:sldMkLst>
          <pc:docMk/>
          <pc:sldMk cId="0" sldId="264"/>
        </pc:sldMkLst>
        <pc:spChg chg="mod">
          <ac:chgData name="Leônidas Müller de Oliveira" userId="5af9566427f0cd7a" providerId="LiveId" clId="{99B5FB97-F5DC-4A1A-835E-2BEDE9C73D50}" dt="2021-01-14T19:58:26.135" v="136" actId="1076"/>
          <ac:spMkLst>
            <pc:docMk/>
            <pc:sldMk cId="0" sldId="264"/>
            <ac:spMk id="157" creationId="{00000000-0000-0000-0000-000000000000}"/>
          </ac:spMkLst>
        </pc:spChg>
        <pc:spChg chg="mod">
          <ac:chgData name="Leônidas Müller de Oliveira" userId="5af9566427f0cd7a" providerId="LiveId" clId="{99B5FB97-F5DC-4A1A-835E-2BEDE9C73D50}" dt="2021-01-14T21:25:39.094" v="1426" actId="20577"/>
          <ac:spMkLst>
            <pc:docMk/>
            <pc:sldMk cId="0" sldId="264"/>
            <ac:spMk id="158" creationId="{00000000-0000-0000-0000-000000000000}"/>
          </ac:spMkLst>
        </pc:spChg>
        <pc:picChg chg="add mod ord">
          <ac:chgData name="Leônidas Müller de Oliveira" userId="5af9566427f0cd7a" providerId="LiveId" clId="{99B5FB97-F5DC-4A1A-835E-2BEDE9C73D50}" dt="2021-01-14T20:00:43.040" v="153" actId="1076"/>
          <ac:picMkLst>
            <pc:docMk/>
            <pc:sldMk cId="0" sldId="264"/>
            <ac:picMk id="7" creationId="{90A7E0AD-ABBC-4E3A-95FB-0F31B77E3FD6}"/>
          </ac:picMkLst>
        </pc:picChg>
        <pc:picChg chg="del">
          <ac:chgData name="Leônidas Müller de Oliveira" userId="5af9566427f0cd7a" providerId="LiveId" clId="{99B5FB97-F5DC-4A1A-835E-2BEDE9C73D50}" dt="2021-01-14T20:00:02.168" v="141" actId="478"/>
          <ac:picMkLst>
            <pc:docMk/>
            <pc:sldMk cId="0" sldId="264"/>
            <ac:picMk id="159" creationId="{00000000-0000-0000-0000-000000000000}"/>
          </ac:picMkLst>
        </pc:picChg>
      </pc:sldChg>
      <pc:sldChg chg="addSp delSp modSp mod">
        <pc:chgData name="Leônidas Müller de Oliveira" userId="5af9566427f0cd7a" providerId="LiveId" clId="{99B5FB97-F5DC-4A1A-835E-2BEDE9C73D50}" dt="2021-01-14T21:40:48.137" v="1635" actId="207"/>
        <pc:sldMkLst>
          <pc:docMk/>
          <pc:sldMk cId="0" sldId="266"/>
        </pc:sldMkLst>
        <pc:spChg chg="add del mod ord">
          <ac:chgData name="Leônidas Müller de Oliveira" userId="5af9566427f0cd7a" providerId="LiveId" clId="{99B5FB97-F5DC-4A1A-835E-2BEDE9C73D50}" dt="2021-01-14T21:17:27.032" v="1348" actId="478"/>
          <ac:spMkLst>
            <pc:docMk/>
            <pc:sldMk cId="0" sldId="266"/>
            <ac:spMk id="4" creationId="{500E4E54-8138-49DF-9C49-E5A64A0AB594}"/>
          </ac:spMkLst>
        </pc:spChg>
        <pc:spChg chg="mod">
          <ac:chgData name="Leônidas Müller de Oliveira" userId="5af9566427f0cd7a" providerId="LiveId" clId="{99B5FB97-F5DC-4A1A-835E-2BEDE9C73D50}" dt="2021-01-14T21:40:48.137" v="1635" actId="207"/>
          <ac:spMkLst>
            <pc:docMk/>
            <pc:sldMk cId="0" sldId="266"/>
            <ac:spMk id="7" creationId="{7C21F359-349F-4011-A06B-88E613DE1D62}"/>
          </ac:spMkLst>
        </pc:spChg>
        <pc:spChg chg="mod ord">
          <ac:chgData name="Leônidas Müller de Oliveira" userId="5af9566427f0cd7a" providerId="LiveId" clId="{99B5FB97-F5DC-4A1A-835E-2BEDE9C73D50}" dt="2021-01-14T21:40:40.464" v="1633" actId="207"/>
          <ac:spMkLst>
            <pc:docMk/>
            <pc:sldMk cId="0" sldId="266"/>
            <ac:spMk id="175" creationId="{00000000-0000-0000-0000-000000000000}"/>
          </ac:spMkLst>
        </pc:spChg>
        <pc:picChg chg="add del mod ord modCrop">
          <ac:chgData name="Leônidas Müller de Oliveira" userId="5af9566427f0cd7a" providerId="LiveId" clId="{99B5FB97-F5DC-4A1A-835E-2BEDE9C73D50}" dt="2021-01-14T21:40:40.807" v="1634" actId="478"/>
          <ac:picMkLst>
            <pc:docMk/>
            <pc:sldMk cId="0" sldId="266"/>
            <ac:picMk id="3" creationId="{D49D602C-14D4-4255-96F6-879127A2D5F7}"/>
          </ac:picMkLst>
        </pc:picChg>
        <pc:picChg chg="del">
          <ac:chgData name="Leônidas Müller de Oliveira" userId="5af9566427f0cd7a" providerId="LiveId" clId="{99B5FB97-F5DC-4A1A-835E-2BEDE9C73D50}" dt="2021-01-14T21:14:36.956" v="950" actId="478"/>
          <ac:picMkLst>
            <pc:docMk/>
            <pc:sldMk cId="0" sldId="266"/>
            <ac:picMk id="177" creationId="{00000000-0000-0000-0000-000000000000}"/>
          </ac:picMkLst>
        </pc:picChg>
      </pc:sldChg>
      <pc:sldChg chg="addSp delSp modSp mod ord">
        <pc:chgData name="Leônidas Müller de Oliveira" userId="5af9566427f0cd7a" providerId="LiveId" clId="{99B5FB97-F5DC-4A1A-835E-2BEDE9C73D50}" dt="2021-01-14T21:40:01.744" v="1630"/>
        <pc:sldMkLst>
          <pc:docMk/>
          <pc:sldMk cId="0" sldId="267"/>
        </pc:sldMkLst>
        <pc:spChg chg="mod">
          <ac:chgData name="Leônidas Müller de Oliveira" userId="5af9566427f0cd7a" providerId="LiveId" clId="{99B5FB97-F5DC-4A1A-835E-2BEDE9C73D50}" dt="2021-01-14T21:25:21.864" v="1424" actId="20577"/>
          <ac:spMkLst>
            <pc:docMk/>
            <pc:sldMk cId="0" sldId="267"/>
            <ac:spMk id="184" creationId="{00000000-0000-0000-0000-000000000000}"/>
          </ac:spMkLst>
        </pc:spChg>
        <pc:spChg chg="mod">
          <ac:chgData name="Leônidas Müller de Oliveira" userId="5af9566427f0cd7a" providerId="LiveId" clId="{99B5FB97-F5DC-4A1A-835E-2BEDE9C73D50}" dt="2021-01-14T21:28:48.041" v="1484" actId="20577"/>
          <ac:spMkLst>
            <pc:docMk/>
            <pc:sldMk cId="0" sldId="267"/>
            <ac:spMk id="185" creationId="{00000000-0000-0000-0000-000000000000}"/>
          </ac:spMkLst>
        </pc:spChg>
        <pc:graphicFrameChg chg="add del mod modGraphic">
          <ac:chgData name="Leônidas Müller de Oliveira" userId="5af9566427f0cd7a" providerId="LiveId" clId="{99B5FB97-F5DC-4A1A-835E-2BEDE9C73D50}" dt="2021-01-14T21:27:43.946" v="1457" actId="478"/>
          <ac:graphicFrameMkLst>
            <pc:docMk/>
            <pc:sldMk cId="0" sldId="267"/>
            <ac:graphicFrameMk id="7" creationId="{EFC88FB5-6C5C-42B5-B314-E0451597991C}"/>
          </ac:graphicFrameMkLst>
        </pc:graphicFrameChg>
        <pc:picChg chg="add mod">
          <ac:chgData name="Leônidas Müller de Oliveira" userId="5af9566427f0cd7a" providerId="LiveId" clId="{99B5FB97-F5DC-4A1A-835E-2BEDE9C73D50}" dt="2021-01-14T21:28:28.025" v="1463" actId="1076"/>
          <ac:picMkLst>
            <pc:docMk/>
            <pc:sldMk cId="0" sldId="267"/>
            <ac:picMk id="3" creationId="{A3581759-E91F-498F-8593-5AB5BE2A7D7F}"/>
          </ac:picMkLst>
        </pc:picChg>
        <pc:picChg chg="add mod">
          <ac:chgData name="Leônidas Müller de Oliveira" userId="5af9566427f0cd7a" providerId="LiveId" clId="{99B5FB97-F5DC-4A1A-835E-2BEDE9C73D50}" dt="2021-01-14T21:28:25.604" v="1462" actId="1076"/>
          <ac:picMkLst>
            <pc:docMk/>
            <pc:sldMk cId="0" sldId="267"/>
            <ac:picMk id="5" creationId="{BCAE28CB-178C-4B12-AD6E-43FE3D206AB9}"/>
          </ac:picMkLst>
        </pc:picChg>
        <pc:picChg chg="del">
          <ac:chgData name="Leônidas Müller de Oliveira" userId="5af9566427f0cd7a" providerId="LiveId" clId="{99B5FB97-F5DC-4A1A-835E-2BEDE9C73D50}" dt="2021-01-14T21:25:56.547" v="1436" actId="478"/>
          <ac:picMkLst>
            <pc:docMk/>
            <pc:sldMk cId="0" sldId="267"/>
            <ac:picMk id="186" creationId="{00000000-0000-0000-0000-000000000000}"/>
          </ac:picMkLst>
        </pc:picChg>
      </pc:sldChg>
      <pc:sldChg chg="addSp delSp modSp mod">
        <pc:chgData name="Leônidas Müller de Oliveira" userId="5af9566427f0cd7a" providerId="LiveId" clId="{99B5FB97-F5DC-4A1A-835E-2BEDE9C73D50}" dt="2021-01-14T22:17:31.331" v="1715" actId="20577"/>
        <pc:sldMkLst>
          <pc:docMk/>
          <pc:sldMk cId="0" sldId="268"/>
        </pc:sldMkLst>
        <pc:spChg chg="mod">
          <ac:chgData name="Leônidas Müller de Oliveira" userId="5af9566427f0cd7a" providerId="LiveId" clId="{99B5FB97-F5DC-4A1A-835E-2BEDE9C73D50}" dt="2021-01-14T22:17:31.331" v="1715" actId="20577"/>
          <ac:spMkLst>
            <pc:docMk/>
            <pc:sldMk cId="0" sldId="268"/>
            <ac:spMk id="11" creationId="{66D68495-624D-436A-A86D-E42CC4800A32}"/>
          </ac:spMkLst>
        </pc:spChg>
        <pc:spChg chg="mod">
          <ac:chgData name="Leônidas Müller de Oliveira" userId="5af9566427f0cd7a" providerId="LiveId" clId="{99B5FB97-F5DC-4A1A-835E-2BEDE9C73D50}" dt="2021-01-14T22:14:09.741" v="1696" actId="14100"/>
          <ac:spMkLst>
            <pc:docMk/>
            <pc:sldMk cId="0" sldId="268"/>
            <ac:spMk id="192" creationId="{00000000-0000-0000-0000-000000000000}"/>
          </ac:spMkLst>
        </pc:spChg>
        <pc:picChg chg="add mod modCrop">
          <ac:chgData name="Leônidas Müller de Oliveira" userId="5af9566427f0cd7a" providerId="LiveId" clId="{99B5FB97-F5DC-4A1A-835E-2BEDE9C73D50}" dt="2021-01-14T22:15:43.970" v="1703" actId="732"/>
          <ac:picMkLst>
            <pc:docMk/>
            <pc:sldMk cId="0" sldId="268"/>
            <ac:picMk id="3" creationId="{9870FD2D-CF8E-48D3-958F-89FC769B6EC7}"/>
          </ac:picMkLst>
        </pc:picChg>
        <pc:picChg chg="del">
          <ac:chgData name="Leônidas Müller de Oliveira" userId="5af9566427f0cd7a" providerId="LiveId" clId="{99B5FB97-F5DC-4A1A-835E-2BEDE9C73D50}" dt="2021-01-14T22:15:26.606" v="1698" actId="478"/>
          <ac:picMkLst>
            <pc:docMk/>
            <pc:sldMk cId="0" sldId="268"/>
            <ac:picMk id="199" creationId="{00000000-0000-0000-0000-000000000000}"/>
          </ac:picMkLst>
        </pc:picChg>
      </pc:sldChg>
      <pc:sldChg chg="del">
        <pc:chgData name="Leônidas Müller de Oliveira" userId="5af9566427f0cd7a" providerId="LiveId" clId="{99B5FB97-F5DC-4A1A-835E-2BEDE9C73D50}" dt="2021-01-14T22:28:12.318" v="1741" actId="47"/>
        <pc:sldMkLst>
          <pc:docMk/>
          <pc:sldMk cId="0" sldId="270"/>
        </pc:sldMkLst>
      </pc:sldChg>
      <pc:sldChg chg="addSp delSp modSp mod">
        <pc:chgData name="Leônidas Müller de Oliveira" userId="5af9566427f0cd7a" providerId="LiveId" clId="{99B5FB97-F5DC-4A1A-835E-2BEDE9C73D50}" dt="2021-01-14T22:38:16.033" v="1938" actId="27614"/>
        <pc:sldMkLst>
          <pc:docMk/>
          <pc:sldMk cId="0" sldId="271"/>
        </pc:sldMkLst>
        <pc:picChg chg="del">
          <ac:chgData name="Leônidas Müller de Oliveira" userId="5af9566427f0cd7a" providerId="LiveId" clId="{99B5FB97-F5DC-4A1A-835E-2BEDE9C73D50}" dt="2021-01-14T22:38:06.849" v="1934" actId="478"/>
          <ac:picMkLst>
            <pc:docMk/>
            <pc:sldMk cId="0" sldId="271"/>
            <ac:picMk id="3" creationId="{36E3D016-5FC1-4823-80C4-550D12960490}"/>
          </ac:picMkLst>
        </pc:picChg>
        <pc:picChg chg="add mod">
          <ac:chgData name="Leônidas Müller de Oliveira" userId="5af9566427f0cd7a" providerId="LiveId" clId="{99B5FB97-F5DC-4A1A-835E-2BEDE9C73D50}" dt="2021-01-14T22:38:16.033" v="1938" actId="27614"/>
          <ac:picMkLst>
            <pc:docMk/>
            <pc:sldMk cId="0" sldId="271"/>
            <ac:picMk id="4" creationId="{1EC96623-3070-4B6D-92BE-1D6D4E626ECF}"/>
          </ac:picMkLst>
        </pc:picChg>
      </pc:sldChg>
      <pc:sldChg chg="modSp mod">
        <pc:chgData name="Leônidas Müller de Oliveira" userId="5af9566427f0cd7a" providerId="LiveId" clId="{99B5FB97-F5DC-4A1A-835E-2BEDE9C73D50}" dt="2021-01-14T22:37:51.851" v="1933" actId="20577"/>
        <pc:sldMkLst>
          <pc:docMk/>
          <pc:sldMk cId="0" sldId="272"/>
        </pc:sldMkLst>
        <pc:spChg chg="mod">
          <ac:chgData name="Leônidas Müller de Oliveira" userId="5af9566427f0cd7a" providerId="LiveId" clId="{99B5FB97-F5DC-4A1A-835E-2BEDE9C73D50}" dt="2021-01-14T22:37:51.851" v="1933" actId="20577"/>
          <ac:spMkLst>
            <pc:docMk/>
            <pc:sldMk cId="0" sldId="272"/>
            <ac:spMk id="235" creationId="{00000000-0000-0000-0000-000000000000}"/>
          </ac:spMkLst>
        </pc:spChg>
      </pc:sldChg>
      <pc:sldChg chg="modSp mod">
        <pc:chgData name="Leônidas Müller de Oliveira" userId="5af9566427f0cd7a" providerId="LiveId" clId="{99B5FB97-F5DC-4A1A-835E-2BEDE9C73D50}" dt="2021-01-14T22:34:48.645" v="1837" actId="20577"/>
        <pc:sldMkLst>
          <pc:docMk/>
          <pc:sldMk cId="0" sldId="274"/>
        </pc:sldMkLst>
        <pc:spChg chg="mod">
          <ac:chgData name="Leônidas Müller de Oliveira" userId="5af9566427f0cd7a" providerId="LiveId" clId="{99B5FB97-F5DC-4A1A-835E-2BEDE9C73D50}" dt="2021-01-14T22:34:48.645" v="1837" actId="20577"/>
          <ac:spMkLst>
            <pc:docMk/>
            <pc:sldMk cId="0" sldId="274"/>
            <ac:spMk id="251" creationId="{00000000-0000-0000-0000-000000000000}"/>
          </ac:spMkLst>
        </pc:spChg>
      </pc:sldChg>
      <pc:sldChg chg="addSp delSp modSp mod">
        <pc:chgData name="Leônidas Müller de Oliveira" userId="5af9566427f0cd7a" providerId="LiveId" clId="{99B5FB97-F5DC-4A1A-835E-2BEDE9C73D50}" dt="2021-01-14T20:06:52.311" v="219" actId="1076"/>
        <pc:sldMkLst>
          <pc:docMk/>
          <pc:sldMk cId="569711459" sldId="283"/>
        </pc:sldMkLst>
        <pc:spChg chg="mod">
          <ac:chgData name="Leônidas Müller de Oliveira" userId="5af9566427f0cd7a" providerId="LiveId" clId="{99B5FB97-F5DC-4A1A-835E-2BEDE9C73D50}" dt="2021-01-14T20:06:52.311" v="219" actId="1076"/>
          <ac:spMkLst>
            <pc:docMk/>
            <pc:sldMk cId="569711459" sldId="283"/>
            <ac:spMk id="157" creationId="{00000000-0000-0000-0000-000000000000}"/>
          </ac:spMkLst>
        </pc:spChg>
        <pc:spChg chg="mod">
          <ac:chgData name="Leônidas Müller de Oliveira" userId="5af9566427f0cd7a" providerId="LiveId" clId="{99B5FB97-F5DC-4A1A-835E-2BEDE9C73D50}" dt="2021-01-14T20:06:49.824" v="218" actId="1076"/>
          <ac:spMkLst>
            <pc:docMk/>
            <pc:sldMk cId="569711459" sldId="283"/>
            <ac:spMk id="158" creationId="{00000000-0000-0000-0000-000000000000}"/>
          </ac:spMkLst>
        </pc:spChg>
        <pc:picChg chg="add mod ord modCrop">
          <ac:chgData name="Leônidas Müller de Oliveira" userId="5af9566427f0cd7a" providerId="LiveId" clId="{99B5FB97-F5DC-4A1A-835E-2BEDE9C73D50}" dt="2021-01-14T20:06:45.617" v="217" actId="732"/>
          <ac:picMkLst>
            <pc:docMk/>
            <pc:sldMk cId="569711459" sldId="283"/>
            <ac:picMk id="3" creationId="{0B16C248-20F0-4681-BB6D-DF1ECBE7D16D}"/>
          </ac:picMkLst>
        </pc:picChg>
        <pc:picChg chg="del">
          <ac:chgData name="Leônidas Müller de Oliveira" userId="5af9566427f0cd7a" providerId="LiveId" clId="{99B5FB97-F5DC-4A1A-835E-2BEDE9C73D50}" dt="2021-01-14T20:04:43.581" v="190" actId="478"/>
          <ac:picMkLst>
            <pc:docMk/>
            <pc:sldMk cId="569711459" sldId="283"/>
            <ac:picMk id="159" creationId="{00000000-0000-0000-0000-000000000000}"/>
          </ac:picMkLst>
        </pc:picChg>
      </pc:sldChg>
      <pc:sldChg chg="addSp delSp mod">
        <pc:chgData name="Leônidas Müller de Oliveira" userId="5af9566427f0cd7a" providerId="LiveId" clId="{99B5FB97-F5DC-4A1A-835E-2BEDE9C73D50}" dt="2021-01-14T22:29:13.694" v="1743" actId="22"/>
        <pc:sldMkLst>
          <pc:docMk/>
          <pc:sldMk cId="2813838532" sldId="285"/>
        </pc:sldMkLst>
        <pc:spChg chg="add del">
          <ac:chgData name="Leônidas Müller de Oliveira" userId="5af9566427f0cd7a" providerId="LiveId" clId="{99B5FB97-F5DC-4A1A-835E-2BEDE9C73D50}" dt="2021-01-14T22:29:13.694" v="1743" actId="22"/>
          <ac:spMkLst>
            <pc:docMk/>
            <pc:sldMk cId="2813838532" sldId="285"/>
            <ac:spMk id="7" creationId="{DFE51710-7109-42A0-9BE8-584CF37F6655}"/>
          </ac:spMkLst>
        </pc:spChg>
      </pc:sldChg>
      <pc:sldChg chg="addSp delSp modSp mod">
        <pc:chgData name="Leônidas Müller de Oliveira" userId="5af9566427f0cd7a" providerId="LiveId" clId="{99B5FB97-F5DC-4A1A-835E-2BEDE9C73D50}" dt="2021-01-14T19:52:50.301" v="16" actId="14100"/>
        <pc:sldMkLst>
          <pc:docMk/>
          <pc:sldMk cId="2491790395" sldId="291"/>
        </pc:sldMkLst>
        <pc:spChg chg="del mod">
          <ac:chgData name="Leônidas Müller de Oliveira" userId="5af9566427f0cd7a" providerId="LiveId" clId="{99B5FB97-F5DC-4A1A-835E-2BEDE9C73D50}" dt="2021-01-14T19:52:33.223" v="8" actId="478"/>
          <ac:spMkLst>
            <pc:docMk/>
            <pc:sldMk cId="2491790395" sldId="291"/>
            <ac:spMk id="55" creationId="{00000000-0000-0000-0000-000000000000}"/>
          </ac:spMkLst>
        </pc:spChg>
        <pc:spChg chg="del">
          <ac:chgData name="Leônidas Müller de Oliveira" userId="5af9566427f0cd7a" providerId="LiveId" clId="{99B5FB97-F5DC-4A1A-835E-2BEDE9C73D50}" dt="2021-01-14T19:52:35.790" v="9" actId="478"/>
          <ac:spMkLst>
            <pc:docMk/>
            <pc:sldMk cId="2491790395" sldId="291"/>
            <ac:spMk id="56" creationId="{00000000-0000-0000-0000-000000000000}"/>
          </ac:spMkLst>
        </pc:spChg>
        <pc:spChg chg="del">
          <ac:chgData name="Leônidas Müller de Oliveira" userId="5af9566427f0cd7a" providerId="LiveId" clId="{99B5FB97-F5DC-4A1A-835E-2BEDE9C73D50}" dt="2021-01-14T19:52:36.639" v="10" actId="478"/>
          <ac:spMkLst>
            <pc:docMk/>
            <pc:sldMk cId="2491790395" sldId="291"/>
            <ac:spMk id="57" creationId="{00000000-0000-0000-0000-000000000000}"/>
          </ac:spMkLst>
        </pc:spChg>
        <pc:spChg chg="del">
          <ac:chgData name="Leônidas Müller de Oliveira" userId="5af9566427f0cd7a" providerId="LiveId" clId="{99B5FB97-F5DC-4A1A-835E-2BEDE9C73D50}" dt="2021-01-14T19:52:37.663" v="11" actId="478"/>
          <ac:spMkLst>
            <pc:docMk/>
            <pc:sldMk cId="2491790395" sldId="291"/>
            <ac:spMk id="58" creationId="{00000000-0000-0000-0000-000000000000}"/>
          </ac:spMkLst>
        </pc:spChg>
        <pc:picChg chg="add mod">
          <ac:chgData name="Leônidas Müller de Oliveira" userId="5af9566427f0cd7a" providerId="LiveId" clId="{99B5FB97-F5DC-4A1A-835E-2BEDE9C73D50}" dt="2021-01-14T19:52:50.301" v="16" actId="14100"/>
          <ac:picMkLst>
            <pc:docMk/>
            <pc:sldMk cId="2491790395" sldId="291"/>
            <ac:picMk id="3" creationId="{658F5653-86D8-46D9-A4A1-46BDFF7889AA}"/>
          </ac:picMkLst>
        </pc:picChg>
        <pc:picChg chg="del">
          <ac:chgData name="Leônidas Müller de Oliveira" userId="5af9566427f0cd7a" providerId="LiveId" clId="{99B5FB97-F5DC-4A1A-835E-2BEDE9C73D50}" dt="2021-01-14T19:52:30.036" v="5" actId="478"/>
          <ac:picMkLst>
            <pc:docMk/>
            <pc:sldMk cId="2491790395" sldId="291"/>
            <ac:picMk id="59" creationId="{00000000-0000-0000-0000-000000000000}"/>
          </ac:picMkLst>
        </pc:picChg>
      </pc:sldChg>
      <pc:sldChg chg="modSp add mod ord">
        <pc:chgData name="Leônidas Müller de Oliveira" userId="5af9566427f0cd7a" providerId="LiveId" clId="{99B5FB97-F5DC-4A1A-835E-2BEDE9C73D50}" dt="2021-01-14T21:38:39.863" v="1617" actId="20577"/>
        <pc:sldMkLst>
          <pc:docMk/>
          <pc:sldMk cId="2768986171" sldId="292"/>
        </pc:sldMkLst>
        <pc:spChg chg="mod">
          <ac:chgData name="Leônidas Müller de Oliveira" userId="5af9566427f0cd7a" providerId="LiveId" clId="{99B5FB97-F5DC-4A1A-835E-2BEDE9C73D50}" dt="2021-01-14T21:29:28.978" v="1502" actId="20577"/>
          <ac:spMkLst>
            <pc:docMk/>
            <pc:sldMk cId="2768986171" sldId="292"/>
            <ac:spMk id="149" creationId="{00000000-0000-0000-0000-000000000000}"/>
          </ac:spMkLst>
        </pc:spChg>
        <pc:spChg chg="mod">
          <ac:chgData name="Leônidas Müller de Oliveira" userId="5af9566427f0cd7a" providerId="LiveId" clId="{99B5FB97-F5DC-4A1A-835E-2BEDE9C73D50}" dt="2021-01-14T21:38:39.863" v="1617" actId="20577"/>
          <ac:spMkLst>
            <pc:docMk/>
            <pc:sldMk cId="2768986171" sldId="292"/>
            <ac:spMk id="150" creationId="{00000000-0000-0000-0000-000000000000}"/>
          </ac:spMkLst>
        </pc:spChg>
      </pc:sldChg>
      <pc:sldChg chg="addSp delSp modSp add mod">
        <pc:chgData name="Leônidas Müller de Oliveira" userId="5af9566427f0cd7a" providerId="LiveId" clId="{99B5FB97-F5DC-4A1A-835E-2BEDE9C73D50}" dt="2021-01-14T22:33:56.130" v="1832" actId="1076"/>
        <pc:sldMkLst>
          <pc:docMk/>
          <pc:sldMk cId="641020710" sldId="293"/>
        </pc:sldMkLst>
        <pc:spChg chg="mod">
          <ac:chgData name="Leônidas Müller de Oliveira" userId="5af9566427f0cd7a" providerId="LiveId" clId="{99B5FB97-F5DC-4A1A-835E-2BEDE9C73D50}" dt="2021-01-14T22:33:56.130" v="1832" actId="1076"/>
          <ac:spMkLst>
            <pc:docMk/>
            <pc:sldMk cId="641020710" sldId="293"/>
            <ac:spMk id="149" creationId="{00000000-0000-0000-0000-000000000000}"/>
          </ac:spMkLst>
        </pc:spChg>
        <pc:spChg chg="del">
          <ac:chgData name="Leônidas Müller de Oliveira" userId="5af9566427f0cd7a" providerId="LiveId" clId="{99B5FB97-F5DC-4A1A-835E-2BEDE9C73D50}" dt="2021-01-14T21:39:18.816" v="1620" actId="478"/>
          <ac:spMkLst>
            <pc:docMk/>
            <pc:sldMk cId="641020710" sldId="293"/>
            <ac:spMk id="150" creationId="{00000000-0000-0000-0000-000000000000}"/>
          </ac:spMkLst>
        </pc:spChg>
        <pc:picChg chg="add mod">
          <ac:chgData name="Leônidas Müller de Oliveira" userId="5af9566427f0cd7a" providerId="LiveId" clId="{99B5FB97-F5DC-4A1A-835E-2BEDE9C73D50}" dt="2021-01-14T21:39:27.150" v="1622" actId="1076"/>
          <ac:picMkLst>
            <pc:docMk/>
            <pc:sldMk cId="641020710" sldId="293"/>
            <ac:picMk id="3" creationId="{43C7CA9F-4D7F-40D4-9CF3-42842C6D2555}"/>
          </ac:picMkLst>
        </pc:picChg>
      </pc:sldChg>
      <pc:sldChg chg="addSp delSp modSp add mod">
        <pc:chgData name="Leônidas Müller de Oliveira" userId="5af9566427f0cd7a" providerId="LiveId" clId="{99B5FB97-F5DC-4A1A-835E-2BEDE9C73D50}" dt="2021-01-14T21:39:42.439" v="1626" actId="1076"/>
        <pc:sldMkLst>
          <pc:docMk/>
          <pc:sldMk cId="2522898300" sldId="294"/>
        </pc:sldMkLst>
        <pc:picChg chg="del">
          <ac:chgData name="Leônidas Müller de Oliveira" userId="5af9566427f0cd7a" providerId="LiveId" clId="{99B5FB97-F5DC-4A1A-835E-2BEDE9C73D50}" dt="2021-01-14T21:39:39.174" v="1624" actId="478"/>
          <ac:picMkLst>
            <pc:docMk/>
            <pc:sldMk cId="2522898300" sldId="294"/>
            <ac:picMk id="3" creationId="{43C7CA9F-4D7F-40D4-9CF3-42842C6D2555}"/>
          </ac:picMkLst>
        </pc:picChg>
        <pc:picChg chg="add mod">
          <ac:chgData name="Leônidas Müller de Oliveira" userId="5af9566427f0cd7a" providerId="LiveId" clId="{99B5FB97-F5DC-4A1A-835E-2BEDE9C73D50}" dt="2021-01-14T21:39:42.439" v="1626" actId="1076"/>
          <ac:picMkLst>
            <pc:docMk/>
            <pc:sldMk cId="2522898300" sldId="294"/>
            <ac:picMk id="4" creationId="{3E9ACBE4-4B8C-4A91-B0EF-68C850A4363B}"/>
          </ac:picMkLst>
        </pc:picChg>
      </pc:sldChg>
      <pc:sldChg chg="add del">
        <pc:chgData name="Leônidas Müller de Oliveira" userId="5af9566427f0cd7a" providerId="LiveId" clId="{99B5FB97-F5DC-4A1A-835E-2BEDE9C73D50}" dt="2021-01-14T21:39:13.551" v="1619" actId="47"/>
        <pc:sldMkLst>
          <pc:docMk/>
          <pc:sldMk cId="3215363960" sldId="294"/>
        </pc:sldMkLst>
      </pc:sldChg>
      <pc:sldChg chg="modSp add mod">
        <pc:chgData name="Leônidas Müller de Oliveira" userId="5af9566427f0cd7a" providerId="LiveId" clId="{99B5FB97-F5DC-4A1A-835E-2BEDE9C73D50}" dt="2021-01-14T21:47:30.166" v="1647"/>
        <pc:sldMkLst>
          <pc:docMk/>
          <pc:sldMk cId="1695839730" sldId="295"/>
        </pc:sldMkLst>
        <pc:spChg chg="mod">
          <ac:chgData name="Leônidas Müller de Oliveira" userId="5af9566427f0cd7a" providerId="LiveId" clId="{99B5FB97-F5DC-4A1A-835E-2BEDE9C73D50}" dt="2021-01-14T21:46:43.967" v="1645" actId="20577"/>
          <ac:spMkLst>
            <pc:docMk/>
            <pc:sldMk cId="1695839730" sldId="295"/>
            <ac:spMk id="149" creationId="{00000000-0000-0000-0000-000000000000}"/>
          </ac:spMkLst>
        </pc:spChg>
        <pc:spChg chg="mod">
          <ac:chgData name="Leônidas Müller de Oliveira" userId="5af9566427f0cd7a" providerId="LiveId" clId="{99B5FB97-F5DC-4A1A-835E-2BEDE9C73D50}" dt="2021-01-14T21:47:30.166" v="1647"/>
          <ac:spMkLst>
            <pc:docMk/>
            <pc:sldMk cId="1695839730" sldId="295"/>
            <ac:spMk id="150" creationId="{00000000-0000-0000-0000-000000000000}"/>
          </ac:spMkLst>
        </pc:spChg>
      </pc:sldChg>
      <pc:sldChg chg="add del">
        <pc:chgData name="Leônidas Müller de Oliveira" userId="5af9566427f0cd7a" providerId="LiveId" clId="{99B5FB97-F5DC-4A1A-835E-2BEDE9C73D50}" dt="2021-01-14T21:39:52.228" v="1628" actId="47"/>
        <pc:sldMkLst>
          <pc:docMk/>
          <pc:sldMk cId="4176864734" sldId="295"/>
        </pc:sldMkLst>
      </pc:sldChg>
      <pc:sldChg chg="addSp delSp modSp add mod">
        <pc:chgData name="Leônidas Müller de Oliveira" userId="5af9566427f0cd7a" providerId="LiveId" clId="{99B5FB97-F5DC-4A1A-835E-2BEDE9C73D50}" dt="2021-01-15T00:43:49.650" v="1943" actId="404"/>
        <pc:sldMkLst>
          <pc:docMk/>
          <pc:sldMk cId="743515703" sldId="296"/>
        </pc:sldMkLst>
        <pc:spChg chg="add mod">
          <ac:chgData name="Leônidas Müller de Oliveira" userId="5af9566427f0cd7a" providerId="LiveId" clId="{99B5FB97-F5DC-4A1A-835E-2BEDE9C73D50}" dt="2021-01-15T00:43:49.650" v="1943" actId="404"/>
          <ac:spMkLst>
            <pc:docMk/>
            <pc:sldMk cId="743515703" sldId="296"/>
            <ac:spMk id="7" creationId="{B2EE7E5E-D745-49FA-B73E-1F2A716F59A9}"/>
          </ac:spMkLst>
        </pc:spChg>
        <pc:spChg chg="del">
          <ac:chgData name="Leônidas Müller de Oliveira" userId="5af9566427f0cd7a" providerId="LiveId" clId="{99B5FB97-F5DC-4A1A-835E-2BEDE9C73D50}" dt="2021-01-14T22:20:41.338" v="1718" actId="478"/>
          <ac:spMkLst>
            <pc:docMk/>
            <pc:sldMk cId="743515703" sldId="296"/>
            <ac:spMk id="11" creationId="{66D68495-624D-436A-A86D-E42CC4800A32}"/>
          </ac:spMkLst>
        </pc:spChg>
        <pc:spChg chg="mod">
          <ac:chgData name="Leônidas Müller de Oliveira" userId="5af9566427f0cd7a" providerId="LiveId" clId="{99B5FB97-F5DC-4A1A-835E-2BEDE9C73D50}" dt="2021-01-14T22:21:43.115" v="1735" actId="1076"/>
          <ac:spMkLst>
            <pc:docMk/>
            <pc:sldMk cId="743515703" sldId="296"/>
            <ac:spMk id="192" creationId="{00000000-0000-0000-0000-000000000000}"/>
          </ac:spMkLst>
        </pc:spChg>
        <pc:graphicFrameChg chg="add mod modGraphic">
          <ac:chgData name="Leônidas Müller de Oliveira" userId="5af9566427f0cd7a" providerId="LiveId" clId="{99B5FB97-F5DC-4A1A-835E-2BEDE9C73D50}" dt="2021-01-14T22:35:01.267" v="1839" actId="20577"/>
          <ac:graphicFrameMkLst>
            <pc:docMk/>
            <pc:sldMk cId="743515703" sldId="296"/>
            <ac:graphicFrameMk id="6" creationId="{2A29F61D-FCF4-4D75-8EAF-9026151CEEF2}"/>
          </ac:graphicFrameMkLst>
        </pc:graphicFrameChg>
        <pc:picChg chg="del">
          <ac:chgData name="Leônidas Müller de Oliveira" userId="5af9566427f0cd7a" providerId="LiveId" clId="{99B5FB97-F5DC-4A1A-835E-2BEDE9C73D50}" dt="2021-01-14T22:20:39.446" v="1717" actId="478"/>
          <ac:picMkLst>
            <pc:docMk/>
            <pc:sldMk cId="743515703" sldId="296"/>
            <ac:picMk id="3" creationId="{9870FD2D-CF8E-48D3-958F-89FC769B6EC7}"/>
          </ac:picMkLst>
        </pc:picChg>
      </pc:sldChg>
      <pc:sldChg chg="modSp add mod">
        <pc:chgData name="Leônidas Müller de Oliveira" userId="5af9566427f0cd7a" providerId="LiveId" clId="{99B5FB97-F5DC-4A1A-835E-2BEDE9C73D50}" dt="2021-01-14T22:32:33.246" v="1803" actId="20577"/>
        <pc:sldMkLst>
          <pc:docMk/>
          <pc:sldMk cId="1542352846" sldId="297"/>
        </pc:sldMkLst>
        <pc:spChg chg="mod">
          <ac:chgData name="Leônidas Müller de Oliveira" userId="5af9566427f0cd7a" providerId="LiveId" clId="{99B5FB97-F5DC-4A1A-835E-2BEDE9C73D50}" dt="2021-01-14T22:32:33.246" v="1803" actId="20577"/>
          <ac:spMkLst>
            <pc:docMk/>
            <pc:sldMk cId="1542352846" sldId="297"/>
            <ac:spMk id="249" creationId="{00000000-0000-0000-0000-000000000000}"/>
          </ac:spMkLst>
        </pc:spChg>
      </pc:sldChg>
    </pc:docChg>
  </pc:docChgLst>
  <pc:docChgLst>
    <pc:chgData name="Leônidas Müller de Oliveira" userId="5af9566427f0cd7a" providerId="LiveId" clId="{9E5CC896-D782-4A58-BD37-FC782A9AD02C}"/>
    <pc:docChg chg="undo custSel addSld delSld modSld sldOrd">
      <pc:chgData name="Leônidas Müller de Oliveira" userId="5af9566427f0cd7a" providerId="LiveId" clId="{9E5CC896-D782-4A58-BD37-FC782A9AD02C}" dt="2022-09-06T15:25:37.469" v="1028" actId="1076"/>
      <pc:docMkLst>
        <pc:docMk/>
      </pc:docMkLst>
      <pc:sldChg chg="modSp mod">
        <pc:chgData name="Leônidas Müller de Oliveira" userId="5af9566427f0cd7a" providerId="LiveId" clId="{9E5CC896-D782-4A58-BD37-FC782A9AD02C}" dt="2022-09-06T15:15:45.915" v="702" actId="20577"/>
        <pc:sldMkLst>
          <pc:docMk/>
          <pc:sldMk cId="0" sldId="257"/>
        </pc:sldMkLst>
        <pc:spChg chg="mod">
          <ac:chgData name="Leônidas Müller de Oliveira" userId="5af9566427f0cd7a" providerId="LiveId" clId="{9E5CC896-D782-4A58-BD37-FC782A9AD02C}" dt="2022-09-06T15:15:45.915" v="702" actId="20577"/>
          <ac:spMkLst>
            <pc:docMk/>
            <pc:sldMk cId="0" sldId="257"/>
            <ac:spMk id="67" creationId="{00000000-0000-0000-0000-000000000000}"/>
          </ac:spMkLst>
        </pc:spChg>
      </pc:sldChg>
      <pc:sldChg chg="delSp modSp mod">
        <pc:chgData name="Leônidas Müller de Oliveira" userId="5af9566427f0cd7a" providerId="LiveId" clId="{9E5CC896-D782-4A58-BD37-FC782A9AD02C}" dt="2022-09-01T18:38:39.624" v="343" actId="478"/>
        <pc:sldMkLst>
          <pc:docMk/>
          <pc:sldMk cId="2510226186" sldId="285"/>
        </pc:sldMkLst>
        <pc:spChg chg="mod">
          <ac:chgData name="Leônidas Müller de Oliveira" userId="5af9566427f0cd7a" providerId="LiveId" clId="{9E5CC896-D782-4A58-BD37-FC782A9AD02C}" dt="2022-09-01T18:38:09.039" v="342" actId="20577"/>
          <ac:spMkLst>
            <pc:docMk/>
            <pc:sldMk cId="2510226186" sldId="285"/>
            <ac:spMk id="9" creationId="{9C81958B-AE4B-43C9-BC2C-2CBADE7FE55A}"/>
          </ac:spMkLst>
        </pc:spChg>
        <pc:spChg chg="mod">
          <ac:chgData name="Leônidas Müller de Oliveira" userId="5af9566427f0cd7a" providerId="LiveId" clId="{9E5CC896-D782-4A58-BD37-FC782A9AD02C}" dt="2022-09-01T18:36:29.501" v="77" actId="20577"/>
          <ac:spMkLst>
            <pc:docMk/>
            <pc:sldMk cId="2510226186" sldId="285"/>
            <ac:spMk id="10" creationId="{D7001BA3-CB80-4627-9BF8-F969EC7D3809}"/>
          </ac:spMkLst>
        </pc:spChg>
        <pc:spChg chg="mod">
          <ac:chgData name="Leônidas Müller de Oliveira" userId="5af9566427f0cd7a" providerId="LiveId" clId="{9E5CC896-D782-4A58-BD37-FC782A9AD02C}" dt="2022-09-01T18:36:34.578" v="83" actId="20577"/>
          <ac:spMkLst>
            <pc:docMk/>
            <pc:sldMk cId="2510226186" sldId="285"/>
            <ac:spMk id="141" creationId="{00000000-0000-0000-0000-000000000000}"/>
          </ac:spMkLst>
        </pc:spChg>
        <pc:picChg chg="del">
          <ac:chgData name="Leônidas Müller de Oliveira" userId="5af9566427f0cd7a" providerId="LiveId" clId="{9E5CC896-D782-4A58-BD37-FC782A9AD02C}" dt="2022-09-01T18:38:39.624" v="343" actId="478"/>
          <ac:picMkLst>
            <pc:docMk/>
            <pc:sldMk cId="2510226186" sldId="285"/>
            <ac:picMk id="3" creationId="{713BB079-BAE7-05DC-C44C-E0FE07132DEF}"/>
          </ac:picMkLst>
        </pc:picChg>
      </pc:sldChg>
      <pc:sldChg chg="addSp delSp modSp mod">
        <pc:chgData name="Leônidas Müller de Oliveira" userId="5af9566427f0cd7a" providerId="LiveId" clId="{9E5CC896-D782-4A58-BD37-FC782A9AD02C}" dt="2022-09-06T15:08:49.235" v="701" actId="20577"/>
        <pc:sldMkLst>
          <pc:docMk/>
          <pc:sldMk cId="4004384132" sldId="286"/>
        </pc:sldMkLst>
        <pc:spChg chg="mod">
          <ac:chgData name="Leônidas Müller de Oliveira" userId="5af9566427f0cd7a" providerId="LiveId" clId="{9E5CC896-D782-4A58-BD37-FC782A9AD02C}" dt="2022-09-06T15:07:58.449" v="679" actId="20577"/>
          <ac:spMkLst>
            <pc:docMk/>
            <pc:sldMk cId="4004384132" sldId="286"/>
            <ac:spMk id="2" creationId="{196B70C3-0C9A-BA96-1166-806C14AE4FD8}"/>
          </ac:spMkLst>
        </pc:spChg>
        <pc:spChg chg="del">
          <ac:chgData name="Leônidas Müller de Oliveira" userId="5af9566427f0cd7a" providerId="LiveId" clId="{9E5CC896-D782-4A58-BD37-FC782A9AD02C}" dt="2022-09-01T18:41:27.274" v="490" actId="478"/>
          <ac:spMkLst>
            <pc:docMk/>
            <pc:sldMk cId="4004384132" sldId="286"/>
            <ac:spMk id="3" creationId="{07E93562-5E31-EB30-DB82-D43307E031E7}"/>
          </ac:spMkLst>
        </pc:spChg>
        <pc:spChg chg="mod">
          <ac:chgData name="Leônidas Müller de Oliveira" userId="5af9566427f0cd7a" providerId="LiveId" clId="{9E5CC896-D782-4A58-BD37-FC782A9AD02C}" dt="2022-09-01T18:51:08.303" v="654" actId="1076"/>
          <ac:spMkLst>
            <pc:docMk/>
            <pc:sldMk cId="4004384132" sldId="286"/>
            <ac:spMk id="4" creationId="{4888E5F1-8A9F-8ED3-C5F6-BF7EC7A6F76E}"/>
          </ac:spMkLst>
        </pc:spChg>
        <pc:spChg chg="mod">
          <ac:chgData name="Leônidas Müller de Oliveira" userId="5af9566427f0cd7a" providerId="LiveId" clId="{9E5CC896-D782-4A58-BD37-FC782A9AD02C}" dt="2022-09-06T15:08:49.235" v="701" actId="20577"/>
          <ac:spMkLst>
            <pc:docMk/>
            <pc:sldMk cId="4004384132" sldId="286"/>
            <ac:spMk id="5" creationId="{A3D0606D-7A17-79FB-9651-322EB07A5301}"/>
          </ac:spMkLst>
        </pc:spChg>
        <pc:spChg chg="add mod">
          <ac:chgData name="Leônidas Müller de Oliveira" userId="5af9566427f0cd7a" providerId="LiveId" clId="{9E5CC896-D782-4A58-BD37-FC782A9AD02C}" dt="2022-09-01T18:53:57.305" v="662" actId="1076"/>
          <ac:spMkLst>
            <pc:docMk/>
            <pc:sldMk cId="4004384132" sldId="286"/>
            <ac:spMk id="6" creationId="{90F1F75E-4E52-393B-77BA-E34026B3642C}"/>
          </ac:spMkLst>
        </pc:spChg>
        <pc:spChg chg="add mod">
          <ac:chgData name="Leônidas Müller de Oliveira" userId="5af9566427f0cd7a" providerId="LiveId" clId="{9E5CC896-D782-4A58-BD37-FC782A9AD02C}" dt="2022-09-01T18:50:38.317" v="646" actId="1076"/>
          <ac:spMkLst>
            <pc:docMk/>
            <pc:sldMk cId="4004384132" sldId="286"/>
            <ac:spMk id="7" creationId="{03A437E6-B5DF-FC37-64D6-2C6C4FEC2B0E}"/>
          </ac:spMkLst>
        </pc:spChg>
        <pc:spChg chg="del mod">
          <ac:chgData name="Leônidas Müller de Oliveira" userId="5af9566427f0cd7a" providerId="LiveId" clId="{9E5CC896-D782-4A58-BD37-FC782A9AD02C}" dt="2022-09-01T18:47:43.871" v="628" actId="478"/>
          <ac:spMkLst>
            <pc:docMk/>
            <pc:sldMk cId="4004384132" sldId="286"/>
            <ac:spMk id="9" creationId="{9C81958B-AE4B-43C9-BC2C-2CBADE7FE55A}"/>
          </ac:spMkLst>
        </pc:spChg>
        <pc:spChg chg="mod">
          <ac:chgData name="Leônidas Müller de Oliveira" userId="5af9566427f0cd7a" providerId="LiveId" clId="{9E5CC896-D782-4A58-BD37-FC782A9AD02C}" dt="2022-09-01T18:39:26.638" v="393" actId="20577"/>
          <ac:spMkLst>
            <pc:docMk/>
            <pc:sldMk cId="4004384132" sldId="286"/>
            <ac:spMk id="10" creationId="{D7001BA3-CB80-4627-9BF8-F969EC7D3809}"/>
          </ac:spMkLst>
        </pc:spChg>
        <pc:spChg chg="mod">
          <ac:chgData name="Leônidas Müller de Oliveira" userId="5af9566427f0cd7a" providerId="LiveId" clId="{9E5CC896-D782-4A58-BD37-FC782A9AD02C}" dt="2022-09-01T18:37:03.004" v="88" actId="20577"/>
          <ac:spMkLst>
            <pc:docMk/>
            <pc:sldMk cId="4004384132" sldId="286"/>
            <ac:spMk id="141" creationId="{00000000-0000-0000-0000-000000000000}"/>
          </ac:spMkLst>
        </pc:spChg>
        <pc:picChg chg="add mod">
          <ac:chgData name="Leônidas Müller de Oliveira" userId="5af9566427f0cd7a" providerId="LiveId" clId="{9E5CC896-D782-4A58-BD37-FC782A9AD02C}" dt="2022-09-01T18:53:45.360" v="661" actId="1076"/>
          <ac:picMkLst>
            <pc:docMk/>
            <pc:sldMk cId="4004384132" sldId="286"/>
            <ac:picMk id="11" creationId="{A0228BA8-28F2-3622-8260-158EEAEA2B4F}"/>
          </ac:picMkLst>
        </pc:picChg>
      </pc:sldChg>
      <pc:sldChg chg="modSp del mod">
        <pc:chgData name="Leônidas Müller de Oliveira" userId="5af9566427f0cd7a" providerId="LiveId" clId="{9E5CC896-D782-4A58-BD37-FC782A9AD02C}" dt="2022-09-01T19:24:32.033" v="663" actId="47"/>
        <pc:sldMkLst>
          <pc:docMk/>
          <pc:sldMk cId="2281814239" sldId="288"/>
        </pc:sldMkLst>
        <pc:spChg chg="mod">
          <ac:chgData name="Leônidas Müller de Oliveira" userId="5af9566427f0cd7a" providerId="LiveId" clId="{9E5CC896-D782-4A58-BD37-FC782A9AD02C}" dt="2022-09-01T18:37:07.009" v="93" actId="20577"/>
          <ac:spMkLst>
            <pc:docMk/>
            <pc:sldMk cId="2281814239" sldId="288"/>
            <ac:spMk id="141" creationId="{00000000-0000-0000-0000-000000000000}"/>
          </ac:spMkLst>
        </pc:spChg>
      </pc:sldChg>
      <pc:sldChg chg="del">
        <pc:chgData name="Leônidas Müller de Oliveira" userId="5af9566427f0cd7a" providerId="LiveId" clId="{9E5CC896-D782-4A58-BD37-FC782A9AD02C}" dt="2022-09-01T19:24:32.843" v="664" actId="47"/>
        <pc:sldMkLst>
          <pc:docMk/>
          <pc:sldMk cId="231035206" sldId="289"/>
        </pc:sldMkLst>
      </pc:sldChg>
      <pc:sldChg chg="addSp delSp modSp add mod">
        <pc:chgData name="Leônidas Müller de Oliveira" userId="5af9566427f0cd7a" providerId="LiveId" clId="{9E5CC896-D782-4A58-BD37-FC782A9AD02C}" dt="2022-09-01T18:50:28.272" v="644" actId="1076"/>
        <pc:sldMkLst>
          <pc:docMk/>
          <pc:sldMk cId="1732858224" sldId="290"/>
        </pc:sldMkLst>
        <pc:spChg chg="del">
          <ac:chgData name="Leônidas Müller de Oliveira" userId="5af9566427f0cd7a" providerId="LiveId" clId="{9E5CC896-D782-4A58-BD37-FC782A9AD02C}" dt="2022-09-01T18:50:08.815" v="640" actId="478"/>
          <ac:spMkLst>
            <pc:docMk/>
            <pc:sldMk cId="1732858224" sldId="290"/>
            <ac:spMk id="2" creationId="{196B70C3-0C9A-BA96-1166-806C14AE4FD8}"/>
          </ac:spMkLst>
        </pc:spChg>
        <pc:spChg chg="del">
          <ac:chgData name="Leônidas Müller de Oliveira" userId="5af9566427f0cd7a" providerId="LiveId" clId="{9E5CC896-D782-4A58-BD37-FC782A9AD02C}" dt="2022-09-01T18:50:07.803" v="639" actId="478"/>
          <ac:spMkLst>
            <pc:docMk/>
            <pc:sldMk cId="1732858224" sldId="290"/>
            <ac:spMk id="4" creationId="{4888E5F1-8A9F-8ED3-C5F6-BF7EC7A6F76E}"/>
          </ac:spMkLst>
        </pc:spChg>
        <pc:spChg chg="mod">
          <ac:chgData name="Leônidas Müller de Oliveira" userId="5af9566427f0cd7a" providerId="LiveId" clId="{9E5CC896-D782-4A58-BD37-FC782A9AD02C}" dt="2022-09-01T18:50:12.852" v="642" actId="1076"/>
          <ac:spMkLst>
            <pc:docMk/>
            <pc:sldMk cId="1732858224" sldId="290"/>
            <ac:spMk id="5" creationId="{A3D0606D-7A17-79FB-9651-322EB07A5301}"/>
          </ac:spMkLst>
        </pc:spChg>
        <pc:spChg chg="del">
          <ac:chgData name="Leônidas Müller de Oliveira" userId="5af9566427f0cd7a" providerId="LiveId" clId="{9E5CC896-D782-4A58-BD37-FC782A9AD02C}" dt="2022-09-01T18:50:09.737" v="641" actId="478"/>
          <ac:spMkLst>
            <pc:docMk/>
            <pc:sldMk cId="1732858224" sldId="290"/>
            <ac:spMk id="6" creationId="{90F1F75E-4E52-393B-77BA-E34026B3642C}"/>
          </ac:spMkLst>
        </pc:spChg>
        <pc:spChg chg="del">
          <ac:chgData name="Leônidas Müller de Oliveira" userId="5af9566427f0cd7a" providerId="LiveId" clId="{9E5CC896-D782-4A58-BD37-FC782A9AD02C}" dt="2022-09-01T18:50:06.237" v="638" actId="478"/>
          <ac:spMkLst>
            <pc:docMk/>
            <pc:sldMk cId="1732858224" sldId="290"/>
            <ac:spMk id="7" creationId="{03A437E6-B5DF-FC37-64D6-2C6C4FEC2B0E}"/>
          </ac:spMkLst>
        </pc:spChg>
        <pc:picChg chg="add mod">
          <ac:chgData name="Leônidas Müller de Oliveira" userId="5af9566427f0cd7a" providerId="LiveId" clId="{9E5CC896-D782-4A58-BD37-FC782A9AD02C}" dt="2022-09-01T18:50:28.272" v="644" actId="1076"/>
          <ac:picMkLst>
            <pc:docMk/>
            <pc:sldMk cId="1732858224" sldId="290"/>
            <ac:picMk id="8" creationId="{0B33843E-266F-A2BB-6799-9571597D63A4}"/>
          </ac:picMkLst>
        </pc:picChg>
      </pc:sldChg>
      <pc:sldChg chg="addSp delSp modSp add mod">
        <pc:chgData name="Leônidas Müller de Oliveira" userId="5af9566427f0cd7a" providerId="LiveId" clId="{9E5CC896-D782-4A58-BD37-FC782A9AD02C}" dt="2022-09-06T15:20:53.558" v="1002" actId="6549"/>
        <pc:sldMkLst>
          <pc:docMk/>
          <pc:sldMk cId="1307064886" sldId="291"/>
        </pc:sldMkLst>
        <pc:spChg chg="mod">
          <ac:chgData name="Leônidas Müller de Oliveira" userId="5af9566427f0cd7a" providerId="LiveId" clId="{9E5CC896-D782-4A58-BD37-FC782A9AD02C}" dt="2022-09-06T15:20:53.558" v="1002" actId="6549"/>
          <ac:spMkLst>
            <pc:docMk/>
            <pc:sldMk cId="1307064886" sldId="291"/>
            <ac:spMk id="5" creationId="{A3D0606D-7A17-79FB-9651-322EB07A5301}"/>
          </ac:spMkLst>
        </pc:spChg>
        <pc:spChg chg="mod">
          <ac:chgData name="Leônidas Müller de Oliveira" userId="5af9566427f0cd7a" providerId="LiveId" clId="{9E5CC896-D782-4A58-BD37-FC782A9AD02C}" dt="2022-09-06T15:15:51.743" v="711" actId="20577"/>
          <ac:spMkLst>
            <pc:docMk/>
            <pc:sldMk cId="1307064886" sldId="291"/>
            <ac:spMk id="10" creationId="{D7001BA3-CB80-4627-9BF8-F969EC7D3809}"/>
          </ac:spMkLst>
        </pc:spChg>
        <pc:picChg chg="add mod">
          <ac:chgData name="Leônidas Müller de Oliveira" userId="5af9566427f0cd7a" providerId="LiveId" clId="{9E5CC896-D782-4A58-BD37-FC782A9AD02C}" dt="2022-09-06T15:19:41.457" v="717" actId="1076"/>
          <ac:picMkLst>
            <pc:docMk/>
            <pc:sldMk cId="1307064886" sldId="291"/>
            <ac:picMk id="3" creationId="{7B95C39A-AB93-F4EE-2AE2-2572E16C99BF}"/>
          </ac:picMkLst>
        </pc:picChg>
        <pc:picChg chg="del">
          <ac:chgData name="Leônidas Müller de Oliveira" userId="5af9566427f0cd7a" providerId="LiveId" clId="{9E5CC896-D782-4A58-BD37-FC782A9AD02C}" dt="2022-09-06T15:19:32.179" v="712" actId="478"/>
          <ac:picMkLst>
            <pc:docMk/>
            <pc:sldMk cId="1307064886" sldId="291"/>
            <ac:picMk id="8" creationId="{0B33843E-266F-A2BB-6799-9571597D63A4}"/>
          </ac:picMkLst>
        </pc:picChg>
      </pc:sldChg>
      <pc:sldChg chg="addSp delSp modSp add mod">
        <pc:chgData name="Leônidas Müller de Oliveira" userId="5af9566427f0cd7a" providerId="LiveId" clId="{9E5CC896-D782-4A58-BD37-FC782A9AD02C}" dt="2022-09-06T15:23:23.952" v="1008" actId="1076"/>
        <pc:sldMkLst>
          <pc:docMk/>
          <pc:sldMk cId="88208473" sldId="292"/>
        </pc:sldMkLst>
        <pc:spChg chg="mod">
          <ac:chgData name="Leônidas Müller de Oliveira" userId="5af9566427f0cd7a" providerId="LiveId" clId="{9E5CC896-D782-4A58-BD37-FC782A9AD02C}" dt="2022-09-06T15:23:21.343" v="1007" actId="6549"/>
          <ac:spMkLst>
            <pc:docMk/>
            <pc:sldMk cId="88208473" sldId="292"/>
            <ac:spMk id="5" creationId="{A3D0606D-7A17-79FB-9651-322EB07A5301}"/>
          </ac:spMkLst>
        </pc:spChg>
        <pc:picChg chg="del">
          <ac:chgData name="Leônidas Müller de Oliveira" userId="5af9566427f0cd7a" providerId="LiveId" clId="{9E5CC896-D782-4A58-BD37-FC782A9AD02C}" dt="2022-09-06T15:23:16.877" v="1004" actId="478"/>
          <ac:picMkLst>
            <pc:docMk/>
            <pc:sldMk cId="88208473" sldId="292"/>
            <ac:picMk id="3" creationId="{7B95C39A-AB93-F4EE-2AE2-2572E16C99BF}"/>
          </ac:picMkLst>
        </pc:picChg>
        <pc:picChg chg="add mod">
          <ac:chgData name="Leônidas Müller de Oliveira" userId="5af9566427f0cd7a" providerId="LiveId" clId="{9E5CC896-D782-4A58-BD37-FC782A9AD02C}" dt="2022-09-06T15:23:23.952" v="1008" actId="1076"/>
          <ac:picMkLst>
            <pc:docMk/>
            <pc:sldMk cId="88208473" sldId="292"/>
            <ac:picMk id="4" creationId="{8E1CE426-D6F8-69C6-BCB9-C89C6ACD9725}"/>
          </ac:picMkLst>
        </pc:picChg>
      </pc:sldChg>
      <pc:sldChg chg="addSp delSp modSp add mod ord">
        <pc:chgData name="Leônidas Müller de Oliveira" userId="5af9566427f0cd7a" providerId="LiveId" clId="{9E5CC896-D782-4A58-BD37-FC782A9AD02C}" dt="2022-09-06T15:25:37.469" v="1028" actId="1076"/>
        <pc:sldMkLst>
          <pc:docMk/>
          <pc:sldMk cId="775137276" sldId="293"/>
        </pc:sldMkLst>
        <pc:spChg chg="del">
          <ac:chgData name="Leônidas Müller de Oliveira" userId="5af9566427f0cd7a" providerId="LiveId" clId="{9E5CC896-D782-4A58-BD37-FC782A9AD02C}" dt="2022-09-06T15:25:28.820" v="1026" actId="478"/>
          <ac:spMkLst>
            <pc:docMk/>
            <pc:sldMk cId="775137276" sldId="293"/>
            <ac:spMk id="5" creationId="{A3D0606D-7A17-79FB-9651-322EB07A5301}"/>
          </ac:spMkLst>
        </pc:spChg>
        <pc:spChg chg="mod">
          <ac:chgData name="Leônidas Müller de Oliveira" userId="5af9566427f0cd7a" providerId="LiveId" clId="{9E5CC896-D782-4A58-BD37-FC782A9AD02C}" dt="2022-09-06T15:23:43.985" v="1023" actId="6549"/>
          <ac:spMkLst>
            <pc:docMk/>
            <pc:sldMk cId="775137276" sldId="293"/>
            <ac:spMk id="10" creationId="{D7001BA3-CB80-4627-9BF8-F969EC7D3809}"/>
          </ac:spMkLst>
        </pc:spChg>
        <pc:picChg chg="del">
          <ac:chgData name="Leônidas Müller de Oliveira" userId="5af9566427f0cd7a" providerId="LiveId" clId="{9E5CC896-D782-4A58-BD37-FC782A9AD02C}" dt="2022-09-06T15:25:22.661" v="1024" actId="478"/>
          <ac:picMkLst>
            <pc:docMk/>
            <pc:sldMk cId="775137276" sldId="293"/>
            <ac:picMk id="3" creationId="{7B95C39A-AB93-F4EE-2AE2-2572E16C99BF}"/>
          </ac:picMkLst>
        </pc:picChg>
        <pc:picChg chg="add mod">
          <ac:chgData name="Leônidas Müller de Oliveira" userId="5af9566427f0cd7a" providerId="LiveId" clId="{9E5CC896-D782-4A58-BD37-FC782A9AD02C}" dt="2022-09-06T15:25:37.469" v="1028" actId="1076"/>
          <ac:picMkLst>
            <pc:docMk/>
            <pc:sldMk cId="775137276" sldId="293"/>
            <ac:picMk id="4" creationId="{4C3E3453-A833-81BC-E566-3A830674C70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>
                <a:solidFill>
                  <a:schemeClr val="dk1"/>
                </a:solidFill>
              </a:rPr>
              <a:t>Slide de título — Opção 2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Slide de agenda — Opção 1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434783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Slide de agenda — Opção 1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776156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Slide de agenda — Opção 1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281007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Slide de agenda — Opção 1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939260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Slide de agenda — Opção 1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55863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Slide de agenda — Opção 1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593018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Slide de agenda — Opção 1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54368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Slide de agenda — Opção 1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46068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Slide de agenda — Opção 1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809744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4" name="Google Shape;334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>
                <a:solidFill>
                  <a:schemeClr val="dk1"/>
                </a:solidFill>
              </a:rPr>
              <a:t>Slide de título — Opção 2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Slide de agenda — Opção 1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4837688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Slide de agenda — Opção 1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4289593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Slide de agenda — Opção 1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303034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1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32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3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4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34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5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3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36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36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36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3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7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3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8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38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3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0.png"/><Relationship Id="rId4" Type="http://schemas.openxmlformats.org/officeDocument/2006/relationships/image" Target="../media/image4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587A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"/>
          <p:cNvSpPr txBox="1"/>
          <p:nvPr/>
        </p:nvSpPr>
        <p:spPr>
          <a:xfrm>
            <a:off x="2602348" y="972425"/>
            <a:ext cx="3939300" cy="8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200" dirty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BEM VINDO</a:t>
            </a:r>
            <a:endParaRPr sz="4200" b="0" i="0" u="none" strike="noStrike" cap="none" dirty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66" name="Google Shape;66;p2"/>
          <p:cNvSpPr txBox="1"/>
          <p:nvPr/>
        </p:nvSpPr>
        <p:spPr>
          <a:xfrm>
            <a:off x="835373" y="1789903"/>
            <a:ext cx="7473245" cy="5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1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DIMENSIONAMENTO DE LIGAÇÕES</a:t>
            </a:r>
            <a:endParaRPr sz="2400" b="1" i="0" u="none" strike="noStrike" cap="none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" name="Google Shape;67;p2"/>
          <p:cNvSpPr txBox="1"/>
          <p:nvPr/>
        </p:nvSpPr>
        <p:spPr>
          <a:xfrm>
            <a:off x="1218078" y="2379272"/>
            <a:ext cx="6707833" cy="2215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dirty="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rPr>
              <a:t>Na aula você vai ver:</a:t>
            </a: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 i="0" u="none" strike="noStrike" cap="none" dirty="0">
                <a:solidFill>
                  <a:srgbClr val="FFC000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Light"/>
                <a:sym typeface="Roboto Light"/>
              </a:rPr>
              <a:t>Placas de Base Engastada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/>
          <p:nvPr/>
        </p:nvSpPr>
        <p:spPr>
          <a:xfrm>
            <a:off x="0" y="-6900"/>
            <a:ext cx="3544200" cy="5150400"/>
          </a:xfrm>
          <a:prstGeom prst="rect">
            <a:avLst/>
          </a:prstGeom>
          <a:solidFill>
            <a:srgbClr val="2858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7"/>
          <p:cNvSpPr txBox="1"/>
          <p:nvPr/>
        </p:nvSpPr>
        <p:spPr>
          <a:xfrm>
            <a:off x="310050" y="365134"/>
            <a:ext cx="323415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3600" b="0" i="0" u="none" strike="noStrike" cap="none" dirty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Placas de Base</a:t>
            </a:r>
            <a:endParaRPr sz="3600" b="0" i="0" u="none" strike="noStrike" cap="none" dirty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9" name="Google Shape;143;p7">
            <a:extLst>
              <a:ext uri="{FF2B5EF4-FFF2-40B4-BE49-F238E27FC236}">
                <a16:creationId xmlns:a16="http://schemas.microsoft.com/office/drawing/2014/main" id="{9C81958B-AE4B-43C9-BC2C-2CBADE7FE55A}"/>
              </a:ext>
            </a:extLst>
          </p:cNvPr>
          <p:cNvSpPr txBox="1"/>
          <p:nvPr/>
        </p:nvSpPr>
        <p:spPr>
          <a:xfrm>
            <a:off x="3544200" y="814298"/>
            <a:ext cx="5599800" cy="21490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A ligação entre pilares de aço e bases de concreto é feita por meio de placas de base e chumbadores.</a:t>
            </a:r>
          </a:p>
          <a:p>
            <a:pPr marL="152400"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endParaRPr lang="pt-BR" b="1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52400"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Esses elementos tem o objetivo de transmitir os esforços dos pilares para a fundação.</a:t>
            </a:r>
          </a:p>
          <a:p>
            <a:pPr marL="152400"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endParaRPr lang="pt-BR" b="1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52400"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As placas de bases engastadas estão sujeitas à ação simultânea de momento fletor e de esforços solicitantes normais e horizontais.</a:t>
            </a:r>
          </a:p>
          <a:p>
            <a:pPr marL="152400"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endParaRPr lang="pt-BR" b="1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52400"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Com isso temos a necessidade de uma placa de base de maior espessura.</a:t>
            </a:r>
          </a:p>
          <a:p>
            <a:pPr marL="152400"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endParaRPr lang="pt-BR" b="1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52400"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O mesmo acontece com os diâmetros e quantidade de chumbadores.</a:t>
            </a:r>
          </a:p>
          <a:p>
            <a:pPr marL="152400"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endParaRPr lang="pt-BR" b="1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52400"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De forma que garantem o engaste efetivo do pilar na fundação de concreto armado.</a:t>
            </a: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endParaRPr lang="pt-BR" b="1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" name="Google Shape;142;p7">
            <a:extLst>
              <a:ext uri="{FF2B5EF4-FFF2-40B4-BE49-F238E27FC236}">
                <a16:creationId xmlns:a16="http://schemas.microsoft.com/office/drawing/2014/main" id="{D7001BA3-CB80-4627-9BF8-F969EC7D3809}"/>
              </a:ext>
            </a:extLst>
          </p:cNvPr>
          <p:cNvSpPr txBox="1"/>
          <p:nvPr/>
        </p:nvSpPr>
        <p:spPr>
          <a:xfrm>
            <a:off x="3544200" y="136834"/>
            <a:ext cx="5599799" cy="519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SzPts val="3000"/>
              <a:buNone/>
              <a:defRPr sz="3000">
                <a:solidFill>
                  <a:srgbClr val="094067"/>
                </a:solidFill>
                <a:latin typeface="Roboto Black"/>
                <a:ea typeface="Roboto Black"/>
                <a:cs typeface="Roboto Black"/>
              </a:defRPr>
            </a:lvl1pPr>
          </a:lstStyle>
          <a:p>
            <a:pPr algn="l"/>
            <a:r>
              <a:rPr lang="pt-BR" sz="2800" dirty="0">
                <a:sym typeface="Roboto Light"/>
              </a:rPr>
              <a:t>Introdução</a:t>
            </a:r>
          </a:p>
        </p:txBody>
      </p:sp>
    </p:spTree>
    <p:extLst>
      <p:ext uri="{BB962C8B-B14F-4D97-AF65-F5344CB8AC3E}">
        <p14:creationId xmlns:p14="http://schemas.microsoft.com/office/powerpoint/2010/main" val="5582729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/>
          <p:nvPr/>
        </p:nvSpPr>
        <p:spPr>
          <a:xfrm>
            <a:off x="0" y="-6900"/>
            <a:ext cx="3544200" cy="5150400"/>
          </a:xfrm>
          <a:prstGeom prst="rect">
            <a:avLst/>
          </a:prstGeom>
          <a:solidFill>
            <a:srgbClr val="2858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7"/>
          <p:cNvSpPr txBox="1"/>
          <p:nvPr/>
        </p:nvSpPr>
        <p:spPr>
          <a:xfrm>
            <a:off x="310050" y="365134"/>
            <a:ext cx="323415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3600" b="0" i="0" u="none" strike="noStrike" cap="none" dirty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Placas de Base</a:t>
            </a:r>
            <a:endParaRPr sz="3600" b="0" i="0" u="none" strike="noStrike" cap="none" dirty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9" name="Google Shape;143;p7">
            <a:extLst>
              <a:ext uri="{FF2B5EF4-FFF2-40B4-BE49-F238E27FC236}">
                <a16:creationId xmlns:a16="http://schemas.microsoft.com/office/drawing/2014/main" id="{9C81958B-AE4B-43C9-BC2C-2CBADE7FE55A}"/>
              </a:ext>
            </a:extLst>
          </p:cNvPr>
          <p:cNvSpPr txBox="1"/>
          <p:nvPr/>
        </p:nvSpPr>
        <p:spPr>
          <a:xfrm>
            <a:off x="3544200" y="814298"/>
            <a:ext cx="5599800" cy="21490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A ligação entre pilares de aço e bases de concreto é feita por meio de placas de base e chumbadores.</a:t>
            </a: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endParaRPr lang="pt-BR" sz="1600" b="1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Esses elementos tem o objetivo de transmitir os esforços dos pilares para a fundação.</a:t>
            </a:r>
          </a:p>
        </p:txBody>
      </p:sp>
      <p:sp>
        <p:nvSpPr>
          <p:cNvPr id="10" name="Google Shape;142;p7">
            <a:extLst>
              <a:ext uri="{FF2B5EF4-FFF2-40B4-BE49-F238E27FC236}">
                <a16:creationId xmlns:a16="http://schemas.microsoft.com/office/drawing/2014/main" id="{D7001BA3-CB80-4627-9BF8-F969EC7D3809}"/>
              </a:ext>
            </a:extLst>
          </p:cNvPr>
          <p:cNvSpPr txBox="1"/>
          <p:nvPr/>
        </p:nvSpPr>
        <p:spPr>
          <a:xfrm>
            <a:off x="3544200" y="136834"/>
            <a:ext cx="5599799" cy="519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SzPts val="3000"/>
              <a:buNone/>
              <a:defRPr sz="3000">
                <a:solidFill>
                  <a:srgbClr val="094067"/>
                </a:solidFill>
                <a:latin typeface="Roboto Black"/>
                <a:ea typeface="Roboto Black"/>
                <a:cs typeface="Roboto Black"/>
              </a:defRPr>
            </a:lvl1pPr>
          </a:lstStyle>
          <a:p>
            <a:pPr algn="l"/>
            <a:r>
              <a:rPr lang="pt-BR" sz="2800" dirty="0">
                <a:sym typeface="Roboto Light"/>
              </a:rPr>
              <a:t>Introdução</a:t>
            </a:r>
          </a:p>
        </p:txBody>
      </p:sp>
      <p:sp>
        <p:nvSpPr>
          <p:cNvPr id="5" name="Google Shape;143;p7">
            <a:extLst>
              <a:ext uri="{FF2B5EF4-FFF2-40B4-BE49-F238E27FC236}">
                <a16:creationId xmlns:a16="http://schemas.microsoft.com/office/drawing/2014/main" id="{1F1E62DF-CCA3-7B6B-D901-1B4D87D6A803}"/>
              </a:ext>
            </a:extLst>
          </p:cNvPr>
          <p:cNvSpPr txBox="1"/>
          <p:nvPr/>
        </p:nvSpPr>
        <p:spPr>
          <a:xfrm>
            <a:off x="5599802" y="4506624"/>
            <a:ext cx="2068272" cy="463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Roboto"/>
              <a:buChar char="●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Engastada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578EB542-9785-8CB1-6730-A98919D163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8224" y="2230149"/>
            <a:ext cx="2571750" cy="2276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02261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/>
          <p:nvPr/>
        </p:nvSpPr>
        <p:spPr>
          <a:xfrm>
            <a:off x="0" y="-6900"/>
            <a:ext cx="3544200" cy="5150400"/>
          </a:xfrm>
          <a:prstGeom prst="rect">
            <a:avLst/>
          </a:prstGeom>
          <a:solidFill>
            <a:srgbClr val="2858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7"/>
          <p:cNvSpPr txBox="1"/>
          <p:nvPr/>
        </p:nvSpPr>
        <p:spPr>
          <a:xfrm>
            <a:off x="310050" y="365134"/>
            <a:ext cx="323415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3600" b="0" i="0" u="none" strike="noStrike" cap="none" dirty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Placas de Base</a:t>
            </a:r>
            <a:endParaRPr sz="3600" b="0" i="0" u="none" strike="noStrike" cap="none" dirty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9" name="Google Shape;143;p7">
            <a:extLst>
              <a:ext uri="{FF2B5EF4-FFF2-40B4-BE49-F238E27FC236}">
                <a16:creationId xmlns:a16="http://schemas.microsoft.com/office/drawing/2014/main" id="{9C81958B-AE4B-43C9-BC2C-2CBADE7FE55A}"/>
              </a:ext>
            </a:extLst>
          </p:cNvPr>
          <p:cNvSpPr txBox="1"/>
          <p:nvPr/>
        </p:nvSpPr>
        <p:spPr>
          <a:xfrm>
            <a:off x="3544200" y="814298"/>
            <a:ext cx="5599800" cy="21490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A espessura das chapa de base pode ser reduzida com o uso de enrijecedores entre a base e a coluna.</a:t>
            </a:r>
          </a:p>
          <a:p>
            <a:pPr marL="152400"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endParaRPr lang="pt-BR" b="1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52400"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Com isso teremos barras menores e mais afastadas, mas nem sempre isso é possível.</a:t>
            </a:r>
          </a:p>
          <a:p>
            <a:pPr marL="152400"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endParaRPr lang="pt-BR" b="1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52400"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E é melhor usar isso como um processo de segurança e conservadorismo do que para diminuir os materiais.</a:t>
            </a:r>
          </a:p>
          <a:p>
            <a:pPr marL="152400"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endParaRPr lang="pt-BR" b="1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52400"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Nos banzos de treliças fixados a uma base, pode-se criar uma chapa única ou chapas separadas, uma para cada lado e seus respectivos chumbadores fixados nos pilares.</a:t>
            </a:r>
          </a:p>
          <a:p>
            <a:pPr marL="152400"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endParaRPr lang="pt-BR" b="1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endParaRPr lang="pt-BR" b="1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" name="Google Shape;142;p7">
            <a:extLst>
              <a:ext uri="{FF2B5EF4-FFF2-40B4-BE49-F238E27FC236}">
                <a16:creationId xmlns:a16="http://schemas.microsoft.com/office/drawing/2014/main" id="{D7001BA3-CB80-4627-9BF8-F969EC7D3809}"/>
              </a:ext>
            </a:extLst>
          </p:cNvPr>
          <p:cNvSpPr txBox="1"/>
          <p:nvPr/>
        </p:nvSpPr>
        <p:spPr>
          <a:xfrm>
            <a:off x="3544200" y="136834"/>
            <a:ext cx="5599799" cy="519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SzPts val="3000"/>
              <a:buNone/>
              <a:defRPr sz="3000">
                <a:solidFill>
                  <a:srgbClr val="094067"/>
                </a:solidFill>
                <a:latin typeface="Roboto Black"/>
                <a:ea typeface="Roboto Black"/>
                <a:cs typeface="Roboto Black"/>
              </a:defRPr>
            </a:lvl1pPr>
          </a:lstStyle>
          <a:p>
            <a:pPr algn="l"/>
            <a:r>
              <a:rPr lang="pt-BR" sz="2800" dirty="0">
                <a:sym typeface="Roboto Light"/>
              </a:rPr>
              <a:t>Introdução</a:t>
            </a:r>
          </a:p>
        </p:txBody>
      </p:sp>
    </p:spTree>
    <p:extLst>
      <p:ext uri="{BB962C8B-B14F-4D97-AF65-F5344CB8AC3E}">
        <p14:creationId xmlns:p14="http://schemas.microsoft.com/office/powerpoint/2010/main" val="22837207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/>
          <p:nvPr/>
        </p:nvSpPr>
        <p:spPr>
          <a:xfrm>
            <a:off x="0" y="-6900"/>
            <a:ext cx="3544200" cy="5150400"/>
          </a:xfrm>
          <a:prstGeom prst="rect">
            <a:avLst/>
          </a:prstGeom>
          <a:solidFill>
            <a:srgbClr val="2858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7"/>
          <p:cNvSpPr txBox="1"/>
          <p:nvPr/>
        </p:nvSpPr>
        <p:spPr>
          <a:xfrm>
            <a:off x="310050" y="365134"/>
            <a:ext cx="323415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3600" b="0" i="0" u="none" strike="noStrike" cap="none" dirty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Placas de Base</a:t>
            </a:r>
            <a:endParaRPr sz="3600" b="0" i="0" u="none" strike="noStrike" cap="none" dirty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9" name="Google Shape;143;p7">
            <a:extLst>
              <a:ext uri="{FF2B5EF4-FFF2-40B4-BE49-F238E27FC236}">
                <a16:creationId xmlns:a16="http://schemas.microsoft.com/office/drawing/2014/main" id="{9C81958B-AE4B-43C9-BC2C-2CBADE7FE55A}"/>
              </a:ext>
            </a:extLst>
          </p:cNvPr>
          <p:cNvSpPr txBox="1"/>
          <p:nvPr/>
        </p:nvSpPr>
        <p:spPr>
          <a:xfrm>
            <a:off x="3544200" y="814298"/>
            <a:ext cx="5599800" cy="21490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Abaixo temos os possíveis casos de esforços que são transferidos  pelas bases às fundações:</a:t>
            </a:r>
          </a:p>
        </p:txBody>
      </p:sp>
      <p:sp>
        <p:nvSpPr>
          <p:cNvPr id="10" name="Google Shape;142;p7">
            <a:extLst>
              <a:ext uri="{FF2B5EF4-FFF2-40B4-BE49-F238E27FC236}">
                <a16:creationId xmlns:a16="http://schemas.microsoft.com/office/drawing/2014/main" id="{D7001BA3-CB80-4627-9BF8-F969EC7D3809}"/>
              </a:ext>
            </a:extLst>
          </p:cNvPr>
          <p:cNvSpPr txBox="1"/>
          <p:nvPr/>
        </p:nvSpPr>
        <p:spPr>
          <a:xfrm>
            <a:off x="3544200" y="136834"/>
            <a:ext cx="5599799" cy="519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SzPts val="3000"/>
              <a:buNone/>
              <a:defRPr sz="3000">
                <a:solidFill>
                  <a:srgbClr val="094067"/>
                </a:solidFill>
                <a:latin typeface="Roboto Black"/>
                <a:ea typeface="Roboto Black"/>
                <a:cs typeface="Roboto Black"/>
              </a:defRPr>
            </a:lvl1pPr>
          </a:lstStyle>
          <a:p>
            <a:pPr algn="l"/>
            <a:r>
              <a:rPr lang="pt-BR" sz="2800" dirty="0">
                <a:sym typeface="Roboto Light"/>
              </a:rPr>
              <a:t>Carregamentos</a:t>
            </a:r>
          </a:p>
        </p:txBody>
      </p:sp>
      <p:sp>
        <p:nvSpPr>
          <p:cNvPr id="4" name="Google Shape;143;p7">
            <a:extLst>
              <a:ext uri="{FF2B5EF4-FFF2-40B4-BE49-F238E27FC236}">
                <a16:creationId xmlns:a16="http://schemas.microsoft.com/office/drawing/2014/main" id="{C2B60A26-5F47-D749-D2A6-79C41BD0E30E}"/>
              </a:ext>
            </a:extLst>
          </p:cNvPr>
          <p:cNvSpPr txBox="1"/>
          <p:nvPr/>
        </p:nvSpPr>
        <p:spPr>
          <a:xfrm>
            <a:off x="3783815" y="3854495"/>
            <a:ext cx="4757512" cy="397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953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Binário (Compressão e Tração) e Cortante</a:t>
            </a:r>
          </a:p>
          <a:p>
            <a:pPr marL="4953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Força Axial e Momento</a:t>
            </a:r>
          </a:p>
          <a:p>
            <a:pPr marL="4953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+mj-lt"/>
              <a:buAutoNum type="alphaLcParenR"/>
            </a:pPr>
            <a:endParaRPr lang="pt-BR" sz="1600" b="1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14ED13D8-A038-942A-DDA9-18C5C98168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746827"/>
            <a:ext cx="3211738" cy="1354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1179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/>
          <p:nvPr/>
        </p:nvSpPr>
        <p:spPr>
          <a:xfrm>
            <a:off x="0" y="-6900"/>
            <a:ext cx="3544200" cy="5150400"/>
          </a:xfrm>
          <a:prstGeom prst="rect">
            <a:avLst/>
          </a:prstGeom>
          <a:solidFill>
            <a:srgbClr val="2858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7"/>
          <p:cNvSpPr txBox="1"/>
          <p:nvPr/>
        </p:nvSpPr>
        <p:spPr>
          <a:xfrm>
            <a:off x="310050" y="365134"/>
            <a:ext cx="323415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3600" b="0" i="0" u="none" strike="noStrike" cap="none" dirty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Placas de Base</a:t>
            </a:r>
            <a:endParaRPr sz="3600" b="0" i="0" u="none" strike="noStrike" cap="none" dirty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9" name="Google Shape;143;p7">
            <a:extLst>
              <a:ext uri="{FF2B5EF4-FFF2-40B4-BE49-F238E27FC236}">
                <a16:creationId xmlns:a16="http://schemas.microsoft.com/office/drawing/2014/main" id="{9C81958B-AE4B-43C9-BC2C-2CBADE7FE55A}"/>
              </a:ext>
            </a:extLst>
          </p:cNvPr>
          <p:cNvSpPr txBox="1"/>
          <p:nvPr/>
        </p:nvSpPr>
        <p:spPr>
          <a:xfrm>
            <a:off x="3544200" y="814298"/>
            <a:ext cx="5599800" cy="21490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- NEGATIVA (Carregamentos Tração)</a:t>
            </a: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+ POSITIVA (Carregamentos de Compressão)</a:t>
            </a:r>
          </a:p>
        </p:txBody>
      </p:sp>
      <p:sp>
        <p:nvSpPr>
          <p:cNvPr id="10" name="Google Shape;142;p7">
            <a:extLst>
              <a:ext uri="{FF2B5EF4-FFF2-40B4-BE49-F238E27FC236}">
                <a16:creationId xmlns:a16="http://schemas.microsoft.com/office/drawing/2014/main" id="{D7001BA3-CB80-4627-9BF8-F969EC7D3809}"/>
              </a:ext>
            </a:extLst>
          </p:cNvPr>
          <p:cNvSpPr txBox="1"/>
          <p:nvPr/>
        </p:nvSpPr>
        <p:spPr>
          <a:xfrm>
            <a:off x="3544200" y="136834"/>
            <a:ext cx="5599799" cy="519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SzPts val="3000"/>
              <a:buNone/>
              <a:defRPr sz="3000">
                <a:solidFill>
                  <a:srgbClr val="094067"/>
                </a:solidFill>
                <a:latin typeface="Roboto Black"/>
                <a:ea typeface="Roboto Black"/>
                <a:cs typeface="Roboto Black"/>
              </a:defRPr>
            </a:lvl1pPr>
          </a:lstStyle>
          <a:p>
            <a:pPr algn="l"/>
            <a:r>
              <a:rPr lang="pt-BR" sz="2800" dirty="0">
                <a:sym typeface="Roboto Light"/>
              </a:rPr>
              <a:t>Reações CYPECAD</a:t>
            </a:r>
          </a:p>
        </p:txBody>
      </p:sp>
      <p:sp>
        <p:nvSpPr>
          <p:cNvPr id="4" name="Google Shape;143;p7">
            <a:extLst>
              <a:ext uri="{FF2B5EF4-FFF2-40B4-BE49-F238E27FC236}">
                <a16:creationId xmlns:a16="http://schemas.microsoft.com/office/drawing/2014/main" id="{C2B60A26-5F47-D749-D2A6-79C41BD0E30E}"/>
              </a:ext>
            </a:extLst>
          </p:cNvPr>
          <p:cNvSpPr txBox="1"/>
          <p:nvPr/>
        </p:nvSpPr>
        <p:spPr>
          <a:xfrm>
            <a:off x="3783815" y="3854495"/>
            <a:ext cx="4757512" cy="397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953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Binário (Compressão e Tração) e Cortante</a:t>
            </a:r>
          </a:p>
          <a:p>
            <a:pPr marL="4953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Força Axial e Momento</a:t>
            </a:r>
          </a:p>
          <a:p>
            <a:pPr marL="4953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+mj-lt"/>
              <a:buAutoNum type="alphaLcParenR"/>
            </a:pPr>
            <a:endParaRPr lang="pt-BR" sz="1600" b="1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14ED13D8-A038-942A-DDA9-18C5C98168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746827"/>
            <a:ext cx="3211738" cy="1354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3420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/>
          <p:nvPr/>
        </p:nvSpPr>
        <p:spPr>
          <a:xfrm>
            <a:off x="0" y="-6900"/>
            <a:ext cx="3544200" cy="5150400"/>
          </a:xfrm>
          <a:prstGeom prst="rect">
            <a:avLst/>
          </a:prstGeom>
          <a:solidFill>
            <a:srgbClr val="2858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7"/>
          <p:cNvSpPr txBox="1"/>
          <p:nvPr/>
        </p:nvSpPr>
        <p:spPr>
          <a:xfrm>
            <a:off x="310050" y="365134"/>
            <a:ext cx="323415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3600" b="0" i="0" u="none" strike="noStrike" cap="none" dirty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Placas de Base</a:t>
            </a:r>
            <a:endParaRPr sz="3600" b="0" i="0" u="none" strike="noStrike" cap="none" dirty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9" name="Google Shape;143;p7">
            <a:extLst>
              <a:ext uri="{FF2B5EF4-FFF2-40B4-BE49-F238E27FC236}">
                <a16:creationId xmlns:a16="http://schemas.microsoft.com/office/drawing/2014/main" id="{9C81958B-AE4B-43C9-BC2C-2CBADE7FE55A}"/>
              </a:ext>
            </a:extLst>
          </p:cNvPr>
          <p:cNvSpPr txBox="1"/>
          <p:nvPr/>
        </p:nvSpPr>
        <p:spPr>
          <a:xfrm>
            <a:off x="3544199" y="723654"/>
            <a:ext cx="5461256" cy="1215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marR="0" lvl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Para o dimensionamento, deverá ser utilizado o Momento Fletor aplicado na chapa e não o solicitante da reação da base;</a:t>
            </a:r>
          </a:p>
          <a:p>
            <a:pPr marL="152400" marR="0" lvl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endParaRPr lang="pt-BR" sz="1600" b="1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52400" marR="0" lvl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A carga de tração aplicada em cada flange da coluna é igual ao momento fletor dividido pela distância entre as flanges:</a:t>
            </a:r>
          </a:p>
        </p:txBody>
      </p:sp>
      <p:sp>
        <p:nvSpPr>
          <p:cNvPr id="10" name="Google Shape;142;p7">
            <a:extLst>
              <a:ext uri="{FF2B5EF4-FFF2-40B4-BE49-F238E27FC236}">
                <a16:creationId xmlns:a16="http://schemas.microsoft.com/office/drawing/2014/main" id="{D7001BA3-CB80-4627-9BF8-F969EC7D3809}"/>
              </a:ext>
            </a:extLst>
          </p:cNvPr>
          <p:cNvSpPr txBox="1"/>
          <p:nvPr/>
        </p:nvSpPr>
        <p:spPr>
          <a:xfrm>
            <a:off x="3544200" y="136834"/>
            <a:ext cx="5599799" cy="519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SzPts val="3000"/>
              <a:buNone/>
              <a:defRPr sz="3000">
                <a:solidFill>
                  <a:srgbClr val="094067"/>
                </a:solidFill>
                <a:latin typeface="Roboto Black"/>
                <a:ea typeface="Roboto Black"/>
                <a:cs typeface="Roboto Black"/>
              </a:defRPr>
            </a:lvl1pPr>
          </a:lstStyle>
          <a:p>
            <a:pPr algn="l"/>
            <a:r>
              <a:rPr lang="pt-BR" sz="2800" dirty="0">
                <a:sym typeface="Roboto Light"/>
              </a:rPr>
              <a:t>Dimensionamento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Google Shape;143;p7">
                <a:extLst>
                  <a:ext uri="{FF2B5EF4-FFF2-40B4-BE49-F238E27FC236}">
                    <a16:creationId xmlns:a16="http://schemas.microsoft.com/office/drawing/2014/main" id="{48AD3F3C-3C82-0ADE-234B-0A015B4F7411}"/>
                  </a:ext>
                </a:extLst>
              </p:cNvPr>
              <p:cNvSpPr txBox="1"/>
              <p:nvPr/>
            </p:nvSpPr>
            <p:spPr>
              <a:xfrm>
                <a:off x="3405655" y="2549429"/>
                <a:ext cx="5599800" cy="3961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152400" lvl="0">
                  <a:buClr>
                    <a:srgbClr val="3DA9FC"/>
                  </a:buClr>
                  <a:buSzPts val="12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600" b="1" i="1" smtClean="0">
                              <a:solidFill>
                                <a:srgbClr val="4C5764"/>
                              </a:solidFill>
                              <a:latin typeface="Cambria Math" panose="02040503050406030204" pitchFamily="18" charset="0"/>
                              <a:ea typeface="Roboto"/>
                              <a:sym typeface="Roboto"/>
                            </a:rPr>
                          </m:ctrlPr>
                        </m:sSubPr>
                        <m:e>
                          <m:r>
                            <a:rPr lang="pt-BR" sz="1600" b="1" i="1" smtClean="0">
                              <a:solidFill>
                                <a:srgbClr val="4C5764"/>
                              </a:solidFill>
                              <a:latin typeface="Cambria Math" panose="02040503050406030204" pitchFamily="18" charset="0"/>
                              <a:ea typeface="Roboto"/>
                              <a:sym typeface="Roboto"/>
                            </a:rPr>
                            <m:t>𝑵</m:t>
                          </m:r>
                        </m:e>
                        <m:sub>
                          <m:r>
                            <a:rPr lang="pt-BR" sz="1600" b="1" i="1" smtClean="0">
                              <a:solidFill>
                                <a:srgbClr val="4C5764"/>
                              </a:solidFill>
                              <a:latin typeface="Cambria Math" panose="02040503050406030204" pitchFamily="18" charset="0"/>
                              <a:ea typeface="Roboto"/>
                              <a:sym typeface="Roboto"/>
                            </a:rPr>
                            <m:t>𝑺𝒅𝒕</m:t>
                          </m:r>
                        </m:sub>
                      </m:sSub>
                      <m:r>
                        <a:rPr lang="pt-BR" sz="1600" b="1" i="1">
                          <a:solidFill>
                            <a:srgbClr val="4C5764"/>
                          </a:solidFill>
                          <a:latin typeface="Cambria Math" panose="02040503050406030204" pitchFamily="18" charset="0"/>
                          <a:ea typeface="Roboto"/>
                          <a:sym typeface="Roboto"/>
                        </a:rPr>
                        <m:t>=</m:t>
                      </m:r>
                      <m:f>
                        <m:fPr>
                          <m:ctrlPr>
                            <a:rPr lang="pt-BR" sz="1600" b="1" i="1" smtClean="0">
                              <a:solidFill>
                                <a:srgbClr val="4C5764"/>
                              </a:solidFill>
                              <a:latin typeface="Cambria Math" panose="02040503050406030204" pitchFamily="18" charset="0"/>
                              <a:ea typeface="Roboto"/>
                              <a:sym typeface="Roboto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sz="1600" b="1" i="1" smtClean="0">
                                  <a:solidFill>
                                    <a:srgbClr val="4C5764"/>
                                  </a:solidFill>
                                  <a:latin typeface="Cambria Math" panose="02040503050406030204" pitchFamily="18" charset="0"/>
                                  <a:ea typeface="Roboto"/>
                                  <a:sym typeface="Roboto"/>
                                </a:rPr>
                              </m:ctrlPr>
                            </m:sSubPr>
                            <m:e>
                              <m:r>
                                <a:rPr lang="pt-BR" sz="1600" b="1" i="1" smtClean="0">
                                  <a:solidFill>
                                    <a:srgbClr val="4C5764"/>
                                  </a:solidFill>
                                  <a:latin typeface="Cambria Math" panose="02040503050406030204" pitchFamily="18" charset="0"/>
                                  <a:ea typeface="Roboto"/>
                                  <a:sym typeface="Roboto"/>
                                </a:rPr>
                                <m:t>𝑴</m:t>
                              </m:r>
                            </m:e>
                            <m:sub>
                              <m:r>
                                <a:rPr lang="pt-BR" sz="1600" b="1" i="1" smtClean="0">
                                  <a:solidFill>
                                    <a:srgbClr val="4C5764"/>
                                  </a:solidFill>
                                  <a:latin typeface="Cambria Math" panose="02040503050406030204" pitchFamily="18" charset="0"/>
                                  <a:ea typeface="Roboto"/>
                                  <a:sym typeface="Roboto"/>
                                </a:rPr>
                                <m:t>𝒔𝒅</m:t>
                              </m:r>
                              <m:r>
                                <a:rPr lang="pt-BR" sz="1600" b="1" i="1" smtClean="0">
                                  <a:solidFill>
                                    <a:srgbClr val="4C5764"/>
                                  </a:solidFill>
                                  <a:latin typeface="Cambria Math" panose="02040503050406030204" pitchFamily="18" charset="0"/>
                                  <a:ea typeface="Roboto"/>
                                  <a:sym typeface="Roboto"/>
                                </a:rPr>
                                <m:t>𝒕</m:t>
                              </m:r>
                            </m:sub>
                          </m:sSub>
                        </m:num>
                        <m:den>
                          <m:r>
                            <a:rPr lang="pt-BR" sz="1600" b="1" i="1" smtClean="0">
                              <a:solidFill>
                                <a:srgbClr val="4C5764"/>
                              </a:solidFill>
                              <a:latin typeface="Cambria Math" panose="02040503050406030204" pitchFamily="18" charset="0"/>
                              <a:ea typeface="Roboto"/>
                              <a:sym typeface="Roboto"/>
                            </a:rPr>
                            <m:t>𝒅</m:t>
                          </m:r>
                        </m:den>
                      </m:f>
                    </m:oMath>
                  </m:oMathPara>
                </a14:m>
                <a:endParaRPr lang="pt-BR" sz="1600" b="1" dirty="0">
                  <a:solidFill>
                    <a:srgbClr val="4C5764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mc:Choice>
        <mc:Fallback>
          <p:sp>
            <p:nvSpPr>
              <p:cNvPr id="6" name="Google Shape;143;p7">
                <a:extLst>
                  <a:ext uri="{FF2B5EF4-FFF2-40B4-BE49-F238E27FC236}">
                    <a16:creationId xmlns:a16="http://schemas.microsoft.com/office/drawing/2014/main" id="{48AD3F3C-3C82-0ADE-234B-0A015B4F74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5655" y="2549429"/>
                <a:ext cx="5599800" cy="396192"/>
              </a:xfrm>
              <a:prstGeom prst="rect">
                <a:avLst/>
              </a:prstGeom>
              <a:blipFill>
                <a:blip r:embed="rId3"/>
                <a:stretch>
                  <a:fillRect b="-3846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Google Shape;143;p7">
                <a:extLst>
                  <a:ext uri="{FF2B5EF4-FFF2-40B4-BE49-F238E27FC236}">
                    <a16:creationId xmlns:a16="http://schemas.microsoft.com/office/drawing/2014/main" id="{DF77D725-9D3C-2AB2-E3DD-124377D8CE54}"/>
                  </a:ext>
                </a:extLst>
              </p:cNvPr>
              <p:cNvSpPr txBox="1"/>
              <p:nvPr/>
            </p:nvSpPr>
            <p:spPr>
              <a:xfrm>
                <a:off x="3544199" y="3344542"/>
                <a:ext cx="5592872" cy="77880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152400"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DA9FC"/>
                  </a:buClr>
                  <a:buSzPts val="1200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1200" i="1" smtClean="0">
                            <a:solidFill>
                              <a:srgbClr val="4C5764"/>
                            </a:solidFill>
                            <a:latin typeface="Cambria Math" panose="02040503050406030204" pitchFamily="18" charset="0"/>
                            <a:ea typeface="Roboto"/>
                            <a:sym typeface="Roboto"/>
                          </a:rPr>
                        </m:ctrlPr>
                      </m:sSubPr>
                      <m:e>
                        <m:r>
                          <a:rPr lang="pt-BR" sz="1200" b="0" i="1" smtClean="0">
                            <a:solidFill>
                              <a:srgbClr val="4C5764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Roboto"/>
                          </a:rPr>
                          <m:t>𝑀</m:t>
                        </m:r>
                      </m:e>
                      <m:sub>
                        <m:r>
                          <a:rPr lang="pt-BR" sz="1200" b="0" i="1" smtClean="0">
                            <a:solidFill>
                              <a:srgbClr val="4C5764"/>
                            </a:solidFill>
                            <a:latin typeface="Cambria Math" panose="02040503050406030204" pitchFamily="18" charset="0"/>
                            <a:ea typeface="Roboto"/>
                            <a:sym typeface="Roboto"/>
                          </a:rPr>
                          <m:t>𝑆𝑑</m:t>
                        </m:r>
                        <m:r>
                          <a:rPr lang="pt-BR" sz="1200" b="0" i="1" smtClean="0">
                            <a:solidFill>
                              <a:srgbClr val="4C5764"/>
                            </a:solidFill>
                            <a:latin typeface="Cambria Math" panose="02040503050406030204" pitchFamily="18" charset="0"/>
                            <a:ea typeface="Roboto"/>
                            <a:sym typeface="Roboto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pt-BR" sz="1200" dirty="0">
                    <a:solidFill>
                      <a:srgbClr val="4C5764"/>
                    </a:solidFill>
                    <a:latin typeface="Roboto"/>
                    <a:ea typeface="Roboto"/>
                    <a:cs typeface="Roboto"/>
                    <a:sym typeface="Roboto"/>
                  </a:rPr>
                  <a:t> - Momento fletor solicitante aplicado</a:t>
                </a:r>
              </a:p>
              <a:p>
                <a:pPr marL="152400"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DA9FC"/>
                  </a:buClr>
                  <a:buSzPts val="1200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1200" i="1" smtClean="0">
                            <a:solidFill>
                              <a:srgbClr val="4C5764"/>
                            </a:solidFill>
                            <a:latin typeface="Cambria Math" panose="02040503050406030204" pitchFamily="18" charset="0"/>
                            <a:ea typeface="Roboto"/>
                            <a:sym typeface="Roboto"/>
                          </a:rPr>
                        </m:ctrlPr>
                      </m:sSubPr>
                      <m:e>
                        <m:r>
                          <a:rPr lang="pt-BR" sz="1200" b="0" i="1" smtClean="0">
                            <a:solidFill>
                              <a:srgbClr val="4C5764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Roboto"/>
                          </a:rPr>
                          <m:t>𝑁</m:t>
                        </m:r>
                      </m:e>
                      <m:sub>
                        <m:r>
                          <a:rPr lang="pt-BR" sz="1200" b="0" i="1" smtClean="0">
                            <a:solidFill>
                              <a:srgbClr val="4C5764"/>
                            </a:solidFill>
                            <a:latin typeface="Cambria Math" panose="02040503050406030204" pitchFamily="18" charset="0"/>
                            <a:ea typeface="Roboto"/>
                            <a:sym typeface="Roboto"/>
                          </a:rPr>
                          <m:t>𝑆𝑑𝑡</m:t>
                        </m:r>
                      </m:sub>
                    </m:sSub>
                  </m:oMath>
                </a14:m>
                <a:r>
                  <a:rPr lang="pt-BR" sz="1200" dirty="0">
                    <a:solidFill>
                      <a:srgbClr val="4C5764"/>
                    </a:solidFill>
                    <a:latin typeface="Roboto"/>
                    <a:ea typeface="Roboto"/>
                    <a:cs typeface="Roboto"/>
                    <a:sym typeface="Roboto"/>
                  </a:rPr>
                  <a:t> - Tração atuante nas barras submetidas a tração</a:t>
                </a:r>
              </a:p>
              <a:p>
                <a:pPr marL="152400"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DA9FC"/>
                  </a:buClr>
                  <a:buSzPts val="1200"/>
                </a:pPr>
                <a14:m>
                  <m:oMath xmlns:m="http://schemas.openxmlformats.org/officeDocument/2006/math">
                    <m:r>
                      <a:rPr lang="pt-BR" sz="1200" b="0" i="1" smtClean="0">
                        <a:solidFill>
                          <a:srgbClr val="4C5764"/>
                        </a:solidFill>
                        <a:latin typeface="Cambria Math" panose="02040503050406030204" pitchFamily="18" charset="0"/>
                        <a:ea typeface="Roboto"/>
                        <a:sym typeface="Roboto"/>
                      </a:rPr>
                      <m:t>𝑑</m:t>
                    </m:r>
                  </m:oMath>
                </a14:m>
                <a:r>
                  <a:rPr lang="pt-BR" sz="1200" dirty="0">
                    <a:solidFill>
                      <a:srgbClr val="4C5764"/>
                    </a:solidFill>
                    <a:latin typeface="Roboto"/>
                    <a:ea typeface="Roboto"/>
                    <a:cs typeface="Roboto"/>
                    <a:sym typeface="Roboto"/>
                  </a:rPr>
                  <a:t> – Distancia centro a centro da linha de chumbadores</a:t>
                </a:r>
              </a:p>
            </p:txBody>
          </p:sp>
        </mc:Choice>
        <mc:Fallback>
          <p:sp>
            <p:nvSpPr>
              <p:cNvPr id="7" name="Google Shape;143;p7">
                <a:extLst>
                  <a:ext uri="{FF2B5EF4-FFF2-40B4-BE49-F238E27FC236}">
                    <a16:creationId xmlns:a16="http://schemas.microsoft.com/office/drawing/2014/main" id="{DF77D725-9D3C-2AB2-E3DD-124377D8CE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4199" y="3344542"/>
                <a:ext cx="5592872" cy="77880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821748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/>
          <p:nvPr/>
        </p:nvSpPr>
        <p:spPr>
          <a:xfrm>
            <a:off x="0" y="-6900"/>
            <a:ext cx="3544200" cy="5150400"/>
          </a:xfrm>
          <a:prstGeom prst="rect">
            <a:avLst/>
          </a:prstGeom>
          <a:solidFill>
            <a:srgbClr val="2858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7"/>
          <p:cNvSpPr txBox="1"/>
          <p:nvPr/>
        </p:nvSpPr>
        <p:spPr>
          <a:xfrm>
            <a:off x="310050" y="365134"/>
            <a:ext cx="323415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3600" b="0" i="0" u="none" strike="noStrike" cap="none" dirty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Placas de Base</a:t>
            </a:r>
            <a:endParaRPr sz="3600" b="0" i="0" u="none" strike="noStrike" cap="none" dirty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9" name="Google Shape;143;p7">
            <a:extLst>
              <a:ext uri="{FF2B5EF4-FFF2-40B4-BE49-F238E27FC236}">
                <a16:creationId xmlns:a16="http://schemas.microsoft.com/office/drawing/2014/main" id="{9C81958B-AE4B-43C9-BC2C-2CBADE7FE55A}"/>
              </a:ext>
            </a:extLst>
          </p:cNvPr>
          <p:cNvSpPr txBox="1"/>
          <p:nvPr/>
        </p:nvSpPr>
        <p:spPr>
          <a:xfrm>
            <a:off x="3544199" y="723654"/>
            <a:ext cx="5461256" cy="1215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marR="0" lvl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Imaginando que a chapa tende a empenar apenas entre o eixo do chumbador e a extremidade do perfil do pilar, calcula-se o momento fletor existente nesse pequeno espaço.</a:t>
            </a:r>
          </a:p>
        </p:txBody>
      </p:sp>
      <p:sp>
        <p:nvSpPr>
          <p:cNvPr id="10" name="Google Shape;142;p7">
            <a:extLst>
              <a:ext uri="{FF2B5EF4-FFF2-40B4-BE49-F238E27FC236}">
                <a16:creationId xmlns:a16="http://schemas.microsoft.com/office/drawing/2014/main" id="{D7001BA3-CB80-4627-9BF8-F969EC7D3809}"/>
              </a:ext>
            </a:extLst>
          </p:cNvPr>
          <p:cNvSpPr txBox="1"/>
          <p:nvPr/>
        </p:nvSpPr>
        <p:spPr>
          <a:xfrm>
            <a:off x="3544200" y="136834"/>
            <a:ext cx="5599799" cy="519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SzPts val="3000"/>
              <a:buNone/>
              <a:defRPr sz="3000">
                <a:solidFill>
                  <a:srgbClr val="094067"/>
                </a:solidFill>
                <a:latin typeface="Roboto Black"/>
                <a:ea typeface="Roboto Black"/>
                <a:cs typeface="Roboto Black"/>
              </a:defRPr>
            </a:lvl1pPr>
          </a:lstStyle>
          <a:p>
            <a:pPr algn="l"/>
            <a:r>
              <a:rPr lang="pt-BR" sz="2800" dirty="0">
                <a:sym typeface="Roboto Light"/>
              </a:rPr>
              <a:t>Dimensionamento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Google Shape;143;p7">
                <a:extLst>
                  <a:ext uri="{FF2B5EF4-FFF2-40B4-BE49-F238E27FC236}">
                    <a16:creationId xmlns:a16="http://schemas.microsoft.com/office/drawing/2014/main" id="{05D192D8-6CCB-45A3-724E-E45B06803F9D}"/>
                  </a:ext>
                </a:extLst>
              </p:cNvPr>
              <p:cNvSpPr txBox="1"/>
              <p:nvPr/>
            </p:nvSpPr>
            <p:spPr>
              <a:xfrm>
                <a:off x="3537271" y="2028306"/>
                <a:ext cx="5599800" cy="3961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152400" lvl="0" algn="ctr">
                  <a:buClr>
                    <a:srgbClr val="3DA9FC"/>
                  </a:buClr>
                  <a:buSzPts val="1200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1600" b="1" i="1" smtClean="0">
                            <a:solidFill>
                              <a:srgbClr val="4C5764"/>
                            </a:solidFill>
                            <a:latin typeface="Cambria Math" panose="02040503050406030204" pitchFamily="18" charset="0"/>
                            <a:ea typeface="Roboto"/>
                            <a:sym typeface="Roboto"/>
                          </a:rPr>
                        </m:ctrlPr>
                      </m:sSubPr>
                      <m:e>
                        <m:r>
                          <a:rPr lang="pt-BR" sz="1600" b="1" i="1" smtClean="0">
                            <a:solidFill>
                              <a:srgbClr val="4C5764"/>
                            </a:solidFill>
                            <a:latin typeface="Cambria Math" panose="02040503050406030204" pitchFamily="18" charset="0"/>
                            <a:ea typeface="Roboto"/>
                            <a:sym typeface="Roboto"/>
                          </a:rPr>
                          <m:t>𝑴</m:t>
                        </m:r>
                      </m:e>
                      <m:sub>
                        <m:r>
                          <a:rPr lang="pt-BR" sz="1600" b="1" i="1" smtClean="0">
                            <a:solidFill>
                              <a:srgbClr val="4C5764"/>
                            </a:solidFill>
                            <a:latin typeface="Cambria Math" panose="02040503050406030204" pitchFamily="18" charset="0"/>
                            <a:ea typeface="Roboto"/>
                            <a:sym typeface="Roboto"/>
                          </a:rPr>
                          <m:t>𝑺𝒅</m:t>
                        </m:r>
                        <m:r>
                          <a:rPr lang="pt-BR" sz="1600" b="1" i="1" smtClean="0">
                            <a:solidFill>
                              <a:srgbClr val="4C5764"/>
                            </a:solidFill>
                            <a:latin typeface="Cambria Math" panose="02040503050406030204" pitchFamily="18" charset="0"/>
                            <a:ea typeface="Roboto"/>
                            <a:sym typeface="Roboto"/>
                          </a:rPr>
                          <m:t>;</m:t>
                        </m:r>
                        <m:r>
                          <a:rPr lang="pt-BR" sz="1600" b="1" i="1" smtClean="0">
                            <a:solidFill>
                              <a:srgbClr val="4C5764"/>
                            </a:solidFill>
                            <a:latin typeface="Cambria Math" panose="02040503050406030204" pitchFamily="18" charset="0"/>
                            <a:ea typeface="Roboto"/>
                            <a:sym typeface="Roboto"/>
                          </a:rPr>
                          <m:t>𝑪𝒉𝒂𝒑𝒂</m:t>
                        </m:r>
                      </m:sub>
                    </m:sSub>
                    <m:r>
                      <a:rPr lang="pt-BR" sz="1600" b="1" i="1">
                        <a:solidFill>
                          <a:srgbClr val="4C5764"/>
                        </a:solidFill>
                        <a:latin typeface="Cambria Math" panose="02040503050406030204" pitchFamily="18" charset="0"/>
                        <a:ea typeface="Roboto"/>
                        <a:sym typeface="Roboto"/>
                      </a:rPr>
                      <m:t>=</m:t>
                    </m:r>
                    <m:sSub>
                      <m:sSubPr>
                        <m:ctrlPr>
                          <a:rPr lang="pt-BR" sz="1600" b="1" i="1">
                            <a:solidFill>
                              <a:srgbClr val="4C5764"/>
                            </a:solidFill>
                            <a:latin typeface="Cambria Math" panose="02040503050406030204" pitchFamily="18" charset="0"/>
                            <a:ea typeface="Roboto"/>
                            <a:sym typeface="Roboto"/>
                          </a:rPr>
                        </m:ctrlPr>
                      </m:sSubPr>
                      <m:e>
                        <m:r>
                          <a:rPr lang="pt-BR" sz="1600" b="1" i="1" smtClean="0">
                            <a:solidFill>
                              <a:srgbClr val="4C5764"/>
                            </a:solidFill>
                            <a:latin typeface="Cambria Math" panose="02040503050406030204" pitchFamily="18" charset="0"/>
                            <a:ea typeface="Roboto"/>
                            <a:sym typeface="Roboto"/>
                          </a:rPr>
                          <m:t>𝑵</m:t>
                        </m:r>
                      </m:e>
                      <m:sub>
                        <m:r>
                          <a:rPr lang="pt-BR" sz="1600" b="1" i="1" smtClean="0">
                            <a:solidFill>
                              <a:srgbClr val="4C5764"/>
                            </a:solidFill>
                            <a:latin typeface="Cambria Math" panose="02040503050406030204" pitchFamily="18" charset="0"/>
                            <a:ea typeface="Roboto"/>
                            <a:sym typeface="Roboto"/>
                          </a:rPr>
                          <m:t>𝑺𝒅𝒕</m:t>
                        </m:r>
                      </m:sub>
                    </m:sSub>
                  </m:oMath>
                </a14:m>
                <a:r>
                  <a:rPr lang="pt-BR" sz="1600" b="1" dirty="0">
                    <a:solidFill>
                      <a:srgbClr val="4C5764"/>
                    </a:solidFill>
                    <a:ea typeface="Roboto"/>
                    <a:sym typeface="Roboto"/>
                  </a:rPr>
                  <a:t> . </a:t>
                </a:r>
                <a14:m>
                  <m:oMath xmlns:m="http://schemas.openxmlformats.org/officeDocument/2006/math">
                    <m:r>
                      <a:rPr lang="pt-BR" sz="1600" b="1" i="0" smtClean="0">
                        <a:solidFill>
                          <a:srgbClr val="4C5764"/>
                        </a:solidFill>
                        <a:latin typeface="Cambria Math" panose="02040503050406030204" pitchFamily="18" charset="0"/>
                        <a:ea typeface="Roboto"/>
                        <a:sym typeface="Roboto"/>
                      </a:rPr>
                      <m:t>𝐝</m:t>
                    </m:r>
                  </m:oMath>
                </a14:m>
                <a:endParaRPr lang="pt-BR" sz="1600" b="1" dirty="0">
                  <a:solidFill>
                    <a:srgbClr val="4C5764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mc:Choice>
        <mc:Fallback>
          <p:sp>
            <p:nvSpPr>
              <p:cNvPr id="2" name="Google Shape;143;p7">
                <a:extLst>
                  <a:ext uri="{FF2B5EF4-FFF2-40B4-BE49-F238E27FC236}">
                    <a16:creationId xmlns:a16="http://schemas.microsoft.com/office/drawing/2014/main" id="{05D192D8-6CCB-45A3-724E-E45B06803F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7271" y="2028306"/>
                <a:ext cx="5599800" cy="396192"/>
              </a:xfrm>
              <a:prstGeom prst="rect">
                <a:avLst/>
              </a:prstGeom>
              <a:blipFill>
                <a:blip r:embed="rId3"/>
                <a:stretch>
                  <a:fillRect b="-1538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Google Shape;143;p7">
                <a:extLst>
                  <a:ext uri="{FF2B5EF4-FFF2-40B4-BE49-F238E27FC236}">
                    <a16:creationId xmlns:a16="http://schemas.microsoft.com/office/drawing/2014/main" id="{23EAAD6A-18E4-F79C-54DB-E3467C8980E8}"/>
                  </a:ext>
                </a:extLst>
              </p:cNvPr>
              <p:cNvSpPr txBox="1"/>
              <p:nvPr/>
            </p:nvSpPr>
            <p:spPr>
              <a:xfrm>
                <a:off x="3551128" y="2615797"/>
                <a:ext cx="5592872" cy="77880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152400"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DA9FC"/>
                  </a:buClr>
                  <a:buSzPts val="1200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1200" i="1" smtClean="0">
                            <a:solidFill>
                              <a:srgbClr val="4C5764"/>
                            </a:solidFill>
                            <a:latin typeface="Cambria Math" panose="02040503050406030204" pitchFamily="18" charset="0"/>
                            <a:ea typeface="Roboto"/>
                            <a:sym typeface="Roboto"/>
                          </a:rPr>
                        </m:ctrlPr>
                      </m:sSubPr>
                      <m:e>
                        <m:r>
                          <a:rPr lang="pt-BR" sz="1200" b="0" i="1" smtClean="0">
                            <a:solidFill>
                              <a:srgbClr val="4C5764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Roboto"/>
                          </a:rPr>
                          <m:t>𝑀</m:t>
                        </m:r>
                      </m:e>
                      <m:sub>
                        <m:r>
                          <a:rPr lang="pt-BR" sz="1200" b="0" i="1" smtClean="0">
                            <a:solidFill>
                              <a:srgbClr val="4C5764"/>
                            </a:solidFill>
                            <a:latin typeface="Cambria Math" panose="02040503050406030204" pitchFamily="18" charset="0"/>
                            <a:ea typeface="Roboto"/>
                            <a:sym typeface="Roboto"/>
                          </a:rPr>
                          <m:t>𝑆𝑑</m:t>
                        </m:r>
                        <m:r>
                          <a:rPr lang="pt-BR" sz="1200" b="0" i="1" smtClean="0">
                            <a:solidFill>
                              <a:srgbClr val="4C5764"/>
                            </a:solidFill>
                            <a:latin typeface="Cambria Math" panose="02040503050406030204" pitchFamily="18" charset="0"/>
                            <a:ea typeface="Roboto"/>
                            <a:sym typeface="Roboto"/>
                          </a:rPr>
                          <m:t>;</m:t>
                        </m:r>
                        <m:r>
                          <a:rPr lang="pt-BR" sz="1200" b="0" i="1" smtClean="0">
                            <a:solidFill>
                              <a:srgbClr val="4C5764"/>
                            </a:solidFill>
                            <a:latin typeface="Cambria Math" panose="02040503050406030204" pitchFamily="18" charset="0"/>
                            <a:ea typeface="Roboto"/>
                            <a:sym typeface="Roboto"/>
                          </a:rPr>
                          <m:t>𝐶h𝑎𝑝𝑎</m:t>
                        </m:r>
                      </m:sub>
                    </m:sSub>
                  </m:oMath>
                </a14:m>
                <a:r>
                  <a:rPr lang="pt-BR" sz="1200" dirty="0">
                    <a:solidFill>
                      <a:srgbClr val="4C5764"/>
                    </a:solidFill>
                    <a:latin typeface="Roboto"/>
                    <a:ea typeface="Roboto"/>
                    <a:cs typeface="Roboto"/>
                    <a:sym typeface="Roboto"/>
                  </a:rPr>
                  <a:t> - Momento fletor entre o furo e o perfil da coluna</a:t>
                </a:r>
              </a:p>
              <a:p>
                <a:pPr marL="152400"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DA9FC"/>
                  </a:buClr>
                  <a:buSzPts val="1200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1200" i="1" smtClean="0">
                            <a:solidFill>
                              <a:srgbClr val="4C5764"/>
                            </a:solidFill>
                            <a:latin typeface="Cambria Math" panose="02040503050406030204" pitchFamily="18" charset="0"/>
                            <a:ea typeface="Roboto"/>
                            <a:sym typeface="Roboto"/>
                          </a:rPr>
                        </m:ctrlPr>
                      </m:sSubPr>
                      <m:e>
                        <m:r>
                          <a:rPr lang="pt-BR" sz="1200" b="0" i="1" smtClean="0">
                            <a:solidFill>
                              <a:srgbClr val="4C5764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Roboto"/>
                          </a:rPr>
                          <m:t>𝑁</m:t>
                        </m:r>
                      </m:e>
                      <m:sub>
                        <m:r>
                          <a:rPr lang="pt-BR" sz="1200" b="0" i="1" smtClean="0">
                            <a:solidFill>
                              <a:srgbClr val="4C5764"/>
                            </a:solidFill>
                            <a:latin typeface="Cambria Math" panose="02040503050406030204" pitchFamily="18" charset="0"/>
                            <a:ea typeface="Roboto"/>
                            <a:sym typeface="Roboto"/>
                          </a:rPr>
                          <m:t>𝑆𝑑𝑡</m:t>
                        </m:r>
                      </m:sub>
                    </m:sSub>
                  </m:oMath>
                </a14:m>
                <a:r>
                  <a:rPr lang="pt-BR" sz="1200" dirty="0">
                    <a:solidFill>
                      <a:srgbClr val="4C5764"/>
                    </a:solidFill>
                    <a:latin typeface="Roboto"/>
                    <a:ea typeface="Roboto"/>
                    <a:cs typeface="Roboto"/>
                    <a:sym typeface="Roboto"/>
                  </a:rPr>
                  <a:t> - Tração atuante nas barras submetidas a tração</a:t>
                </a:r>
              </a:p>
              <a:p>
                <a:pPr marL="152400"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DA9FC"/>
                  </a:buClr>
                  <a:buSzPts val="1200"/>
                </a:pPr>
                <a14:m>
                  <m:oMath xmlns:m="http://schemas.openxmlformats.org/officeDocument/2006/math">
                    <m:r>
                      <a:rPr lang="pt-BR" sz="1200" b="0" i="1" smtClean="0">
                        <a:solidFill>
                          <a:srgbClr val="4C5764"/>
                        </a:solidFill>
                        <a:latin typeface="Cambria Math" panose="02040503050406030204" pitchFamily="18" charset="0"/>
                        <a:ea typeface="Roboto"/>
                        <a:sym typeface="Roboto"/>
                      </a:rPr>
                      <m:t>𝑑</m:t>
                    </m:r>
                  </m:oMath>
                </a14:m>
                <a:r>
                  <a:rPr lang="pt-BR" sz="1200" dirty="0">
                    <a:solidFill>
                      <a:srgbClr val="4C5764"/>
                    </a:solidFill>
                    <a:latin typeface="Roboto"/>
                    <a:ea typeface="Roboto"/>
                    <a:cs typeface="Roboto"/>
                    <a:sym typeface="Roboto"/>
                  </a:rPr>
                  <a:t> – Distância entre o furo e o perfil da coluna</a:t>
                </a:r>
              </a:p>
            </p:txBody>
          </p:sp>
        </mc:Choice>
        <mc:Fallback>
          <p:sp>
            <p:nvSpPr>
              <p:cNvPr id="3" name="Google Shape;143;p7">
                <a:extLst>
                  <a:ext uri="{FF2B5EF4-FFF2-40B4-BE49-F238E27FC236}">
                    <a16:creationId xmlns:a16="http://schemas.microsoft.com/office/drawing/2014/main" id="{23EAAD6A-18E4-F79C-54DB-E3467C8980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1128" y="2615797"/>
                <a:ext cx="5592872" cy="77880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183437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/>
          <p:nvPr/>
        </p:nvSpPr>
        <p:spPr>
          <a:xfrm>
            <a:off x="0" y="-6900"/>
            <a:ext cx="3544200" cy="5150400"/>
          </a:xfrm>
          <a:prstGeom prst="rect">
            <a:avLst/>
          </a:prstGeom>
          <a:solidFill>
            <a:srgbClr val="2858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7"/>
          <p:cNvSpPr txBox="1"/>
          <p:nvPr/>
        </p:nvSpPr>
        <p:spPr>
          <a:xfrm>
            <a:off x="310050" y="365134"/>
            <a:ext cx="323415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3600" b="0" i="0" u="none" strike="noStrike" cap="none" dirty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Placas de Base</a:t>
            </a:r>
            <a:endParaRPr sz="3600" b="0" i="0" u="none" strike="noStrike" cap="none" dirty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9" name="Google Shape;143;p7">
            <a:extLst>
              <a:ext uri="{FF2B5EF4-FFF2-40B4-BE49-F238E27FC236}">
                <a16:creationId xmlns:a16="http://schemas.microsoft.com/office/drawing/2014/main" id="{9C81958B-AE4B-43C9-BC2C-2CBADE7FE55A}"/>
              </a:ext>
            </a:extLst>
          </p:cNvPr>
          <p:cNvSpPr txBox="1"/>
          <p:nvPr/>
        </p:nvSpPr>
        <p:spPr>
          <a:xfrm>
            <a:off x="3544199" y="723654"/>
            <a:ext cx="5461256" cy="1215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marR="0" lvl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Para o dimensionamento, aplica-se a fórmula abaixo para o cálculo de espessura de chapas submetidas a momentos fletores:</a:t>
            </a:r>
          </a:p>
        </p:txBody>
      </p:sp>
      <p:sp>
        <p:nvSpPr>
          <p:cNvPr id="10" name="Google Shape;142;p7">
            <a:extLst>
              <a:ext uri="{FF2B5EF4-FFF2-40B4-BE49-F238E27FC236}">
                <a16:creationId xmlns:a16="http://schemas.microsoft.com/office/drawing/2014/main" id="{D7001BA3-CB80-4627-9BF8-F969EC7D3809}"/>
              </a:ext>
            </a:extLst>
          </p:cNvPr>
          <p:cNvSpPr txBox="1"/>
          <p:nvPr/>
        </p:nvSpPr>
        <p:spPr>
          <a:xfrm>
            <a:off x="3544200" y="136834"/>
            <a:ext cx="5599799" cy="519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SzPts val="3000"/>
              <a:buNone/>
              <a:defRPr sz="3000">
                <a:solidFill>
                  <a:srgbClr val="094067"/>
                </a:solidFill>
                <a:latin typeface="Roboto Black"/>
                <a:ea typeface="Roboto Black"/>
                <a:cs typeface="Roboto Black"/>
              </a:defRPr>
            </a:lvl1pPr>
          </a:lstStyle>
          <a:p>
            <a:pPr algn="l"/>
            <a:r>
              <a:rPr lang="pt-BR" sz="2800" dirty="0">
                <a:sym typeface="Roboto Light"/>
              </a:rPr>
              <a:t>Dimensionamento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Google Shape;143;p7">
                <a:extLst>
                  <a:ext uri="{FF2B5EF4-FFF2-40B4-BE49-F238E27FC236}">
                    <a16:creationId xmlns:a16="http://schemas.microsoft.com/office/drawing/2014/main" id="{978CC923-CD11-DCB8-FDC1-9C9A7571C210}"/>
                  </a:ext>
                </a:extLst>
              </p:cNvPr>
              <p:cNvSpPr txBox="1"/>
              <p:nvPr/>
            </p:nvSpPr>
            <p:spPr>
              <a:xfrm>
                <a:off x="3544198" y="1751732"/>
                <a:ext cx="5599800" cy="94903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152400"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DA9FC"/>
                  </a:buClr>
                  <a:buSzPts val="12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1600" b="1" i="1" smtClean="0">
                          <a:solidFill>
                            <a:srgbClr val="4C5764"/>
                          </a:solidFill>
                          <a:latin typeface="Cambria Math" panose="02040503050406030204" pitchFamily="18" charset="0"/>
                          <a:ea typeface="Roboto"/>
                          <a:sym typeface="Roboto"/>
                        </a:rPr>
                        <m:t>𝒕</m:t>
                      </m:r>
                      <m:r>
                        <a:rPr lang="pt-BR" sz="1600" b="1" i="1" smtClean="0">
                          <a:solidFill>
                            <a:srgbClr val="4C5764"/>
                          </a:solidFill>
                          <a:latin typeface="Cambria Math" panose="02040503050406030204" pitchFamily="18" charset="0"/>
                          <a:ea typeface="Roboto"/>
                          <a:sym typeface="Roboto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pt-BR" sz="1600" b="1" i="1" smtClean="0">
                              <a:solidFill>
                                <a:srgbClr val="4C5764"/>
                              </a:solidFill>
                              <a:latin typeface="Cambria Math" panose="02040503050406030204" pitchFamily="18" charset="0"/>
                              <a:ea typeface="Roboto"/>
                              <a:sym typeface="Roboto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pt-BR" sz="1600" b="1" i="1" smtClean="0">
                                  <a:solidFill>
                                    <a:srgbClr val="4C5764"/>
                                  </a:solidFill>
                                  <a:latin typeface="Cambria Math" panose="02040503050406030204" pitchFamily="18" charset="0"/>
                                  <a:ea typeface="Roboto"/>
                                  <a:sym typeface="Roboto"/>
                                </a:rPr>
                              </m:ctrlPr>
                            </m:fPr>
                            <m:num>
                              <m:r>
                                <a:rPr lang="pt-BR" sz="1600" b="1" i="1" smtClean="0">
                                  <a:solidFill>
                                    <a:srgbClr val="4C5764"/>
                                  </a:solidFill>
                                  <a:latin typeface="Cambria Math" panose="02040503050406030204" pitchFamily="18" charset="0"/>
                                  <a:ea typeface="Roboto"/>
                                  <a:sym typeface="Roboto"/>
                                </a:rPr>
                                <m:t>𝟔</m:t>
                              </m:r>
                              <m:r>
                                <a:rPr lang="pt-BR" sz="1600" b="1" i="1" smtClean="0">
                                  <a:solidFill>
                                    <a:srgbClr val="4C5764"/>
                                  </a:solidFill>
                                  <a:latin typeface="Cambria Math" panose="02040503050406030204" pitchFamily="18" charset="0"/>
                                  <a:ea typeface="Roboto"/>
                                  <a:sym typeface="Roboto"/>
                                </a:rPr>
                                <m:t> . </m:t>
                              </m:r>
                              <m:sSub>
                                <m:sSubPr>
                                  <m:ctrlPr>
                                    <a:rPr lang="pt-BR" sz="1600" b="1" i="1" smtClean="0">
                                      <a:solidFill>
                                        <a:srgbClr val="4C5764"/>
                                      </a:solidFill>
                                      <a:latin typeface="Cambria Math" panose="02040503050406030204" pitchFamily="18" charset="0"/>
                                      <a:ea typeface="Roboto"/>
                                      <a:sym typeface="Roboto"/>
                                    </a:rPr>
                                  </m:ctrlPr>
                                </m:sSubPr>
                                <m:e>
                                  <m:r>
                                    <a:rPr lang="pt-BR" sz="1600" b="1" i="1" smtClean="0">
                                      <a:solidFill>
                                        <a:srgbClr val="4C5764"/>
                                      </a:solidFill>
                                      <a:latin typeface="Cambria Math" panose="02040503050406030204" pitchFamily="18" charset="0"/>
                                      <a:ea typeface="Roboto"/>
                                      <a:sym typeface="Roboto"/>
                                    </a:rPr>
                                    <m:t>𝑴</m:t>
                                  </m:r>
                                </m:e>
                                <m:sub>
                                  <m:r>
                                    <a:rPr lang="pt-BR" sz="1600" b="1" i="1" smtClean="0">
                                      <a:solidFill>
                                        <a:srgbClr val="4C5764"/>
                                      </a:solidFill>
                                      <a:latin typeface="Cambria Math" panose="02040503050406030204" pitchFamily="18" charset="0"/>
                                      <a:ea typeface="Roboto"/>
                                      <a:sym typeface="Roboto"/>
                                    </a:rPr>
                                    <m:t>𝑺𝒅</m:t>
                                  </m:r>
                                  <m:r>
                                    <a:rPr lang="pt-BR" sz="1600" b="1" i="1" smtClean="0">
                                      <a:solidFill>
                                        <a:srgbClr val="4C5764"/>
                                      </a:solidFill>
                                      <a:latin typeface="Cambria Math" panose="02040503050406030204" pitchFamily="18" charset="0"/>
                                      <a:ea typeface="Roboto"/>
                                      <a:sym typeface="Roboto"/>
                                    </a:rPr>
                                    <m:t>;</m:t>
                                  </m:r>
                                  <m:r>
                                    <a:rPr lang="pt-BR" sz="1600" b="1" i="1" smtClean="0">
                                      <a:solidFill>
                                        <a:srgbClr val="4C5764"/>
                                      </a:solidFill>
                                      <a:latin typeface="Cambria Math" panose="02040503050406030204" pitchFamily="18" charset="0"/>
                                      <a:ea typeface="Roboto"/>
                                      <a:sym typeface="Roboto"/>
                                    </a:rPr>
                                    <m:t>𝑪𝒉𝒂𝒑𝒂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pt-BR" sz="1600" b="1" i="1" smtClean="0">
                                      <a:solidFill>
                                        <a:srgbClr val="4C5764"/>
                                      </a:solidFill>
                                      <a:latin typeface="Cambria Math" panose="02040503050406030204" pitchFamily="18" charset="0"/>
                                      <a:ea typeface="Roboto"/>
                                      <a:sym typeface="Roboto"/>
                                    </a:rPr>
                                  </m:ctrlPr>
                                </m:sSubPr>
                                <m:e>
                                  <m:r>
                                    <a:rPr lang="pt-BR" sz="1600" b="1" i="1" smtClean="0">
                                      <a:solidFill>
                                        <a:srgbClr val="4C5764"/>
                                      </a:solidFill>
                                      <a:latin typeface="Cambria Math" panose="02040503050406030204" pitchFamily="18" charset="0"/>
                                      <a:ea typeface="Roboto"/>
                                      <a:sym typeface="Roboto"/>
                                    </a:rPr>
                                    <m:t>𝒇</m:t>
                                  </m:r>
                                </m:e>
                                <m:sub>
                                  <m:r>
                                    <a:rPr lang="pt-BR" sz="1600" b="1" i="1" smtClean="0">
                                      <a:solidFill>
                                        <a:srgbClr val="4C5764"/>
                                      </a:solidFill>
                                      <a:latin typeface="Cambria Math" panose="02040503050406030204" pitchFamily="18" charset="0"/>
                                      <a:ea typeface="Roboto"/>
                                      <a:sym typeface="Roboto"/>
                                    </a:rPr>
                                    <m:t>𝒃</m:t>
                                  </m:r>
                                </m:sub>
                              </m:sSub>
                              <m:r>
                                <a:rPr lang="pt-BR" sz="1600" b="1" i="1" smtClean="0">
                                  <a:solidFill>
                                    <a:srgbClr val="4C5764"/>
                                  </a:solidFill>
                                  <a:latin typeface="Cambria Math" panose="02040503050406030204" pitchFamily="18" charset="0"/>
                                  <a:ea typeface="Roboto"/>
                                  <a:sym typeface="Roboto"/>
                                </a:rPr>
                                <m:t> . </m:t>
                              </m:r>
                              <m:r>
                                <a:rPr lang="pt-BR" sz="1600" b="1" i="1" smtClean="0">
                                  <a:solidFill>
                                    <a:srgbClr val="4C5764"/>
                                  </a:solidFill>
                                  <a:latin typeface="Cambria Math" panose="02040503050406030204" pitchFamily="18" charset="0"/>
                                  <a:ea typeface="Roboto"/>
                                  <a:sym typeface="Roboto"/>
                                </a:rPr>
                                <m:t>𝒃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pt-BR" sz="1600" b="1" dirty="0">
                  <a:solidFill>
                    <a:srgbClr val="4C5764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mc:Choice>
        <mc:Fallback>
          <p:sp>
            <p:nvSpPr>
              <p:cNvPr id="2" name="Google Shape;143;p7">
                <a:extLst>
                  <a:ext uri="{FF2B5EF4-FFF2-40B4-BE49-F238E27FC236}">
                    <a16:creationId xmlns:a16="http://schemas.microsoft.com/office/drawing/2014/main" id="{978CC923-CD11-DCB8-FDC1-9C9A7571C2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4198" y="1751732"/>
                <a:ext cx="5599800" cy="94903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Google Shape;143;p7">
            <a:extLst>
              <a:ext uri="{FF2B5EF4-FFF2-40B4-BE49-F238E27FC236}">
                <a16:creationId xmlns:a16="http://schemas.microsoft.com/office/drawing/2014/main" id="{E689789D-F1ED-AF7F-AC6F-4BBB1316631C}"/>
              </a:ext>
            </a:extLst>
          </p:cNvPr>
          <p:cNvSpPr txBox="1"/>
          <p:nvPr/>
        </p:nvSpPr>
        <p:spPr>
          <a:xfrm>
            <a:off x="3544200" y="2700768"/>
            <a:ext cx="5461255" cy="396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marR="0" lvl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Onde: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Google Shape;143;p7">
                <a:extLst>
                  <a:ext uri="{FF2B5EF4-FFF2-40B4-BE49-F238E27FC236}">
                    <a16:creationId xmlns:a16="http://schemas.microsoft.com/office/drawing/2014/main" id="{AE13C773-9C5B-5C96-5BDA-C6A8838DACD1}"/>
                  </a:ext>
                </a:extLst>
              </p:cNvPr>
              <p:cNvSpPr txBox="1"/>
              <p:nvPr/>
            </p:nvSpPr>
            <p:spPr>
              <a:xfrm>
                <a:off x="3544198" y="3133871"/>
                <a:ext cx="5599800" cy="3961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152400" lvl="0">
                  <a:buClr>
                    <a:srgbClr val="3DA9FC"/>
                  </a:buClr>
                  <a:buSzPts val="12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600" b="1" i="1">
                              <a:solidFill>
                                <a:srgbClr val="4C5764"/>
                              </a:solidFill>
                              <a:latin typeface="Cambria Math" panose="02040503050406030204" pitchFamily="18" charset="0"/>
                              <a:ea typeface="Roboto"/>
                              <a:sym typeface="Roboto"/>
                            </a:rPr>
                          </m:ctrlPr>
                        </m:sSubPr>
                        <m:e>
                          <m:r>
                            <a:rPr lang="pt-BR" sz="1600" b="1" i="1">
                              <a:solidFill>
                                <a:srgbClr val="4C5764"/>
                              </a:solidFill>
                              <a:latin typeface="Cambria Math" panose="02040503050406030204" pitchFamily="18" charset="0"/>
                              <a:ea typeface="Roboto"/>
                              <a:sym typeface="Roboto"/>
                            </a:rPr>
                            <m:t>𝒇</m:t>
                          </m:r>
                        </m:e>
                        <m:sub>
                          <m:r>
                            <a:rPr lang="pt-BR" sz="1600" b="1" i="1">
                              <a:solidFill>
                                <a:srgbClr val="4C5764"/>
                              </a:solidFill>
                              <a:latin typeface="Cambria Math" panose="02040503050406030204" pitchFamily="18" charset="0"/>
                              <a:ea typeface="Roboto"/>
                              <a:sym typeface="Roboto"/>
                            </a:rPr>
                            <m:t>𝒃</m:t>
                          </m:r>
                        </m:sub>
                      </m:sSub>
                      <m:r>
                        <a:rPr lang="pt-BR" sz="1600" b="1" i="1">
                          <a:solidFill>
                            <a:srgbClr val="4C5764"/>
                          </a:solidFill>
                          <a:latin typeface="Cambria Math" panose="02040503050406030204" pitchFamily="18" charset="0"/>
                          <a:ea typeface="Roboto"/>
                          <a:sym typeface="Roboto"/>
                        </a:rPr>
                        <m:t>=</m:t>
                      </m:r>
                      <m:r>
                        <a:rPr lang="pt-BR" sz="1600" b="1">
                          <a:solidFill>
                            <a:srgbClr val="4C5764"/>
                          </a:solidFill>
                          <a:latin typeface="Cambria Math" panose="02040503050406030204" pitchFamily="18" charset="0"/>
                          <a:ea typeface="Roboto"/>
                          <a:sym typeface="Roboto"/>
                        </a:rPr>
                        <m:t>𝟎</m:t>
                      </m:r>
                      <m:r>
                        <a:rPr lang="pt-BR" sz="1600" b="1">
                          <a:solidFill>
                            <a:srgbClr val="4C5764"/>
                          </a:solidFill>
                          <a:latin typeface="Cambria Math" panose="02040503050406030204" pitchFamily="18" charset="0"/>
                          <a:ea typeface="Roboto"/>
                          <a:sym typeface="Roboto"/>
                        </a:rPr>
                        <m:t>,</m:t>
                      </m:r>
                      <m:r>
                        <a:rPr lang="pt-BR" sz="1600" b="1">
                          <a:solidFill>
                            <a:srgbClr val="4C5764"/>
                          </a:solidFill>
                          <a:latin typeface="Cambria Math" panose="02040503050406030204" pitchFamily="18" charset="0"/>
                          <a:ea typeface="Roboto"/>
                          <a:sym typeface="Roboto"/>
                        </a:rPr>
                        <m:t>𝟕𝟓</m:t>
                      </m:r>
                      <m:r>
                        <a:rPr lang="pt-BR" sz="1600" b="1">
                          <a:solidFill>
                            <a:srgbClr val="4C5764"/>
                          </a:solidFill>
                          <a:latin typeface="Cambria Math" panose="02040503050406030204" pitchFamily="18" charset="0"/>
                          <a:ea typeface="Roboto"/>
                          <a:sym typeface="Roboto"/>
                        </a:rPr>
                        <m:t> . </m:t>
                      </m:r>
                      <m:sSub>
                        <m:sSubPr>
                          <m:ctrlPr>
                            <a:rPr lang="pt-BR" sz="1600" b="1" i="1">
                              <a:solidFill>
                                <a:srgbClr val="4C5764"/>
                              </a:solidFill>
                              <a:latin typeface="Cambria Math" panose="02040503050406030204" pitchFamily="18" charset="0"/>
                              <a:ea typeface="Roboto"/>
                              <a:sym typeface="Roboto"/>
                            </a:rPr>
                          </m:ctrlPr>
                        </m:sSubPr>
                        <m:e>
                          <m:r>
                            <a:rPr lang="pt-BR" sz="1600" b="1" i="1">
                              <a:solidFill>
                                <a:srgbClr val="4C5764"/>
                              </a:solidFill>
                              <a:latin typeface="Cambria Math" panose="02040503050406030204" pitchFamily="18" charset="0"/>
                              <a:ea typeface="Roboto"/>
                              <a:sym typeface="Roboto"/>
                            </a:rPr>
                            <m:t>𝒇</m:t>
                          </m:r>
                        </m:e>
                        <m:sub>
                          <m:r>
                            <a:rPr lang="pt-BR" sz="1600" b="1" i="1">
                              <a:solidFill>
                                <a:srgbClr val="4C5764"/>
                              </a:solidFill>
                              <a:latin typeface="Cambria Math" panose="02040503050406030204" pitchFamily="18" charset="0"/>
                              <a:ea typeface="Roboto"/>
                              <a:sym typeface="Roboto"/>
                            </a:rPr>
                            <m:t>𝒚</m:t>
                          </m:r>
                        </m:sub>
                      </m:sSub>
                    </m:oMath>
                  </m:oMathPara>
                </a14:m>
                <a:endParaRPr lang="pt-BR" sz="1600" b="1" dirty="0">
                  <a:solidFill>
                    <a:srgbClr val="4C5764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mc:Choice>
        <mc:Fallback>
          <p:sp>
            <p:nvSpPr>
              <p:cNvPr id="5" name="Google Shape;143;p7">
                <a:extLst>
                  <a:ext uri="{FF2B5EF4-FFF2-40B4-BE49-F238E27FC236}">
                    <a16:creationId xmlns:a16="http://schemas.microsoft.com/office/drawing/2014/main" id="{AE13C773-9C5B-5C96-5BDA-C6A8838DAC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4198" y="3133871"/>
                <a:ext cx="5599800" cy="396192"/>
              </a:xfrm>
              <a:prstGeom prst="rect">
                <a:avLst/>
              </a:prstGeom>
              <a:blipFill>
                <a:blip r:embed="rId4"/>
                <a:stretch>
                  <a:fillRect b="-769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Google Shape;143;p7">
                <a:extLst>
                  <a:ext uri="{FF2B5EF4-FFF2-40B4-BE49-F238E27FC236}">
                    <a16:creationId xmlns:a16="http://schemas.microsoft.com/office/drawing/2014/main" id="{DF77D725-9D3C-2AB2-E3DD-124377D8CE54}"/>
                  </a:ext>
                </a:extLst>
              </p:cNvPr>
              <p:cNvSpPr txBox="1"/>
              <p:nvPr/>
            </p:nvSpPr>
            <p:spPr>
              <a:xfrm>
                <a:off x="3544198" y="3796285"/>
                <a:ext cx="5592872" cy="3961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152400"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DA9FC"/>
                  </a:buClr>
                  <a:buSzPts val="1200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1200" i="1" smtClean="0">
                            <a:solidFill>
                              <a:srgbClr val="4C5764"/>
                            </a:solidFill>
                            <a:latin typeface="Cambria Math" panose="02040503050406030204" pitchFamily="18" charset="0"/>
                            <a:ea typeface="Roboto"/>
                            <a:sym typeface="Roboto"/>
                          </a:rPr>
                        </m:ctrlPr>
                      </m:sSubPr>
                      <m:e>
                        <m:r>
                          <a:rPr lang="pt-BR" sz="1200" b="0" i="1" smtClean="0">
                            <a:solidFill>
                              <a:srgbClr val="4C5764"/>
                            </a:solidFill>
                            <a:latin typeface="Cambria Math" panose="02040503050406030204" pitchFamily="18" charset="0"/>
                            <a:ea typeface="Roboto"/>
                            <a:sym typeface="Roboto"/>
                          </a:rPr>
                          <m:t>𝑓</m:t>
                        </m:r>
                      </m:e>
                      <m:sub>
                        <m:r>
                          <a:rPr lang="pt-BR" sz="1200" b="0" i="1" smtClean="0">
                            <a:solidFill>
                              <a:srgbClr val="4C5764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Roboto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pt-BR" sz="1200" dirty="0">
                    <a:solidFill>
                      <a:srgbClr val="4C5764"/>
                    </a:solidFill>
                    <a:latin typeface="Roboto"/>
                    <a:ea typeface="Roboto"/>
                    <a:cs typeface="Roboto"/>
                    <a:sym typeface="Roboto"/>
                  </a:rPr>
                  <a:t> - Limite escoamento do aço</a:t>
                </a:r>
              </a:p>
            </p:txBody>
          </p:sp>
        </mc:Choice>
        <mc:Fallback>
          <p:sp>
            <p:nvSpPr>
              <p:cNvPr id="7" name="Google Shape;143;p7">
                <a:extLst>
                  <a:ext uri="{FF2B5EF4-FFF2-40B4-BE49-F238E27FC236}">
                    <a16:creationId xmlns:a16="http://schemas.microsoft.com/office/drawing/2014/main" id="{DF77D725-9D3C-2AB2-E3DD-124377D8CE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4198" y="3796285"/>
                <a:ext cx="5592872" cy="39619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526607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/>
          <p:nvPr/>
        </p:nvSpPr>
        <p:spPr>
          <a:xfrm>
            <a:off x="0" y="-6900"/>
            <a:ext cx="3544200" cy="5150400"/>
          </a:xfrm>
          <a:prstGeom prst="rect">
            <a:avLst/>
          </a:prstGeom>
          <a:solidFill>
            <a:srgbClr val="2858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7"/>
          <p:cNvSpPr txBox="1"/>
          <p:nvPr/>
        </p:nvSpPr>
        <p:spPr>
          <a:xfrm>
            <a:off x="310050" y="365134"/>
            <a:ext cx="323415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3600" b="0" i="0" u="none" strike="noStrike" cap="none" dirty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Placas de Base</a:t>
            </a:r>
            <a:endParaRPr sz="3600" b="0" i="0" u="none" strike="noStrike" cap="none" dirty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9" name="Google Shape;143;p7">
            <a:extLst>
              <a:ext uri="{FF2B5EF4-FFF2-40B4-BE49-F238E27FC236}">
                <a16:creationId xmlns:a16="http://schemas.microsoft.com/office/drawing/2014/main" id="{9C81958B-AE4B-43C9-BC2C-2CBADE7FE55A}"/>
              </a:ext>
            </a:extLst>
          </p:cNvPr>
          <p:cNvSpPr txBox="1"/>
          <p:nvPr/>
        </p:nvSpPr>
        <p:spPr>
          <a:xfrm>
            <a:off x="3544199" y="723654"/>
            <a:ext cx="5592872" cy="1215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marR="0" lvl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As dimensões da chapa de base são baseadas fundamentalmente na pressão admissível de contato da fundação.</a:t>
            </a:r>
          </a:p>
          <a:p>
            <a:pPr marL="152400" marR="0" lvl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endParaRPr lang="pt-BR" sz="1600" b="1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52400" marR="0" lvl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Sendo assim o dimensionamento da chapa de base deverá ser a resistência d concreto a compressão (fck) menor que a tensão aplicada pela chapa:</a:t>
            </a:r>
          </a:p>
          <a:p>
            <a:pPr marL="152400" marR="0" lvl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endParaRPr lang="pt-BR" sz="1600" b="1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52400"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endParaRPr lang="pt-BR" sz="1600" b="1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52400"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</a:p>
        </p:txBody>
      </p:sp>
      <p:sp>
        <p:nvSpPr>
          <p:cNvPr id="10" name="Google Shape;142;p7">
            <a:extLst>
              <a:ext uri="{FF2B5EF4-FFF2-40B4-BE49-F238E27FC236}">
                <a16:creationId xmlns:a16="http://schemas.microsoft.com/office/drawing/2014/main" id="{D7001BA3-CB80-4627-9BF8-F969EC7D3809}"/>
              </a:ext>
            </a:extLst>
          </p:cNvPr>
          <p:cNvSpPr txBox="1"/>
          <p:nvPr/>
        </p:nvSpPr>
        <p:spPr>
          <a:xfrm>
            <a:off x="3544200" y="136834"/>
            <a:ext cx="5599799" cy="519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SzPts val="3000"/>
              <a:buNone/>
              <a:defRPr sz="3000">
                <a:solidFill>
                  <a:srgbClr val="094067"/>
                </a:solidFill>
                <a:latin typeface="Roboto Black"/>
                <a:ea typeface="Roboto Black"/>
                <a:cs typeface="Roboto Black"/>
              </a:defRPr>
            </a:lvl1pPr>
          </a:lstStyle>
          <a:p>
            <a:pPr algn="l"/>
            <a:r>
              <a:rPr lang="pt-BR" sz="2800" dirty="0">
                <a:sym typeface="Roboto Light"/>
              </a:rPr>
              <a:t>Dimensionamento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Google Shape;143;p7">
                <a:extLst>
                  <a:ext uri="{FF2B5EF4-FFF2-40B4-BE49-F238E27FC236}">
                    <a16:creationId xmlns:a16="http://schemas.microsoft.com/office/drawing/2014/main" id="{978CC923-CD11-DCB8-FDC1-9C9A7571C210}"/>
                  </a:ext>
                </a:extLst>
              </p:cNvPr>
              <p:cNvSpPr txBox="1"/>
              <p:nvPr/>
            </p:nvSpPr>
            <p:spPr>
              <a:xfrm>
                <a:off x="3530343" y="2669199"/>
                <a:ext cx="5599800" cy="778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152400"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DA9FC"/>
                  </a:buClr>
                  <a:buSzPts val="12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600" b="1" i="1" smtClean="0">
                              <a:solidFill>
                                <a:srgbClr val="4C5764"/>
                              </a:solidFill>
                              <a:latin typeface="Cambria Math" panose="02040503050406030204" pitchFamily="18" charset="0"/>
                              <a:ea typeface="Roboto"/>
                              <a:sym typeface="Roboto"/>
                            </a:rPr>
                          </m:ctrlPr>
                        </m:sSubPr>
                        <m:e>
                          <m:r>
                            <a:rPr lang="pt-BR" sz="1600" b="1" i="1" smtClean="0">
                              <a:solidFill>
                                <a:srgbClr val="4C576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Roboto"/>
                            </a:rPr>
                            <m:t>𝒇</m:t>
                          </m:r>
                        </m:e>
                        <m:sub>
                          <m:r>
                            <a:rPr lang="pt-BR" sz="1600" b="1" i="1" smtClean="0">
                              <a:solidFill>
                                <a:srgbClr val="4C5764"/>
                              </a:solidFill>
                              <a:latin typeface="Cambria Math" panose="02040503050406030204" pitchFamily="18" charset="0"/>
                              <a:ea typeface="Roboto"/>
                              <a:sym typeface="Roboto"/>
                            </a:rPr>
                            <m:t>𝒄</m:t>
                          </m:r>
                        </m:sub>
                      </m:sSub>
                      <m:r>
                        <a:rPr lang="pt-BR" sz="1600" b="1" i="1" smtClean="0">
                          <a:solidFill>
                            <a:srgbClr val="4C5764"/>
                          </a:solidFill>
                          <a:latin typeface="Cambria Math" panose="02040503050406030204" pitchFamily="18" charset="0"/>
                          <a:ea typeface="Roboto"/>
                          <a:sym typeface="Roboto"/>
                        </a:rPr>
                        <m:t>=</m:t>
                      </m:r>
                      <m:f>
                        <m:fPr>
                          <m:ctrlPr>
                            <a:rPr lang="pt-BR" sz="1600" b="1" i="1" smtClean="0">
                              <a:solidFill>
                                <a:srgbClr val="4C5764"/>
                              </a:solidFill>
                              <a:latin typeface="Cambria Math" panose="02040503050406030204" pitchFamily="18" charset="0"/>
                              <a:ea typeface="Roboto"/>
                              <a:sym typeface="Roboto"/>
                            </a:rPr>
                          </m:ctrlPr>
                        </m:fPr>
                        <m:num>
                          <m:r>
                            <a:rPr lang="pt-BR" sz="1600" b="1" i="1" smtClean="0">
                              <a:solidFill>
                                <a:srgbClr val="4C5764"/>
                              </a:solidFill>
                              <a:latin typeface="Cambria Math" panose="02040503050406030204" pitchFamily="18" charset="0"/>
                              <a:ea typeface="Roboto"/>
                              <a:sym typeface="Roboto"/>
                            </a:rPr>
                            <m:t>𝑵</m:t>
                          </m:r>
                        </m:num>
                        <m:den>
                          <m:r>
                            <a:rPr lang="pt-BR" sz="1600" b="1" i="1" smtClean="0">
                              <a:solidFill>
                                <a:srgbClr val="4C5764"/>
                              </a:solidFill>
                              <a:latin typeface="Cambria Math" panose="02040503050406030204" pitchFamily="18" charset="0"/>
                              <a:ea typeface="Roboto"/>
                              <a:sym typeface="Roboto"/>
                            </a:rPr>
                            <m:t>𝒃</m:t>
                          </m:r>
                        </m:den>
                      </m:f>
                      <m:r>
                        <a:rPr lang="pt-BR" sz="1600" b="1" i="1" smtClean="0">
                          <a:solidFill>
                            <a:srgbClr val="4C5764"/>
                          </a:solidFill>
                          <a:latin typeface="Cambria Math" panose="02040503050406030204" pitchFamily="18" charset="0"/>
                          <a:ea typeface="Roboto"/>
                          <a:sym typeface="Roboto"/>
                        </a:rPr>
                        <m:t>. </m:t>
                      </m:r>
                      <m:r>
                        <a:rPr lang="pt-BR" sz="1600" b="1" i="1" smtClean="0">
                          <a:solidFill>
                            <a:srgbClr val="4C5764"/>
                          </a:solidFill>
                          <a:latin typeface="Cambria Math" panose="02040503050406030204" pitchFamily="18" charset="0"/>
                          <a:ea typeface="Roboto"/>
                          <a:sym typeface="Roboto"/>
                        </a:rPr>
                        <m:t>𝒄</m:t>
                      </m:r>
                      <m:r>
                        <a:rPr lang="pt-BR" sz="1600" b="1" i="1" smtClean="0">
                          <a:solidFill>
                            <a:srgbClr val="4C5764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Roboto"/>
                        </a:rPr>
                        <m:t>≤</m:t>
                      </m:r>
                      <m:sSub>
                        <m:sSubPr>
                          <m:ctrlPr>
                            <a:rPr lang="pt-BR" sz="1600" b="1" i="1" smtClean="0">
                              <a:solidFill>
                                <a:srgbClr val="4C576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Roboto"/>
                            </a:rPr>
                          </m:ctrlPr>
                        </m:sSubPr>
                        <m:e>
                          <m:r>
                            <a:rPr lang="pt-BR" sz="1600" b="1" i="1" smtClean="0">
                              <a:solidFill>
                                <a:srgbClr val="4C576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Roboto"/>
                            </a:rPr>
                            <m:t>𝒇</m:t>
                          </m:r>
                        </m:e>
                        <m:sub>
                          <m:r>
                            <a:rPr lang="pt-BR" sz="1600" b="1" i="1" smtClean="0">
                              <a:solidFill>
                                <a:srgbClr val="4C576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Roboto"/>
                            </a:rPr>
                            <m:t>𝒄𝒌</m:t>
                          </m:r>
                        </m:sub>
                      </m:sSub>
                    </m:oMath>
                  </m:oMathPara>
                </a14:m>
                <a:endParaRPr lang="pt-BR" sz="1600" b="1" dirty="0">
                  <a:solidFill>
                    <a:srgbClr val="4C5764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mc:Choice>
        <mc:Fallback>
          <p:sp>
            <p:nvSpPr>
              <p:cNvPr id="2" name="Google Shape;143;p7">
                <a:extLst>
                  <a:ext uri="{FF2B5EF4-FFF2-40B4-BE49-F238E27FC236}">
                    <a16:creationId xmlns:a16="http://schemas.microsoft.com/office/drawing/2014/main" id="{978CC923-CD11-DCB8-FDC1-9C9A7571C2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0343" y="2669199"/>
                <a:ext cx="5599800" cy="7788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013443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587A"/>
        </a:solidFill>
        <a:effectLst/>
      </p:bgPr>
    </p:bg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6"/>
          <p:cNvSpPr txBox="1"/>
          <p:nvPr/>
        </p:nvSpPr>
        <p:spPr>
          <a:xfrm>
            <a:off x="1628979" y="1743450"/>
            <a:ext cx="5886042" cy="8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lang="pt-BR" sz="4200" dirty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Muito obrigado e eu te vejo na próxima aula!</a:t>
            </a:r>
            <a:endParaRPr sz="4200" b="0" i="0" u="none" strike="noStrike" cap="none" dirty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/>
          <p:nvPr/>
        </p:nvSpPr>
        <p:spPr>
          <a:xfrm>
            <a:off x="0" y="-6900"/>
            <a:ext cx="3544200" cy="5150400"/>
          </a:xfrm>
          <a:prstGeom prst="rect">
            <a:avLst/>
          </a:prstGeom>
          <a:solidFill>
            <a:srgbClr val="2858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7"/>
          <p:cNvSpPr txBox="1"/>
          <p:nvPr/>
        </p:nvSpPr>
        <p:spPr>
          <a:xfrm>
            <a:off x="310050" y="365134"/>
            <a:ext cx="323415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3600" b="0" i="0" u="none" strike="noStrike" cap="none" dirty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Placas de Base</a:t>
            </a:r>
            <a:endParaRPr sz="3600" b="0" i="0" u="none" strike="noStrike" cap="none" dirty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9" name="Google Shape;143;p7">
            <a:extLst>
              <a:ext uri="{FF2B5EF4-FFF2-40B4-BE49-F238E27FC236}">
                <a16:creationId xmlns:a16="http://schemas.microsoft.com/office/drawing/2014/main" id="{9C81958B-AE4B-43C9-BC2C-2CBADE7FE55A}"/>
              </a:ext>
            </a:extLst>
          </p:cNvPr>
          <p:cNvSpPr txBox="1"/>
          <p:nvPr/>
        </p:nvSpPr>
        <p:spPr>
          <a:xfrm>
            <a:off x="3544199" y="723654"/>
            <a:ext cx="5592872" cy="1215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marR="0" lvl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As dimensões da chapa de base são baseadas fundamentalmente na pressão admissível de contato da fundação.</a:t>
            </a:r>
          </a:p>
          <a:p>
            <a:pPr marL="152400" marR="0" lvl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endParaRPr lang="pt-BR" sz="1600" b="1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52400" marR="0" lvl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Sendo assim o dimensionamento da chapa de base deverá ser a resistência d concreto a compressão (fck) menor que a tensão aplicada pela chapa:</a:t>
            </a:r>
          </a:p>
          <a:p>
            <a:pPr marL="152400" marR="0" lvl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endParaRPr lang="pt-BR" sz="1600" b="1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52400"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endParaRPr lang="pt-BR" sz="1600" b="1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52400"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</a:p>
        </p:txBody>
      </p:sp>
      <p:sp>
        <p:nvSpPr>
          <p:cNvPr id="10" name="Google Shape;142;p7">
            <a:extLst>
              <a:ext uri="{FF2B5EF4-FFF2-40B4-BE49-F238E27FC236}">
                <a16:creationId xmlns:a16="http://schemas.microsoft.com/office/drawing/2014/main" id="{D7001BA3-CB80-4627-9BF8-F969EC7D3809}"/>
              </a:ext>
            </a:extLst>
          </p:cNvPr>
          <p:cNvSpPr txBox="1"/>
          <p:nvPr/>
        </p:nvSpPr>
        <p:spPr>
          <a:xfrm>
            <a:off x="3544200" y="136834"/>
            <a:ext cx="5599799" cy="519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SzPts val="3000"/>
              <a:buNone/>
              <a:defRPr sz="3000">
                <a:solidFill>
                  <a:srgbClr val="094067"/>
                </a:solidFill>
                <a:latin typeface="Roboto Black"/>
                <a:ea typeface="Roboto Black"/>
                <a:cs typeface="Roboto Black"/>
              </a:defRPr>
            </a:lvl1pPr>
          </a:lstStyle>
          <a:p>
            <a:pPr algn="l"/>
            <a:r>
              <a:rPr lang="pt-BR" sz="2800" dirty="0">
                <a:sym typeface="Roboto Light"/>
              </a:rPr>
              <a:t>Dimensionamento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Google Shape;143;p7">
                <a:extLst>
                  <a:ext uri="{FF2B5EF4-FFF2-40B4-BE49-F238E27FC236}">
                    <a16:creationId xmlns:a16="http://schemas.microsoft.com/office/drawing/2014/main" id="{C2B60A26-5F47-D749-D2A6-79C41BD0E30E}"/>
                  </a:ext>
                </a:extLst>
              </p:cNvPr>
              <p:cNvSpPr txBox="1"/>
              <p:nvPr/>
            </p:nvSpPr>
            <p:spPr>
              <a:xfrm>
                <a:off x="3537271" y="3953567"/>
                <a:ext cx="5592872" cy="11379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152400"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DA9FC"/>
                  </a:buClr>
                  <a:buSzPts val="1200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1200" i="1" smtClean="0">
                            <a:solidFill>
                              <a:srgbClr val="4C5764"/>
                            </a:solidFill>
                            <a:latin typeface="Cambria Math" panose="02040503050406030204" pitchFamily="18" charset="0"/>
                            <a:ea typeface="Roboto"/>
                            <a:sym typeface="Roboto"/>
                          </a:rPr>
                        </m:ctrlPr>
                      </m:sSubPr>
                      <m:e>
                        <m:r>
                          <a:rPr lang="pt-BR" sz="1200" b="0" i="1" smtClean="0">
                            <a:solidFill>
                              <a:srgbClr val="4C5764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Roboto"/>
                          </a:rPr>
                          <m:t>𝜎</m:t>
                        </m:r>
                      </m:e>
                      <m:sub>
                        <m:r>
                          <a:rPr lang="pt-BR" sz="1200" b="0" i="1" smtClean="0">
                            <a:solidFill>
                              <a:srgbClr val="4C5764"/>
                            </a:solidFill>
                            <a:latin typeface="Cambria Math" panose="02040503050406030204" pitchFamily="18" charset="0"/>
                            <a:ea typeface="Roboto"/>
                            <a:sym typeface="Roboto"/>
                          </a:rPr>
                          <m:t>𝑐</m:t>
                        </m:r>
                        <m:r>
                          <a:rPr lang="pt-BR" sz="1200" b="0" i="1" smtClean="0">
                            <a:solidFill>
                              <a:srgbClr val="4C5764"/>
                            </a:solidFill>
                            <a:latin typeface="Cambria Math" panose="02040503050406030204" pitchFamily="18" charset="0"/>
                            <a:ea typeface="Roboto"/>
                            <a:sym typeface="Roboto"/>
                          </a:rPr>
                          <m:t>,</m:t>
                        </m:r>
                        <m:r>
                          <a:rPr lang="pt-BR" sz="1200" b="0" i="1" smtClean="0">
                            <a:solidFill>
                              <a:srgbClr val="4C5764"/>
                            </a:solidFill>
                            <a:latin typeface="Cambria Math" panose="02040503050406030204" pitchFamily="18" charset="0"/>
                            <a:ea typeface="Roboto"/>
                            <a:sym typeface="Roboto"/>
                          </a:rPr>
                          <m:t>𝑅𝑑</m:t>
                        </m:r>
                      </m:sub>
                    </m:sSub>
                  </m:oMath>
                </a14:m>
                <a:r>
                  <a:rPr lang="pt-BR" sz="1200" dirty="0">
                    <a:solidFill>
                      <a:srgbClr val="4C5764"/>
                    </a:solidFill>
                    <a:latin typeface="Roboto"/>
                    <a:ea typeface="Roboto"/>
                    <a:cs typeface="Roboto"/>
                    <a:sym typeface="Roboto"/>
                  </a:rPr>
                  <a:t> - Resistência à pressão de contato na base de concreto</a:t>
                </a:r>
              </a:p>
              <a:p>
                <a:pPr marL="152400"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DA9FC"/>
                  </a:buClr>
                  <a:buSzPts val="1200"/>
                </a:pPr>
                <a:r>
                  <a:rPr lang="pt-BR" sz="1200" dirty="0">
                    <a:solidFill>
                      <a:srgbClr val="4C5764"/>
                    </a:solidFill>
                    <a:latin typeface="Roboto"/>
                    <a:ea typeface="Roboto"/>
                    <a:cs typeface="Roboto"/>
                    <a:sym typeface="Roboto"/>
                  </a:rPr>
                  <a:t>A</a:t>
                </a:r>
                <a:r>
                  <a:rPr lang="pt-BR" sz="1200" baseline="-25000" dirty="0">
                    <a:solidFill>
                      <a:srgbClr val="4C5764"/>
                    </a:solidFill>
                    <a:latin typeface="Roboto"/>
                    <a:ea typeface="Roboto"/>
                    <a:cs typeface="Roboto"/>
                    <a:sym typeface="Roboto"/>
                  </a:rPr>
                  <a:t>1</a:t>
                </a:r>
                <a:r>
                  <a:rPr lang="pt-BR" sz="1200" dirty="0">
                    <a:solidFill>
                      <a:srgbClr val="4C5764"/>
                    </a:solidFill>
                    <a:latin typeface="Roboto"/>
                    <a:ea typeface="Roboto"/>
                    <a:cs typeface="Roboto"/>
                    <a:sym typeface="Roboto"/>
                  </a:rPr>
                  <a:t> – Área da placa de base</a:t>
                </a:r>
              </a:p>
              <a:p>
                <a:pPr marL="152400"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DA9FC"/>
                  </a:buClr>
                  <a:buSzPts val="1200"/>
                </a:pPr>
                <a:r>
                  <a:rPr lang="pt-BR" sz="1200" dirty="0">
                    <a:solidFill>
                      <a:srgbClr val="4C5764"/>
                    </a:solidFill>
                    <a:latin typeface="Roboto"/>
                    <a:ea typeface="Roboto"/>
                    <a:cs typeface="Roboto"/>
                    <a:sym typeface="Roboto"/>
                  </a:rPr>
                  <a:t>A</a:t>
                </a:r>
                <a:r>
                  <a:rPr lang="pt-BR" sz="1200" baseline="-25000" dirty="0">
                    <a:solidFill>
                      <a:srgbClr val="4C5764"/>
                    </a:solidFill>
                    <a:latin typeface="Roboto"/>
                    <a:ea typeface="Roboto"/>
                    <a:cs typeface="Roboto"/>
                    <a:sym typeface="Roboto"/>
                  </a:rPr>
                  <a:t>2</a:t>
                </a:r>
                <a:r>
                  <a:rPr lang="pt-BR" sz="1200" dirty="0">
                    <a:solidFill>
                      <a:srgbClr val="4C5764"/>
                    </a:solidFill>
                    <a:latin typeface="Roboto"/>
                    <a:ea typeface="Roboto"/>
                    <a:cs typeface="Roboto"/>
                    <a:sym typeface="Roboto"/>
                  </a:rPr>
                  <a:t> – Área da base de concreto</a:t>
                </a:r>
              </a:p>
              <a:p>
                <a:pPr marL="152400"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DA9FC"/>
                  </a:buClr>
                  <a:buSzPts val="1200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1200" i="1" smtClean="0">
                            <a:solidFill>
                              <a:srgbClr val="4C5764"/>
                            </a:solidFill>
                            <a:latin typeface="Cambria Math" panose="02040503050406030204" pitchFamily="18" charset="0"/>
                            <a:ea typeface="Roboto"/>
                            <a:sym typeface="Roboto"/>
                          </a:rPr>
                        </m:ctrlPr>
                      </m:sSubPr>
                      <m:e>
                        <m:r>
                          <a:rPr lang="pt-BR" sz="1200" b="0" i="1" smtClean="0">
                            <a:solidFill>
                              <a:srgbClr val="4C5764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Roboto"/>
                          </a:rPr>
                          <m:t>𝛾</m:t>
                        </m:r>
                      </m:e>
                      <m:sub>
                        <m:r>
                          <a:rPr lang="pt-BR" sz="1200" b="0" i="1" smtClean="0">
                            <a:solidFill>
                              <a:srgbClr val="4C5764"/>
                            </a:solidFill>
                            <a:latin typeface="Cambria Math" panose="02040503050406030204" pitchFamily="18" charset="0"/>
                            <a:ea typeface="Roboto"/>
                            <a:sym typeface="Roboto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pt-BR" sz="1200" dirty="0">
                    <a:solidFill>
                      <a:srgbClr val="4C5764"/>
                    </a:solidFill>
                    <a:latin typeface="Roboto"/>
                    <a:ea typeface="Roboto"/>
                    <a:cs typeface="Roboto"/>
                    <a:sym typeface="Roboto"/>
                  </a:rPr>
                  <a:t> = Coeficiente de ponderação da resistência do concreto = 1,4</a:t>
                </a:r>
              </a:p>
              <a:p>
                <a:pPr marL="152400"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DA9FC"/>
                  </a:buClr>
                  <a:buSzPts val="1200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1200" i="1" smtClean="0">
                            <a:solidFill>
                              <a:srgbClr val="4C5764"/>
                            </a:solidFill>
                            <a:latin typeface="Cambria Math" panose="02040503050406030204" pitchFamily="18" charset="0"/>
                            <a:ea typeface="Roboto"/>
                            <a:sym typeface="Roboto"/>
                          </a:rPr>
                        </m:ctrlPr>
                      </m:sSubPr>
                      <m:e>
                        <m:r>
                          <a:rPr lang="pt-BR" sz="1200" b="0" i="1" smtClean="0">
                            <a:solidFill>
                              <a:srgbClr val="4C5764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Roboto"/>
                          </a:rPr>
                          <m:t>𝛾</m:t>
                        </m:r>
                      </m:e>
                      <m:sub>
                        <m:r>
                          <a:rPr lang="pt-BR" sz="1200" b="0" i="1" smtClean="0">
                            <a:solidFill>
                              <a:srgbClr val="4C5764"/>
                            </a:solidFill>
                            <a:latin typeface="Cambria Math" panose="02040503050406030204" pitchFamily="18" charset="0"/>
                            <a:ea typeface="Roboto"/>
                            <a:sym typeface="Roboto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pt-BR" sz="1200" dirty="0">
                    <a:solidFill>
                      <a:srgbClr val="4C5764"/>
                    </a:solidFill>
                    <a:latin typeface="Roboto"/>
                    <a:ea typeface="Roboto"/>
                    <a:cs typeface="Roboto"/>
                    <a:sym typeface="Roboto"/>
                  </a:rPr>
                  <a:t> = Coeficiente de comportamento = 1,4</a:t>
                </a:r>
              </a:p>
              <a:p>
                <a:pPr marL="152400"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DA9FC"/>
                  </a:buClr>
                  <a:buSzPts val="1200"/>
                </a:pPr>
                <a:endParaRPr lang="pt-BR" sz="1200" dirty="0">
                  <a:solidFill>
                    <a:srgbClr val="4C5764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mc:Choice>
        <mc:Fallback>
          <p:sp>
            <p:nvSpPr>
              <p:cNvPr id="4" name="Google Shape;143;p7">
                <a:extLst>
                  <a:ext uri="{FF2B5EF4-FFF2-40B4-BE49-F238E27FC236}">
                    <a16:creationId xmlns:a16="http://schemas.microsoft.com/office/drawing/2014/main" id="{C2B60A26-5F47-D749-D2A6-79C41BD0E3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7271" y="3953567"/>
                <a:ext cx="5592872" cy="113790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Google Shape;143;p7">
                <a:extLst>
                  <a:ext uri="{FF2B5EF4-FFF2-40B4-BE49-F238E27FC236}">
                    <a16:creationId xmlns:a16="http://schemas.microsoft.com/office/drawing/2014/main" id="{978CC923-CD11-DCB8-FDC1-9C9A7571C210}"/>
                  </a:ext>
                </a:extLst>
              </p:cNvPr>
              <p:cNvSpPr txBox="1"/>
              <p:nvPr/>
            </p:nvSpPr>
            <p:spPr>
              <a:xfrm>
                <a:off x="3530343" y="2669199"/>
                <a:ext cx="5599800" cy="778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152400"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DA9FC"/>
                  </a:buClr>
                  <a:buSzPts val="12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600" b="1" i="1" smtClean="0">
                              <a:solidFill>
                                <a:srgbClr val="4C5764"/>
                              </a:solidFill>
                              <a:latin typeface="Cambria Math" panose="02040503050406030204" pitchFamily="18" charset="0"/>
                              <a:ea typeface="Roboto"/>
                              <a:sym typeface="Roboto"/>
                            </a:rPr>
                          </m:ctrlPr>
                        </m:sSubPr>
                        <m:e>
                          <m:r>
                            <a:rPr lang="pt-BR" sz="1600" b="1" i="1" smtClean="0">
                              <a:solidFill>
                                <a:srgbClr val="4C576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Roboto"/>
                            </a:rPr>
                            <m:t>𝒇</m:t>
                          </m:r>
                        </m:e>
                        <m:sub>
                          <m:r>
                            <a:rPr lang="pt-BR" sz="1600" b="1" i="1" smtClean="0">
                              <a:solidFill>
                                <a:srgbClr val="4C5764"/>
                              </a:solidFill>
                              <a:latin typeface="Cambria Math" panose="02040503050406030204" pitchFamily="18" charset="0"/>
                              <a:ea typeface="Roboto"/>
                              <a:sym typeface="Roboto"/>
                            </a:rPr>
                            <m:t>𝒄</m:t>
                          </m:r>
                        </m:sub>
                      </m:sSub>
                      <m:r>
                        <a:rPr lang="pt-BR" sz="1600" b="1" i="1" smtClean="0">
                          <a:solidFill>
                            <a:srgbClr val="4C5764"/>
                          </a:solidFill>
                          <a:latin typeface="Cambria Math" panose="02040503050406030204" pitchFamily="18" charset="0"/>
                          <a:ea typeface="Roboto"/>
                          <a:sym typeface="Roboto"/>
                        </a:rPr>
                        <m:t>=</m:t>
                      </m:r>
                      <m:f>
                        <m:fPr>
                          <m:ctrlPr>
                            <a:rPr lang="pt-BR" sz="1600" b="1" i="1" smtClean="0">
                              <a:solidFill>
                                <a:srgbClr val="4C5764"/>
                              </a:solidFill>
                              <a:latin typeface="Cambria Math" panose="02040503050406030204" pitchFamily="18" charset="0"/>
                              <a:ea typeface="Roboto"/>
                              <a:sym typeface="Roboto"/>
                            </a:rPr>
                          </m:ctrlPr>
                        </m:fPr>
                        <m:num>
                          <m:r>
                            <a:rPr lang="pt-BR" sz="1600" b="1" i="1" smtClean="0">
                              <a:solidFill>
                                <a:srgbClr val="4C5764"/>
                              </a:solidFill>
                              <a:latin typeface="Cambria Math" panose="02040503050406030204" pitchFamily="18" charset="0"/>
                              <a:ea typeface="Roboto"/>
                              <a:sym typeface="Roboto"/>
                            </a:rPr>
                            <m:t>𝑵</m:t>
                          </m:r>
                        </m:num>
                        <m:den>
                          <m:r>
                            <a:rPr lang="pt-BR" sz="1600" b="1" i="1" smtClean="0">
                              <a:solidFill>
                                <a:srgbClr val="4C5764"/>
                              </a:solidFill>
                              <a:latin typeface="Cambria Math" panose="02040503050406030204" pitchFamily="18" charset="0"/>
                              <a:ea typeface="Roboto"/>
                              <a:sym typeface="Roboto"/>
                            </a:rPr>
                            <m:t>𝒃</m:t>
                          </m:r>
                        </m:den>
                      </m:f>
                      <m:r>
                        <a:rPr lang="pt-BR" sz="1600" b="1" i="1" smtClean="0">
                          <a:solidFill>
                            <a:srgbClr val="4C5764"/>
                          </a:solidFill>
                          <a:latin typeface="Cambria Math" panose="02040503050406030204" pitchFamily="18" charset="0"/>
                          <a:ea typeface="Roboto"/>
                          <a:sym typeface="Roboto"/>
                        </a:rPr>
                        <m:t>. </m:t>
                      </m:r>
                      <m:r>
                        <a:rPr lang="pt-BR" sz="1600" b="1" i="1" smtClean="0">
                          <a:solidFill>
                            <a:srgbClr val="4C5764"/>
                          </a:solidFill>
                          <a:latin typeface="Cambria Math" panose="02040503050406030204" pitchFamily="18" charset="0"/>
                          <a:ea typeface="Roboto"/>
                          <a:sym typeface="Roboto"/>
                        </a:rPr>
                        <m:t>𝒄</m:t>
                      </m:r>
                      <m:r>
                        <a:rPr lang="pt-BR" sz="1600" b="1" i="1" smtClean="0">
                          <a:solidFill>
                            <a:srgbClr val="4C5764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Roboto"/>
                        </a:rPr>
                        <m:t>≤</m:t>
                      </m:r>
                      <m:sSub>
                        <m:sSubPr>
                          <m:ctrlPr>
                            <a:rPr lang="pt-BR" sz="1600" b="1" i="1" smtClean="0">
                              <a:solidFill>
                                <a:srgbClr val="4C576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Roboto"/>
                            </a:rPr>
                          </m:ctrlPr>
                        </m:sSubPr>
                        <m:e>
                          <m:r>
                            <a:rPr lang="pt-BR" sz="1600" b="1" i="1" smtClean="0">
                              <a:solidFill>
                                <a:srgbClr val="4C576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Roboto"/>
                            </a:rPr>
                            <m:t>𝒇</m:t>
                          </m:r>
                        </m:e>
                        <m:sub>
                          <m:r>
                            <a:rPr lang="pt-BR" sz="1600" b="1" i="1" smtClean="0">
                              <a:solidFill>
                                <a:srgbClr val="4C576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Roboto"/>
                            </a:rPr>
                            <m:t>𝒄𝒌</m:t>
                          </m:r>
                        </m:sub>
                      </m:sSub>
                    </m:oMath>
                  </m:oMathPara>
                </a14:m>
                <a:endParaRPr lang="pt-BR" sz="1600" b="1" dirty="0">
                  <a:solidFill>
                    <a:srgbClr val="4C5764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mc:Choice>
        <mc:Fallback>
          <p:sp>
            <p:nvSpPr>
              <p:cNvPr id="2" name="Google Shape;143;p7">
                <a:extLst>
                  <a:ext uri="{FF2B5EF4-FFF2-40B4-BE49-F238E27FC236}">
                    <a16:creationId xmlns:a16="http://schemas.microsoft.com/office/drawing/2014/main" id="{978CC923-CD11-DCB8-FDC1-9C9A7571C2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0343" y="2669199"/>
                <a:ext cx="5599800" cy="7788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664635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/>
          <p:nvPr/>
        </p:nvSpPr>
        <p:spPr>
          <a:xfrm>
            <a:off x="0" y="-6900"/>
            <a:ext cx="3544200" cy="5150400"/>
          </a:xfrm>
          <a:prstGeom prst="rect">
            <a:avLst/>
          </a:prstGeom>
          <a:solidFill>
            <a:srgbClr val="2858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7"/>
          <p:cNvSpPr txBox="1"/>
          <p:nvPr/>
        </p:nvSpPr>
        <p:spPr>
          <a:xfrm>
            <a:off x="310050" y="365134"/>
            <a:ext cx="323415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3600" b="0" i="0" u="none" strike="noStrike" cap="none" dirty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Placas de Base</a:t>
            </a:r>
            <a:endParaRPr sz="3600" b="0" i="0" u="none" strike="noStrike" cap="none" dirty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9" name="Google Shape;143;p7">
            <a:extLst>
              <a:ext uri="{FF2B5EF4-FFF2-40B4-BE49-F238E27FC236}">
                <a16:creationId xmlns:a16="http://schemas.microsoft.com/office/drawing/2014/main" id="{9C81958B-AE4B-43C9-BC2C-2CBADE7FE55A}"/>
              </a:ext>
            </a:extLst>
          </p:cNvPr>
          <p:cNvSpPr txBox="1"/>
          <p:nvPr/>
        </p:nvSpPr>
        <p:spPr>
          <a:xfrm>
            <a:off x="3544199" y="723654"/>
            <a:ext cx="5461256" cy="1215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marR="0" lvl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O projeto de bases rotuladas consiste em verificar a resistência da base de concreto em funções das dimensões em planta da placa de base e determinar a sua espessura:</a:t>
            </a:r>
          </a:p>
        </p:txBody>
      </p:sp>
      <p:sp>
        <p:nvSpPr>
          <p:cNvPr id="10" name="Google Shape;142;p7">
            <a:extLst>
              <a:ext uri="{FF2B5EF4-FFF2-40B4-BE49-F238E27FC236}">
                <a16:creationId xmlns:a16="http://schemas.microsoft.com/office/drawing/2014/main" id="{D7001BA3-CB80-4627-9BF8-F969EC7D3809}"/>
              </a:ext>
            </a:extLst>
          </p:cNvPr>
          <p:cNvSpPr txBox="1"/>
          <p:nvPr/>
        </p:nvSpPr>
        <p:spPr>
          <a:xfrm>
            <a:off x="3544200" y="136834"/>
            <a:ext cx="5599799" cy="519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SzPts val="3000"/>
              <a:buNone/>
              <a:defRPr sz="3000">
                <a:solidFill>
                  <a:srgbClr val="094067"/>
                </a:solidFill>
                <a:latin typeface="Roboto Black"/>
                <a:ea typeface="Roboto Black"/>
                <a:cs typeface="Roboto Black"/>
              </a:defRPr>
            </a:lvl1pPr>
          </a:lstStyle>
          <a:p>
            <a:pPr algn="l"/>
            <a:r>
              <a:rPr lang="pt-BR" sz="2800" dirty="0">
                <a:sym typeface="Roboto Light"/>
              </a:rPr>
              <a:t>Bases Rotuladas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Google Shape;143;p7">
                <a:extLst>
                  <a:ext uri="{FF2B5EF4-FFF2-40B4-BE49-F238E27FC236}">
                    <a16:creationId xmlns:a16="http://schemas.microsoft.com/office/drawing/2014/main" id="{C2B60A26-5F47-D749-D2A6-79C41BD0E30E}"/>
                  </a:ext>
                </a:extLst>
              </p:cNvPr>
              <p:cNvSpPr txBox="1"/>
              <p:nvPr/>
            </p:nvSpPr>
            <p:spPr>
              <a:xfrm>
                <a:off x="3547662" y="2574763"/>
                <a:ext cx="5592872" cy="11379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152400"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DA9FC"/>
                  </a:buClr>
                  <a:buSzPts val="1200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1200" i="1" smtClean="0">
                            <a:solidFill>
                              <a:srgbClr val="4C5764"/>
                            </a:solidFill>
                            <a:latin typeface="Cambria Math" panose="02040503050406030204" pitchFamily="18" charset="0"/>
                            <a:ea typeface="Roboto"/>
                            <a:sym typeface="Roboto"/>
                          </a:rPr>
                        </m:ctrlPr>
                      </m:sSubPr>
                      <m:e>
                        <m:r>
                          <a:rPr lang="pt-BR" sz="1200" b="0" i="1" smtClean="0">
                            <a:solidFill>
                              <a:srgbClr val="4C5764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Roboto"/>
                          </a:rPr>
                          <m:t>𝜎</m:t>
                        </m:r>
                      </m:e>
                      <m:sub>
                        <m:r>
                          <a:rPr lang="pt-BR" sz="1200" b="0" i="1" smtClean="0">
                            <a:solidFill>
                              <a:srgbClr val="4C5764"/>
                            </a:solidFill>
                            <a:latin typeface="Cambria Math" panose="02040503050406030204" pitchFamily="18" charset="0"/>
                            <a:ea typeface="Roboto"/>
                            <a:sym typeface="Roboto"/>
                          </a:rPr>
                          <m:t>𝑐</m:t>
                        </m:r>
                        <m:r>
                          <a:rPr lang="pt-BR" sz="1200" b="0" i="1" smtClean="0">
                            <a:solidFill>
                              <a:srgbClr val="4C5764"/>
                            </a:solidFill>
                            <a:latin typeface="Cambria Math" panose="02040503050406030204" pitchFamily="18" charset="0"/>
                            <a:ea typeface="Roboto"/>
                            <a:sym typeface="Roboto"/>
                          </a:rPr>
                          <m:t>,</m:t>
                        </m:r>
                        <m:r>
                          <a:rPr lang="pt-BR" sz="1200" b="0" i="1" smtClean="0">
                            <a:solidFill>
                              <a:srgbClr val="4C5764"/>
                            </a:solidFill>
                            <a:latin typeface="Cambria Math" panose="02040503050406030204" pitchFamily="18" charset="0"/>
                            <a:ea typeface="Roboto"/>
                            <a:sym typeface="Roboto"/>
                          </a:rPr>
                          <m:t>𝑅𝑑</m:t>
                        </m:r>
                      </m:sub>
                    </m:sSub>
                  </m:oMath>
                </a14:m>
                <a:r>
                  <a:rPr lang="pt-BR" sz="1200" dirty="0">
                    <a:solidFill>
                      <a:srgbClr val="4C5764"/>
                    </a:solidFill>
                    <a:latin typeface="Roboto"/>
                    <a:ea typeface="Roboto"/>
                    <a:cs typeface="Roboto"/>
                    <a:sym typeface="Roboto"/>
                  </a:rPr>
                  <a:t> - Resistência à pressão de contato na base de concreto</a:t>
                </a:r>
              </a:p>
              <a:p>
                <a:pPr marL="152400"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DA9FC"/>
                  </a:buClr>
                  <a:buSzPts val="1200"/>
                </a:pPr>
                <a:r>
                  <a:rPr lang="pt-BR" sz="1200" dirty="0">
                    <a:solidFill>
                      <a:srgbClr val="4C5764"/>
                    </a:solidFill>
                    <a:latin typeface="Roboto"/>
                    <a:ea typeface="Roboto"/>
                    <a:cs typeface="Roboto"/>
                    <a:sym typeface="Roboto"/>
                  </a:rPr>
                  <a:t>A</a:t>
                </a:r>
                <a:r>
                  <a:rPr lang="pt-BR" sz="1200" baseline="-25000" dirty="0">
                    <a:solidFill>
                      <a:srgbClr val="4C5764"/>
                    </a:solidFill>
                    <a:latin typeface="Roboto"/>
                    <a:ea typeface="Roboto"/>
                    <a:cs typeface="Roboto"/>
                    <a:sym typeface="Roboto"/>
                  </a:rPr>
                  <a:t>1</a:t>
                </a:r>
                <a:r>
                  <a:rPr lang="pt-BR" sz="1200" dirty="0">
                    <a:solidFill>
                      <a:srgbClr val="4C5764"/>
                    </a:solidFill>
                    <a:latin typeface="Roboto"/>
                    <a:ea typeface="Roboto"/>
                    <a:cs typeface="Roboto"/>
                    <a:sym typeface="Roboto"/>
                  </a:rPr>
                  <a:t> – Área da placa de base</a:t>
                </a:r>
              </a:p>
              <a:p>
                <a:pPr marL="152400"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DA9FC"/>
                  </a:buClr>
                  <a:buSzPts val="1200"/>
                </a:pPr>
                <a:r>
                  <a:rPr lang="pt-BR" sz="1200" dirty="0">
                    <a:solidFill>
                      <a:srgbClr val="4C5764"/>
                    </a:solidFill>
                    <a:latin typeface="Roboto"/>
                    <a:ea typeface="Roboto"/>
                    <a:cs typeface="Roboto"/>
                    <a:sym typeface="Roboto"/>
                  </a:rPr>
                  <a:t>A</a:t>
                </a:r>
                <a:r>
                  <a:rPr lang="pt-BR" sz="1200" baseline="-25000" dirty="0">
                    <a:solidFill>
                      <a:srgbClr val="4C5764"/>
                    </a:solidFill>
                    <a:latin typeface="Roboto"/>
                    <a:ea typeface="Roboto"/>
                    <a:cs typeface="Roboto"/>
                    <a:sym typeface="Roboto"/>
                  </a:rPr>
                  <a:t>2</a:t>
                </a:r>
                <a:r>
                  <a:rPr lang="pt-BR" sz="1200" dirty="0">
                    <a:solidFill>
                      <a:srgbClr val="4C5764"/>
                    </a:solidFill>
                    <a:latin typeface="Roboto"/>
                    <a:ea typeface="Roboto"/>
                    <a:cs typeface="Roboto"/>
                    <a:sym typeface="Roboto"/>
                  </a:rPr>
                  <a:t> – Área da base de concreto</a:t>
                </a:r>
              </a:p>
              <a:p>
                <a:pPr marL="152400"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DA9FC"/>
                  </a:buClr>
                  <a:buSzPts val="1200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1200" i="1" smtClean="0">
                            <a:solidFill>
                              <a:srgbClr val="4C5764"/>
                            </a:solidFill>
                            <a:latin typeface="Cambria Math" panose="02040503050406030204" pitchFamily="18" charset="0"/>
                            <a:ea typeface="Roboto"/>
                            <a:sym typeface="Roboto"/>
                          </a:rPr>
                        </m:ctrlPr>
                      </m:sSubPr>
                      <m:e>
                        <m:r>
                          <a:rPr lang="pt-BR" sz="1200" b="0" i="1" smtClean="0">
                            <a:solidFill>
                              <a:srgbClr val="4C5764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Roboto"/>
                          </a:rPr>
                          <m:t>𝛾</m:t>
                        </m:r>
                      </m:e>
                      <m:sub>
                        <m:r>
                          <a:rPr lang="pt-BR" sz="1200" b="0" i="1" smtClean="0">
                            <a:solidFill>
                              <a:srgbClr val="4C5764"/>
                            </a:solidFill>
                            <a:latin typeface="Cambria Math" panose="02040503050406030204" pitchFamily="18" charset="0"/>
                            <a:ea typeface="Roboto"/>
                            <a:sym typeface="Roboto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pt-BR" sz="1200" dirty="0">
                    <a:solidFill>
                      <a:srgbClr val="4C5764"/>
                    </a:solidFill>
                    <a:latin typeface="Roboto"/>
                    <a:ea typeface="Roboto"/>
                    <a:cs typeface="Roboto"/>
                    <a:sym typeface="Roboto"/>
                  </a:rPr>
                  <a:t> = Coeficiente de ponderação da resistência do concreto = 1,4</a:t>
                </a:r>
              </a:p>
              <a:p>
                <a:pPr marL="152400"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DA9FC"/>
                  </a:buClr>
                  <a:buSzPts val="1200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1200" i="1" smtClean="0">
                            <a:solidFill>
                              <a:srgbClr val="4C5764"/>
                            </a:solidFill>
                            <a:latin typeface="Cambria Math" panose="02040503050406030204" pitchFamily="18" charset="0"/>
                            <a:ea typeface="Roboto"/>
                            <a:sym typeface="Roboto"/>
                          </a:rPr>
                        </m:ctrlPr>
                      </m:sSubPr>
                      <m:e>
                        <m:r>
                          <a:rPr lang="pt-BR" sz="1200" b="0" i="1" smtClean="0">
                            <a:solidFill>
                              <a:srgbClr val="4C5764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Roboto"/>
                          </a:rPr>
                          <m:t>𝛾</m:t>
                        </m:r>
                      </m:e>
                      <m:sub>
                        <m:r>
                          <a:rPr lang="pt-BR" sz="1200" b="0" i="1" smtClean="0">
                            <a:solidFill>
                              <a:srgbClr val="4C5764"/>
                            </a:solidFill>
                            <a:latin typeface="Cambria Math" panose="02040503050406030204" pitchFamily="18" charset="0"/>
                            <a:ea typeface="Roboto"/>
                            <a:sym typeface="Roboto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pt-BR" sz="1200" dirty="0">
                    <a:solidFill>
                      <a:srgbClr val="4C5764"/>
                    </a:solidFill>
                    <a:latin typeface="Roboto"/>
                    <a:ea typeface="Roboto"/>
                    <a:cs typeface="Roboto"/>
                    <a:sym typeface="Roboto"/>
                  </a:rPr>
                  <a:t> = Coeficiente de comportamento = 1,4</a:t>
                </a:r>
              </a:p>
              <a:p>
                <a:pPr marL="152400"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DA9FC"/>
                  </a:buClr>
                  <a:buSzPts val="1200"/>
                </a:pPr>
                <a:endParaRPr lang="pt-BR" sz="1200" dirty="0">
                  <a:solidFill>
                    <a:srgbClr val="4C5764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mc:Choice>
        <mc:Fallback xmlns="">
          <p:sp>
            <p:nvSpPr>
              <p:cNvPr id="4" name="Google Shape;143;p7">
                <a:extLst>
                  <a:ext uri="{FF2B5EF4-FFF2-40B4-BE49-F238E27FC236}">
                    <a16:creationId xmlns:a16="http://schemas.microsoft.com/office/drawing/2014/main" id="{C2B60A26-5F47-D749-D2A6-79C41BD0E3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7662" y="2574763"/>
                <a:ext cx="5592872" cy="113790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Google Shape;143;p7">
                <a:extLst>
                  <a:ext uri="{FF2B5EF4-FFF2-40B4-BE49-F238E27FC236}">
                    <a16:creationId xmlns:a16="http://schemas.microsoft.com/office/drawing/2014/main" id="{978CC923-CD11-DCB8-FDC1-9C9A7571C210}"/>
                  </a:ext>
                </a:extLst>
              </p:cNvPr>
              <p:cNvSpPr txBox="1"/>
              <p:nvPr/>
            </p:nvSpPr>
            <p:spPr>
              <a:xfrm>
                <a:off x="3544198" y="1751732"/>
                <a:ext cx="5599800" cy="94903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152400"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DA9FC"/>
                  </a:buClr>
                  <a:buSzPts val="12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600" b="1" i="1" smtClean="0">
                              <a:solidFill>
                                <a:srgbClr val="4C5764"/>
                              </a:solidFill>
                              <a:latin typeface="Cambria Math" panose="02040503050406030204" pitchFamily="18" charset="0"/>
                              <a:ea typeface="Roboto"/>
                              <a:sym typeface="Roboto"/>
                            </a:rPr>
                          </m:ctrlPr>
                        </m:sSubPr>
                        <m:e>
                          <m:r>
                            <a:rPr lang="pt-BR" sz="1600" b="1" i="1" smtClean="0">
                              <a:solidFill>
                                <a:srgbClr val="4C576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Roboto"/>
                            </a:rPr>
                            <m:t>𝝈</m:t>
                          </m:r>
                        </m:e>
                        <m:sub>
                          <m:r>
                            <a:rPr lang="pt-BR" sz="1600" b="1" i="1" smtClean="0">
                              <a:solidFill>
                                <a:srgbClr val="4C5764"/>
                              </a:solidFill>
                              <a:latin typeface="Cambria Math" panose="02040503050406030204" pitchFamily="18" charset="0"/>
                              <a:ea typeface="Roboto"/>
                              <a:sym typeface="Roboto"/>
                            </a:rPr>
                            <m:t>𝒄</m:t>
                          </m:r>
                          <m:r>
                            <a:rPr lang="pt-BR" sz="1600" b="1" i="1" smtClean="0">
                              <a:solidFill>
                                <a:srgbClr val="4C5764"/>
                              </a:solidFill>
                              <a:latin typeface="Cambria Math" panose="02040503050406030204" pitchFamily="18" charset="0"/>
                              <a:ea typeface="Roboto"/>
                              <a:sym typeface="Roboto"/>
                            </a:rPr>
                            <m:t>,</m:t>
                          </m:r>
                          <m:r>
                            <a:rPr lang="pt-BR" sz="1600" b="1" i="1" smtClean="0">
                              <a:solidFill>
                                <a:srgbClr val="4C5764"/>
                              </a:solidFill>
                              <a:latin typeface="Cambria Math" panose="02040503050406030204" pitchFamily="18" charset="0"/>
                              <a:ea typeface="Roboto"/>
                              <a:sym typeface="Roboto"/>
                            </a:rPr>
                            <m:t>𝑹𝒅</m:t>
                          </m:r>
                        </m:sub>
                      </m:sSub>
                      <m:r>
                        <a:rPr lang="pt-BR" sz="1600" b="1" i="1" smtClean="0">
                          <a:solidFill>
                            <a:srgbClr val="4C5764"/>
                          </a:solidFill>
                          <a:latin typeface="Cambria Math" panose="02040503050406030204" pitchFamily="18" charset="0"/>
                          <a:ea typeface="Roboto"/>
                          <a:sym typeface="Roboto"/>
                        </a:rPr>
                        <m:t>=</m:t>
                      </m:r>
                      <m:f>
                        <m:fPr>
                          <m:ctrlPr>
                            <a:rPr lang="pt-BR" sz="1600" b="1" i="1" smtClean="0">
                              <a:solidFill>
                                <a:srgbClr val="4C5764"/>
                              </a:solidFill>
                              <a:latin typeface="Cambria Math" panose="02040503050406030204" pitchFamily="18" charset="0"/>
                              <a:ea typeface="Roboto"/>
                              <a:sym typeface="Roboto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sz="1600" b="1" i="1" smtClean="0">
                                  <a:solidFill>
                                    <a:srgbClr val="4C5764"/>
                                  </a:solidFill>
                                  <a:latin typeface="Cambria Math" panose="02040503050406030204" pitchFamily="18" charset="0"/>
                                  <a:ea typeface="Roboto"/>
                                  <a:sym typeface="Roboto"/>
                                </a:rPr>
                              </m:ctrlPr>
                            </m:sSubPr>
                            <m:e>
                              <m:r>
                                <a:rPr lang="pt-BR" sz="1600" b="1" i="1" smtClean="0">
                                  <a:solidFill>
                                    <a:srgbClr val="4C5764"/>
                                  </a:solidFill>
                                  <a:latin typeface="Cambria Math" panose="02040503050406030204" pitchFamily="18" charset="0"/>
                                  <a:ea typeface="Roboto"/>
                                  <a:sym typeface="Roboto"/>
                                </a:rPr>
                                <m:t>𝒇</m:t>
                              </m:r>
                            </m:e>
                            <m:sub>
                              <m:r>
                                <a:rPr lang="pt-BR" sz="1600" b="1" i="1" smtClean="0">
                                  <a:solidFill>
                                    <a:srgbClr val="4C5764"/>
                                  </a:solidFill>
                                  <a:latin typeface="Cambria Math" panose="02040503050406030204" pitchFamily="18" charset="0"/>
                                  <a:ea typeface="Roboto"/>
                                  <a:sym typeface="Roboto"/>
                                </a:rPr>
                                <m:t>𝒄𝒌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pt-BR" sz="1600" b="1" i="1" smtClean="0">
                                  <a:solidFill>
                                    <a:srgbClr val="4C5764"/>
                                  </a:solidFill>
                                  <a:latin typeface="Cambria Math" panose="02040503050406030204" pitchFamily="18" charset="0"/>
                                  <a:ea typeface="Roboto"/>
                                  <a:sym typeface="Roboto"/>
                                </a:rPr>
                              </m:ctrlPr>
                            </m:sSubPr>
                            <m:e>
                              <m:r>
                                <a:rPr lang="pt-BR" sz="1600" b="1" i="1" smtClean="0">
                                  <a:solidFill>
                                    <a:srgbClr val="4C5764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Roboto"/>
                                </a:rPr>
                                <m:t>𝜸</m:t>
                              </m:r>
                            </m:e>
                            <m:sub>
                              <m:r>
                                <a:rPr lang="pt-BR" sz="1600" b="1" i="1" smtClean="0">
                                  <a:solidFill>
                                    <a:srgbClr val="4C5764"/>
                                  </a:solidFill>
                                  <a:latin typeface="Cambria Math" panose="02040503050406030204" pitchFamily="18" charset="0"/>
                                  <a:ea typeface="Roboto"/>
                                  <a:sym typeface="Roboto"/>
                                </a:rPr>
                                <m:t>𝒄</m:t>
                              </m:r>
                            </m:sub>
                          </m:sSub>
                          <m:sSub>
                            <m:sSubPr>
                              <m:ctrlPr>
                                <a:rPr lang="pt-BR" sz="1600" b="1" i="1" smtClean="0">
                                  <a:solidFill>
                                    <a:srgbClr val="4C5764"/>
                                  </a:solidFill>
                                  <a:latin typeface="Cambria Math" panose="02040503050406030204" pitchFamily="18" charset="0"/>
                                  <a:ea typeface="Roboto"/>
                                  <a:sym typeface="Roboto"/>
                                </a:rPr>
                              </m:ctrlPr>
                            </m:sSubPr>
                            <m:e>
                              <m:r>
                                <a:rPr lang="pt-BR" sz="1600" b="1" i="1" smtClean="0">
                                  <a:solidFill>
                                    <a:srgbClr val="4C5764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Roboto"/>
                                </a:rPr>
                                <m:t>𝜸</m:t>
                              </m:r>
                            </m:e>
                            <m:sub>
                              <m:r>
                                <a:rPr lang="pt-BR" sz="1600" b="1" i="1" smtClean="0">
                                  <a:solidFill>
                                    <a:srgbClr val="4C5764"/>
                                  </a:solidFill>
                                  <a:latin typeface="Cambria Math" panose="02040503050406030204" pitchFamily="18" charset="0"/>
                                  <a:ea typeface="Roboto"/>
                                  <a:sym typeface="Roboto"/>
                                </a:rPr>
                                <m:t>𝒏</m:t>
                              </m:r>
                            </m:sub>
                          </m:sSub>
                        </m:den>
                      </m:f>
                      <m:rad>
                        <m:radPr>
                          <m:degHide m:val="on"/>
                          <m:ctrlPr>
                            <a:rPr lang="pt-BR" sz="1600" b="1" i="1" smtClean="0">
                              <a:solidFill>
                                <a:srgbClr val="4C5764"/>
                              </a:solidFill>
                              <a:latin typeface="Cambria Math" panose="02040503050406030204" pitchFamily="18" charset="0"/>
                              <a:ea typeface="Roboto"/>
                              <a:sym typeface="Roboto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pt-BR" sz="1600" b="1" i="1" smtClean="0">
                                  <a:solidFill>
                                    <a:srgbClr val="4C5764"/>
                                  </a:solidFill>
                                  <a:latin typeface="Cambria Math" panose="02040503050406030204" pitchFamily="18" charset="0"/>
                                  <a:ea typeface="Roboto"/>
                                  <a:sym typeface="Roboto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pt-BR" sz="1600" b="1" i="1" smtClean="0">
                                      <a:solidFill>
                                        <a:srgbClr val="4C5764"/>
                                      </a:solidFill>
                                      <a:latin typeface="Cambria Math" panose="02040503050406030204" pitchFamily="18" charset="0"/>
                                      <a:ea typeface="Roboto"/>
                                      <a:sym typeface="Roboto"/>
                                    </a:rPr>
                                  </m:ctrlPr>
                                </m:sSubPr>
                                <m:e>
                                  <m:r>
                                    <a:rPr lang="pt-BR" sz="1600" b="1" i="1" smtClean="0">
                                      <a:solidFill>
                                        <a:srgbClr val="4C5764"/>
                                      </a:solidFill>
                                      <a:latin typeface="Cambria Math" panose="02040503050406030204" pitchFamily="18" charset="0"/>
                                      <a:ea typeface="Roboto"/>
                                      <a:sym typeface="Roboto"/>
                                    </a:rPr>
                                    <m:t>𝑨</m:t>
                                  </m:r>
                                </m:e>
                                <m:sub>
                                  <m:r>
                                    <a:rPr lang="pt-BR" sz="1600" b="1" i="1" smtClean="0">
                                      <a:solidFill>
                                        <a:srgbClr val="4C5764"/>
                                      </a:solidFill>
                                      <a:latin typeface="Cambria Math" panose="02040503050406030204" pitchFamily="18" charset="0"/>
                                      <a:ea typeface="Roboto"/>
                                      <a:sym typeface="Roboto"/>
                                    </a:rPr>
                                    <m:t>𝟐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pt-BR" sz="1600" b="1" i="1" smtClean="0">
                                      <a:solidFill>
                                        <a:srgbClr val="4C5764"/>
                                      </a:solidFill>
                                      <a:latin typeface="Cambria Math" panose="02040503050406030204" pitchFamily="18" charset="0"/>
                                      <a:ea typeface="Roboto"/>
                                      <a:sym typeface="Roboto"/>
                                    </a:rPr>
                                  </m:ctrlPr>
                                </m:sSubPr>
                                <m:e>
                                  <m:r>
                                    <a:rPr lang="pt-BR" sz="1600" b="1" i="1" smtClean="0">
                                      <a:solidFill>
                                        <a:srgbClr val="4C5764"/>
                                      </a:solidFill>
                                      <a:latin typeface="Cambria Math" panose="02040503050406030204" pitchFamily="18" charset="0"/>
                                      <a:ea typeface="Roboto"/>
                                      <a:sym typeface="Roboto"/>
                                    </a:rPr>
                                    <m:t>𝑨</m:t>
                                  </m:r>
                                </m:e>
                                <m:sub>
                                  <m:r>
                                    <a:rPr lang="pt-BR" sz="1600" b="1" i="1" smtClean="0">
                                      <a:solidFill>
                                        <a:srgbClr val="4C5764"/>
                                      </a:solidFill>
                                      <a:latin typeface="Cambria Math" panose="02040503050406030204" pitchFamily="18" charset="0"/>
                                      <a:ea typeface="Roboto"/>
                                      <a:sym typeface="Roboto"/>
                                    </a:rPr>
                                    <m:t>𝟏</m:t>
                                  </m:r>
                                </m:sub>
                              </m:sSub>
                            </m:den>
                          </m:f>
                        </m:e>
                      </m:rad>
                      <m:r>
                        <a:rPr lang="pt-BR" sz="1600" b="1" i="1" smtClean="0">
                          <a:solidFill>
                            <a:srgbClr val="4C5764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Roboto"/>
                        </a:rPr>
                        <m:t>≤</m:t>
                      </m:r>
                      <m:sSub>
                        <m:sSubPr>
                          <m:ctrlPr>
                            <a:rPr lang="pt-BR" sz="1600" b="1" i="1" smtClean="0">
                              <a:solidFill>
                                <a:srgbClr val="4C576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Roboto"/>
                            </a:rPr>
                          </m:ctrlPr>
                        </m:sSubPr>
                        <m:e>
                          <m:r>
                            <a:rPr lang="pt-BR" sz="1600" b="1" i="1" smtClean="0">
                              <a:solidFill>
                                <a:srgbClr val="4C576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Roboto"/>
                            </a:rPr>
                            <m:t>𝒇</m:t>
                          </m:r>
                        </m:e>
                        <m:sub>
                          <m:r>
                            <a:rPr lang="pt-BR" sz="1600" b="1" i="1" smtClean="0">
                              <a:solidFill>
                                <a:srgbClr val="4C576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Roboto"/>
                            </a:rPr>
                            <m:t>𝒄𝒌</m:t>
                          </m:r>
                        </m:sub>
                      </m:sSub>
                    </m:oMath>
                  </m:oMathPara>
                </a14:m>
                <a:endParaRPr lang="pt-BR" sz="1600" b="1" dirty="0">
                  <a:solidFill>
                    <a:srgbClr val="4C5764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mc:Choice>
        <mc:Fallback xmlns="">
          <p:sp>
            <p:nvSpPr>
              <p:cNvPr id="2" name="Google Shape;143;p7">
                <a:extLst>
                  <a:ext uri="{FF2B5EF4-FFF2-40B4-BE49-F238E27FC236}">
                    <a16:creationId xmlns:a16="http://schemas.microsoft.com/office/drawing/2014/main" id="{978CC923-CD11-DCB8-FDC1-9C9A7571C2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4198" y="1751732"/>
                <a:ext cx="5599800" cy="94903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Google Shape;143;p7">
                <a:extLst>
                  <a:ext uri="{FF2B5EF4-FFF2-40B4-BE49-F238E27FC236}">
                    <a16:creationId xmlns:a16="http://schemas.microsoft.com/office/drawing/2014/main" id="{E689789D-F1ED-AF7F-AC6F-4BBB1316631C}"/>
                  </a:ext>
                </a:extLst>
              </p:cNvPr>
              <p:cNvSpPr txBox="1"/>
              <p:nvPr/>
            </p:nvSpPr>
            <p:spPr>
              <a:xfrm>
                <a:off x="3544200" y="3712670"/>
                <a:ext cx="5461255" cy="121539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152400" marR="0" lvl="0" algn="just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DA9FC"/>
                  </a:buClr>
                  <a:buSzPts val="1200"/>
                </a:pPr>
                <a:r>
                  <a:rPr lang="pt-BR" sz="1600" b="1" dirty="0">
                    <a:solidFill>
                      <a:srgbClr val="4C5764"/>
                    </a:solidFill>
                    <a:latin typeface="Roboto"/>
                    <a:ea typeface="Roboto"/>
                    <a:cs typeface="Roboto"/>
                    <a:sym typeface="Roboto"/>
                  </a:rPr>
                  <a:t>A resistência à pressão de contato aumenta à medida que a área da base de concreto aumenta, sendo assim a máxima resistência ocorre quando a relação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t-BR" sz="1600" b="1" i="1" smtClean="0">
                            <a:solidFill>
                              <a:srgbClr val="4C5764"/>
                            </a:solidFill>
                            <a:latin typeface="Cambria Math" panose="02040503050406030204" pitchFamily="18" charset="0"/>
                            <a:ea typeface="Roboto"/>
                            <a:sym typeface="Roboto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pt-BR" sz="1600" b="1" i="1" smtClean="0">
                                <a:solidFill>
                                  <a:srgbClr val="4C5764"/>
                                </a:solidFill>
                                <a:latin typeface="Cambria Math" panose="02040503050406030204" pitchFamily="18" charset="0"/>
                                <a:ea typeface="Roboto"/>
                                <a:sym typeface="Roboto"/>
                              </a:rPr>
                            </m:ctrlPr>
                          </m:sSubPr>
                          <m:e>
                            <m:r>
                              <a:rPr lang="pt-BR" sz="1600" b="1" i="1" smtClean="0">
                                <a:solidFill>
                                  <a:srgbClr val="4C5764"/>
                                </a:solidFill>
                                <a:latin typeface="Cambria Math" panose="02040503050406030204" pitchFamily="18" charset="0"/>
                                <a:ea typeface="Roboto"/>
                                <a:sym typeface="Roboto"/>
                              </a:rPr>
                              <m:t>𝑨</m:t>
                            </m:r>
                          </m:e>
                          <m:sub>
                            <m:r>
                              <a:rPr lang="pt-BR" sz="1600" b="1" i="1" smtClean="0">
                                <a:solidFill>
                                  <a:srgbClr val="4C5764"/>
                                </a:solidFill>
                                <a:latin typeface="Cambria Math" panose="02040503050406030204" pitchFamily="18" charset="0"/>
                                <a:ea typeface="Roboto"/>
                                <a:sym typeface="Roboto"/>
                              </a:rPr>
                              <m:t>𝟐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pt-BR" sz="1600" b="1" i="1" smtClean="0">
                                <a:solidFill>
                                  <a:srgbClr val="4C5764"/>
                                </a:solidFill>
                                <a:latin typeface="Cambria Math" panose="02040503050406030204" pitchFamily="18" charset="0"/>
                                <a:ea typeface="Roboto"/>
                                <a:sym typeface="Roboto"/>
                              </a:rPr>
                            </m:ctrlPr>
                          </m:sSubPr>
                          <m:e>
                            <m:r>
                              <a:rPr lang="pt-BR" sz="1600" b="1" i="1" smtClean="0">
                                <a:solidFill>
                                  <a:srgbClr val="4C5764"/>
                                </a:solidFill>
                                <a:latin typeface="Cambria Math" panose="02040503050406030204" pitchFamily="18" charset="0"/>
                                <a:ea typeface="Roboto"/>
                                <a:sym typeface="Roboto"/>
                              </a:rPr>
                              <m:t>𝑨</m:t>
                            </m:r>
                          </m:e>
                          <m:sub>
                            <m:r>
                              <a:rPr lang="pt-BR" sz="1600" b="1" i="1" smtClean="0">
                                <a:solidFill>
                                  <a:srgbClr val="4C5764"/>
                                </a:solidFill>
                                <a:latin typeface="Cambria Math" panose="02040503050406030204" pitchFamily="18" charset="0"/>
                                <a:ea typeface="Roboto"/>
                                <a:sym typeface="Roboto"/>
                              </a:rPr>
                              <m:t>𝟏</m:t>
                            </m:r>
                          </m:sub>
                        </m:sSub>
                      </m:den>
                    </m:f>
                    <m:r>
                      <a:rPr lang="pt-BR" sz="1600" b="1" i="1" smtClean="0">
                        <a:solidFill>
                          <a:srgbClr val="4C5764"/>
                        </a:solidFill>
                        <a:latin typeface="Cambria Math" panose="02040503050406030204" pitchFamily="18" charset="0"/>
                        <a:ea typeface="Roboto"/>
                        <a:sym typeface="Roboto"/>
                      </a:rPr>
                      <m:t> </m:t>
                    </m:r>
                  </m:oMath>
                </a14:m>
                <a:r>
                  <a:rPr lang="pt-BR" sz="1600" b="1" dirty="0">
                    <a:solidFill>
                      <a:srgbClr val="4C5764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Roboto"/>
                  </a:rPr>
                  <a:t>≥ 4</a:t>
                </a:r>
                <a:endParaRPr lang="pt-BR" sz="1600" b="1" dirty="0">
                  <a:solidFill>
                    <a:srgbClr val="4C5764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mc:Choice>
        <mc:Fallback xmlns="">
          <p:sp>
            <p:nvSpPr>
              <p:cNvPr id="3" name="Google Shape;143;p7">
                <a:extLst>
                  <a:ext uri="{FF2B5EF4-FFF2-40B4-BE49-F238E27FC236}">
                    <a16:creationId xmlns:a16="http://schemas.microsoft.com/office/drawing/2014/main" id="{E689789D-F1ED-AF7F-AC6F-4BBB131663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4200" y="3712670"/>
                <a:ext cx="5461255" cy="1215393"/>
              </a:xfrm>
              <a:prstGeom prst="rect">
                <a:avLst/>
              </a:prstGeom>
              <a:blipFill>
                <a:blip r:embed="rId5"/>
                <a:stretch>
                  <a:fillRect r="-67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573974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/>
          <p:nvPr/>
        </p:nvSpPr>
        <p:spPr>
          <a:xfrm>
            <a:off x="0" y="-6900"/>
            <a:ext cx="3544200" cy="5150400"/>
          </a:xfrm>
          <a:prstGeom prst="rect">
            <a:avLst/>
          </a:prstGeom>
          <a:solidFill>
            <a:srgbClr val="2858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7"/>
          <p:cNvSpPr txBox="1"/>
          <p:nvPr/>
        </p:nvSpPr>
        <p:spPr>
          <a:xfrm>
            <a:off x="310050" y="365134"/>
            <a:ext cx="323415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3600" b="0" i="0" u="none" strike="noStrike" cap="none" dirty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Placas de Base</a:t>
            </a:r>
            <a:endParaRPr sz="3600" b="0" i="0" u="none" strike="noStrike" cap="none" dirty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9" name="Google Shape;143;p7">
            <a:extLst>
              <a:ext uri="{FF2B5EF4-FFF2-40B4-BE49-F238E27FC236}">
                <a16:creationId xmlns:a16="http://schemas.microsoft.com/office/drawing/2014/main" id="{9C81958B-AE4B-43C9-BC2C-2CBADE7FE55A}"/>
              </a:ext>
            </a:extLst>
          </p:cNvPr>
          <p:cNvSpPr txBox="1"/>
          <p:nvPr/>
        </p:nvSpPr>
        <p:spPr>
          <a:xfrm>
            <a:off x="3544200" y="814298"/>
            <a:ext cx="5599800" cy="21490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Abaixo temos os possíveis casos de esforços que são transferidos  pelas bases às fundações:</a:t>
            </a:r>
          </a:p>
        </p:txBody>
      </p:sp>
      <p:sp>
        <p:nvSpPr>
          <p:cNvPr id="10" name="Google Shape;142;p7">
            <a:extLst>
              <a:ext uri="{FF2B5EF4-FFF2-40B4-BE49-F238E27FC236}">
                <a16:creationId xmlns:a16="http://schemas.microsoft.com/office/drawing/2014/main" id="{D7001BA3-CB80-4627-9BF8-F969EC7D3809}"/>
              </a:ext>
            </a:extLst>
          </p:cNvPr>
          <p:cNvSpPr txBox="1"/>
          <p:nvPr/>
        </p:nvSpPr>
        <p:spPr>
          <a:xfrm>
            <a:off x="3544200" y="136834"/>
            <a:ext cx="5599799" cy="519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SzPts val="3000"/>
              <a:buNone/>
              <a:defRPr sz="3000">
                <a:solidFill>
                  <a:srgbClr val="094067"/>
                </a:solidFill>
                <a:latin typeface="Roboto Black"/>
                <a:ea typeface="Roboto Black"/>
                <a:cs typeface="Roboto Black"/>
              </a:defRPr>
            </a:lvl1pPr>
          </a:lstStyle>
          <a:p>
            <a:pPr algn="l"/>
            <a:r>
              <a:rPr lang="pt-BR" sz="2800" dirty="0">
                <a:sym typeface="Roboto Light"/>
              </a:rPr>
              <a:t>Carregamentos</a:t>
            </a:r>
          </a:p>
        </p:txBody>
      </p:sp>
      <p:sp>
        <p:nvSpPr>
          <p:cNvPr id="4" name="Google Shape;143;p7">
            <a:extLst>
              <a:ext uri="{FF2B5EF4-FFF2-40B4-BE49-F238E27FC236}">
                <a16:creationId xmlns:a16="http://schemas.microsoft.com/office/drawing/2014/main" id="{C2B60A26-5F47-D749-D2A6-79C41BD0E30E}"/>
              </a:ext>
            </a:extLst>
          </p:cNvPr>
          <p:cNvSpPr txBox="1"/>
          <p:nvPr/>
        </p:nvSpPr>
        <p:spPr>
          <a:xfrm>
            <a:off x="3783815" y="3854495"/>
            <a:ext cx="4757512" cy="397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953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+mj-lt"/>
              <a:buAutoNum type="alphaLcParenR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Força Axial e Cortante</a:t>
            </a:r>
          </a:p>
          <a:p>
            <a:pPr marL="4953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+mj-lt"/>
              <a:buAutoNum type="alphaLcParenR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Força Axial e Tração</a:t>
            </a:r>
          </a:p>
          <a:p>
            <a:pPr marL="4953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+mj-lt"/>
              <a:buAutoNum type="alphaLcParenR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Binário (Compressão e Tração) e Cortante</a:t>
            </a:r>
          </a:p>
          <a:p>
            <a:pPr marL="4953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+mj-lt"/>
              <a:buAutoNum type="alphaLcParenR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Força Axial e Momento</a:t>
            </a:r>
          </a:p>
          <a:p>
            <a:pPr marL="4953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+mj-lt"/>
              <a:buAutoNum type="alphaLcParenR"/>
            </a:pPr>
            <a:endParaRPr lang="pt-BR" sz="1600" b="1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D5BC4A5B-5A2F-7030-E9BC-B98A93AB69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9992" y="1579899"/>
            <a:ext cx="2597727" cy="2281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2110990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4751</TotalTime>
  <Words>899</Words>
  <Application>Microsoft Office PowerPoint</Application>
  <PresentationFormat>Apresentação na tela (16:9)</PresentationFormat>
  <Paragraphs>121</Paragraphs>
  <Slides>14</Slides>
  <Notes>14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21" baseType="lpstr">
      <vt:lpstr>Cambria Math</vt:lpstr>
      <vt:lpstr>Roboto Black</vt:lpstr>
      <vt:lpstr>Arial</vt:lpstr>
      <vt:lpstr>Calibri</vt:lpstr>
      <vt:lpstr>Roboto</vt:lpstr>
      <vt:lpstr>Roboto Light</vt:lpstr>
      <vt:lpstr>Simple Light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cp:lastModifiedBy>Leônidas Müller de Oliveira</cp:lastModifiedBy>
  <cp:revision>1</cp:revision>
  <dcterms:modified xsi:type="dcterms:W3CDTF">2023-09-20T15:28:31Z</dcterms:modified>
</cp:coreProperties>
</file>